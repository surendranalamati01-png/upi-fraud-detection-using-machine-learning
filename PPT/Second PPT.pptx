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39" r:id="rId1"/>
  </p:sldMasterIdLst>
  <p:sldIdLst>
    <p:sldId id="259" r:id="rId2"/>
    <p:sldId id="260" r:id="rId3"/>
    <p:sldId id="261" r:id="rId4"/>
    <p:sldId id="434" r:id="rId5"/>
    <p:sldId id="275" r:id="rId6"/>
    <p:sldId id="276" r:id="rId7"/>
    <p:sldId id="264" r:id="rId8"/>
    <p:sldId id="377" r:id="rId9"/>
    <p:sldId id="332" r:id="rId10"/>
    <p:sldId id="333" r:id="rId11"/>
    <p:sldId id="334" r:id="rId12"/>
    <p:sldId id="278" r:id="rId13"/>
    <p:sldId id="266" r:id="rId14"/>
    <p:sldId id="438" r:id="rId15"/>
    <p:sldId id="268" r:id="rId16"/>
    <p:sldId id="341" r:id="rId17"/>
    <p:sldId id="282" r:id="rId18"/>
    <p:sldId id="283" r:id="rId19"/>
    <p:sldId id="284" r:id="rId20"/>
    <p:sldId id="346" r:id="rId21"/>
    <p:sldId id="307" r:id="rId22"/>
    <p:sldId id="392" r:id="rId23"/>
    <p:sldId id="309" r:id="rId24"/>
    <p:sldId id="311" r:id="rId25"/>
    <p:sldId id="313" r:id="rId26"/>
    <p:sldId id="315" r:id="rId27"/>
    <p:sldId id="317" r:id="rId28"/>
    <p:sldId id="319" r:id="rId29"/>
    <p:sldId id="321" r:id="rId30"/>
    <p:sldId id="322" r:id="rId31"/>
    <p:sldId id="323" r:id="rId32"/>
    <p:sldId id="390" r:id="rId33"/>
    <p:sldId id="391" r:id="rId34"/>
    <p:sldId id="405" r:id="rId35"/>
    <p:sldId id="373" r:id="rId36"/>
    <p:sldId id="374" r:id="rId37"/>
    <p:sldId id="399" r:id="rId38"/>
    <p:sldId id="406" r:id="rId39"/>
    <p:sldId id="304" r:id="rId40"/>
    <p:sldId id="37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EFC"/>
    <a:srgbClr val="691F19"/>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3957" autoAdjust="0"/>
  </p:normalViewPr>
  <p:slideViewPr>
    <p:cSldViewPr snapToGrid="0">
      <p:cViewPr varScale="1">
        <p:scale>
          <a:sx n="73" d="100"/>
          <a:sy n="73"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D4F60E-452B-47B5-9E22-5D3F0974CD1C}"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9346B989-94D1-45E3-B1AF-0783F5525B2A}">
      <dgm:prSet phldrT="[Text]"/>
      <dgm:spPr/>
      <dgm:t>
        <a:bodyPr/>
        <a:lstStyle/>
        <a:p>
          <a:r>
            <a:rPr lang="en-US"/>
            <a:t>dataset </a:t>
          </a:r>
        </a:p>
      </dgm:t>
    </dgm:pt>
    <dgm:pt modelId="{ED5D8599-8DDA-4F21-A742-8A624D3F459A}" type="parTrans" cxnId="{F3D84C5F-36C8-4AF0-A13B-517820DD92E0}">
      <dgm:prSet/>
      <dgm:spPr/>
      <dgm:t>
        <a:bodyPr/>
        <a:lstStyle/>
        <a:p>
          <a:endParaRPr lang="en-US"/>
        </a:p>
      </dgm:t>
    </dgm:pt>
    <dgm:pt modelId="{7014D746-9D82-47FA-ACFE-AB1C22BB8052}" type="sibTrans" cxnId="{F3D84C5F-36C8-4AF0-A13B-517820DD92E0}">
      <dgm:prSet/>
      <dgm:spPr/>
      <dgm:t>
        <a:bodyPr/>
        <a:lstStyle/>
        <a:p>
          <a:endParaRPr lang="en-US"/>
        </a:p>
      </dgm:t>
    </dgm:pt>
    <dgm:pt modelId="{C6F94202-3601-4324-8C6C-0DC990932E6B}">
      <dgm:prSet phldrT="[Text]"/>
      <dgm:spPr/>
      <dgm:t>
        <a:bodyPr/>
        <a:lstStyle/>
        <a:p>
          <a:r>
            <a:rPr lang="en-US"/>
            <a:t>system</a:t>
          </a:r>
        </a:p>
      </dgm:t>
    </dgm:pt>
    <dgm:pt modelId="{04466F05-3B60-4538-8060-C4D5BE69E3E3}" type="parTrans" cxnId="{C7659A37-17ED-4313-A6EF-E3A03A8C7472}">
      <dgm:prSet/>
      <dgm:spPr/>
      <dgm:t>
        <a:bodyPr/>
        <a:lstStyle/>
        <a:p>
          <a:endParaRPr lang="en-US"/>
        </a:p>
      </dgm:t>
    </dgm:pt>
    <dgm:pt modelId="{3DE0383E-5197-45B9-B45A-710D4132DD95}" type="sibTrans" cxnId="{C7659A37-17ED-4313-A6EF-E3A03A8C7472}">
      <dgm:prSet/>
      <dgm:spPr/>
      <dgm:t>
        <a:bodyPr/>
        <a:lstStyle/>
        <a:p>
          <a:endParaRPr lang="en-US"/>
        </a:p>
      </dgm:t>
    </dgm:pt>
    <dgm:pt modelId="{528DD900-6710-4271-9D7A-EB8A85D1C18C}">
      <dgm:prSet phldrT="[Text]"/>
      <dgm:spPr/>
      <dgm:t>
        <a:bodyPr/>
        <a:lstStyle/>
        <a:p>
          <a:r>
            <a:rPr lang="en-US"/>
            <a:t>user</a:t>
          </a:r>
        </a:p>
      </dgm:t>
    </dgm:pt>
    <dgm:pt modelId="{B1E7E09C-0EBA-4393-913B-9F7569AF0A15}" type="parTrans" cxnId="{53E19B2F-B0C3-4E67-82BC-17F581D96552}">
      <dgm:prSet/>
      <dgm:spPr/>
      <dgm:t>
        <a:bodyPr/>
        <a:lstStyle/>
        <a:p>
          <a:endParaRPr lang="en-US"/>
        </a:p>
      </dgm:t>
    </dgm:pt>
    <dgm:pt modelId="{FB353260-F96B-42D4-A9AE-A3841C914A69}" type="sibTrans" cxnId="{53E19B2F-B0C3-4E67-82BC-17F581D96552}">
      <dgm:prSet/>
      <dgm:spPr/>
      <dgm:t>
        <a:bodyPr/>
        <a:lstStyle/>
        <a:p>
          <a:endParaRPr lang="en-US"/>
        </a:p>
      </dgm:t>
    </dgm:pt>
    <dgm:pt modelId="{9822C537-C6C1-471E-95F7-E22782048696}" type="pres">
      <dgm:prSet presAssocID="{BDD4F60E-452B-47B5-9E22-5D3F0974CD1C}" presName="cycle" presStyleCnt="0">
        <dgm:presLayoutVars>
          <dgm:chMax val="1"/>
          <dgm:dir/>
          <dgm:animLvl val="ctr"/>
          <dgm:resizeHandles val="exact"/>
        </dgm:presLayoutVars>
      </dgm:prSet>
      <dgm:spPr/>
      <dgm:t>
        <a:bodyPr/>
        <a:lstStyle/>
        <a:p>
          <a:endParaRPr lang="en-US"/>
        </a:p>
      </dgm:t>
    </dgm:pt>
    <dgm:pt modelId="{8F9C8759-DAB7-4937-8CA0-85829A1EAB89}" type="pres">
      <dgm:prSet presAssocID="{9346B989-94D1-45E3-B1AF-0783F5525B2A}" presName="centerShape" presStyleLbl="node0" presStyleIdx="0" presStyleCnt="1"/>
      <dgm:spPr/>
      <dgm:t>
        <a:bodyPr/>
        <a:lstStyle/>
        <a:p>
          <a:endParaRPr lang="en-US"/>
        </a:p>
      </dgm:t>
    </dgm:pt>
    <dgm:pt modelId="{D563B8BA-2F49-4B01-9D41-9DB5ADD383C9}" type="pres">
      <dgm:prSet presAssocID="{04466F05-3B60-4538-8060-C4D5BE69E3E3}" presName="Name9" presStyleLbl="parChTrans1D2" presStyleIdx="0" presStyleCnt="2"/>
      <dgm:spPr/>
      <dgm:t>
        <a:bodyPr/>
        <a:lstStyle/>
        <a:p>
          <a:endParaRPr lang="en-US"/>
        </a:p>
      </dgm:t>
    </dgm:pt>
    <dgm:pt modelId="{6A72A48F-37E0-4E08-8F9F-EC63F0DF2052}" type="pres">
      <dgm:prSet presAssocID="{04466F05-3B60-4538-8060-C4D5BE69E3E3}" presName="connTx" presStyleLbl="parChTrans1D2" presStyleIdx="0" presStyleCnt="2"/>
      <dgm:spPr/>
      <dgm:t>
        <a:bodyPr/>
        <a:lstStyle/>
        <a:p>
          <a:endParaRPr lang="en-US"/>
        </a:p>
      </dgm:t>
    </dgm:pt>
    <dgm:pt modelId="{98AA5448-B11E-4E56-890B-A3AA2DB87CDC}" type="pres">
      <dgm:prSet presAssocID="{C6F94202-3601-4324-8C6C-0DC990932E6B}" presName="node" presStyleLbl="node1" presStyleIdx="0" presStyleCnt="2">
        <dgm:presLayoutVars>
          <dgm:bulletEnabled val="1"/>
        </dgm:presLayoutVars>
      </dgm:prSet>
      <dgm:spPr/>
      <dgm:t>
        <a:bodyPr/>
        <a:lstStyle/>
        <a:p>
          <a:endParaRPr lang="en-US"/>
        </a:p>
      </dgm:t>
    </dgm:pt>
    <dgm:pt modelId="{EDB223FB-166A-4C46-BACD-F941CFD04CD6}" type="pres">
      <dgm:prSet presAssocID="{B1E7E09C-0EBA-4393-913B-9F7569AF0A15}" presName="Name9" presStyleLbl="parChTrans1D2" presStyleIdx="1" presStyleCnt="2"/>
      <dgm:spPr/>
      <dgm:t>
        <a:bodyPr/>
        <a:lstStyle/>
        <a:p>
          <a:endParaRPr lang="en-US"/>
        </a:p>
      </dgm:t>
    </dgm:pt>
    <dgm:pt modelId="{3F23925A-9D54-49AD-9606-1D78E4D93719}" type="pres">
      <dgm:prSet presAssocID="{B1E7E09C-0EBA-4393-913B-9F7569AF0A15}" presName="connTx" presStyleLbl="parChTrans1D2" presStyleIdx="1" presStyleCnt="2"/>
      <dgm:spPr/>
      <dgm:t>
        <a:bodyPr/>
        <a:lstStyle/>
        <a:p>
          <a:endParaRPr lang="en-US"/>
        </a:p>
      </dgm:t>
    </dgm:pt>
    <dgm:pt modelId="{8DCF2753-B4C7-48E9-9390-CDBDECCBBC1D}" type="pres">
      <dgm:prSet presAssocID="{528DD900-6710-4271-9D7A-EB8A85D1C18C}" presName="node" presStyleLbl="node1" presStyleIdx="1" presStyleCnt="2">
        <dgm:presLayoutVars>
          <dgm:bulletEnabled val="1"/>
        </dgm:presLayoutVars>
      </dgm:prSet>
      <dgm:spPr/>
      <dgm:t>
        <a:bodyPr/>
        <a:lstStyle/>
        <a:p>
          <a:endParaRPr lang="en-US"/>
        </a:p>
      </dgm:t>
    </dgm:pt>
  </dgm:ptLst>
  <dgm:cxnLst>
    <dgm:cxn modelId="{CFC46D13-CFF5-4CB8-9531-9D10801F376B}" type="presOf" srcId="{B1E7E09C-0EBA-4393-913B-9F7569AF0A15}" destId="{EDB223FB-166A-4C46-BACD-F941CFD04CD6}" srcOrd="0" destOrd="0" presId="urn:microsoft.com/office/officeart/2005/8/layout/radial1"/>
    <dgm:cxn modelId="{A6035F06-2E53-4965-AFDC-EEE82D9EE361}" type="presOf" srcId="{04466F05-3B60-4538-8060-C4D5BE69E3E3}" destId="{D563B8BA-2F49-4B01-9D41-9DB5ADD383C9}" srcOrd="0" destOrd="0" presId="urn:microsoft.com/office/officeart/2005/8/layout/radial1"/>
    <dgm:cxn modelId="{DFB193D7-46E3-41E6-9B81-667EE5AE43C4}" type="presOf" srcId="{528DD900-6710-4271-9D7A-EB8A85D1C18C}" destId="{8DCF2753-B4C7-48E9-9390-CDBDECCBBC1D}" srcOrd="0" destOrd="0" presId="urn:microsoft.com/office/officeart/2005/8/layout/radial1"/>
    <dgm:cxn modelId="{31F13C4F-9FF8-4C5B-B819-C52930F56A41}" type="presOf" srcId="{B1E7E09C-0EBA-4393-913B-9F7569AF0A15}" destId="{3F23925A-9D54-49AD-9606-1D78E4D93719}" srcOrd="1" destOrd="0" presId="urn:microsoft.com/office/officeart/2005/8/layout/radial1"/>
    <dgm:cxn modelId="{53E19B2F-B0C3-4E67-82BC-17F581D96552}" srcId="{9346B989-94D1-45E3-B1AF-0783F5525B2A}" destId="{528DD900-6710-4271-9D7A-EB8A85D1C18C}" srcOrd="1" destOrd="0" parTransId="{B1E7E09C-0EBA-4393-913B-9F7569AF0A15}" sibTransId="{FB353260-F96B-42D4-A9AE-A3841C914A69}"/>
    <dgm:cxn modelId="{C7659A37-17ED-4313-A6EF-E3A03A8C7472}" srcId="{9346B989-94D1-45E3-B1AF-0783F5525B2A}" destId="{C6F94202-3601-4324-8C6C-0DC990932E6B}" srcOrd="0" destOrd="0" parTransId="{04466F05-3B60-4538-8060-C4D5BE69E3E3}" sibTransId="{3DE0383E-5197-45B9-B45A-710D4132DD95}"/>
    <dgm:cxn modelId="{F3D84C5F-36C8-4AF0-A13B-517820DD92E0}" srcId="{BDD4F60E-452B-47B5-9E22-5D3F0974CD1C}" destId="{9346B989-94D1-45E3-B1AF-0783F5525B2A}" srcOrd="0" destOrd="0" parTransId="{ED5D8599-8DDA-4F21-A742-8A624D3F459A}" sibTransId="{7014D746-9D82-47FA-ACFE-AB1C22BB8052}"/>
    <dgm:cxn modelId="{48531537-B6F7-4C0B-B5F6-44869130DAEB}" type="presOf" srcId="{BDD4F60E-452B-47B5-9E22-5D3F0974CD1C}" destId="{9822C537-C6C1-471E-95F7-E22782048696}" srcOrd="0" destOrd="0" presId="urn:microsoft.com/office/officeart/2005/8/layout/radial1"/>
    <dgm:cxn modelId="{940828BC-E6C6-40F0-AE57-B3E14EAE6F8D}" type="presOf" srcId="{C6F94202-3601-4324-8C6C-0DC990932E6B}" destId="{98AA5448-B11E-4E56-890B-A3AA2DB87CDC}" srcOrd="0" destOrd="0" presId="urn:microsoft.com/office/officeart/2005/8/layout/radial1"/>
    <dgm:cxn modelId="{DFA2EE09-2D73-405A-BC81-0F5D5274F7DC}" type="presOf" srcId="{04466F05-3B60-4538-8060-C4D5BE69E3E3}" destId="{6A72A48F-37E0-4E08-8F9F-EC63F0DF2052}" srcOrd="1" destOrd="0" presId="urn:microsoft.com/office/officeart/2005/8/layout/radial1"/>
    <dgm:cxn modelId="{443F4D8F-152A-4BC4-980C-5DD4E849B569}" type="presOf" srcId="{9346B989-94D1-45E3-B1AF-0783F5525B2A}" destId="{8F9C8759-DAB7-4937-8CA0-85829A1EAB89}" srcOrd="0" destOrd="0" presId="urn:microsoft.com/office/officeart/2005/8/layout/radial1"/>
    <dgm:cxn modelId="{85C918BF-C6E5-49A0-B059-796AFDD8474A}" type="presParOf" srcId="{9822C537-C6C1-471E-95F7-E22782048696}" destId="{8F9C8759-DAB7-4937-8CA0-85829A1EAB89}" srcOrd="0" destOrd="0" presId="urn:microsoft.com/office/officeart/2005/8/layout/radial1"/>
    <dgm:cxn modelId="{C90DACC8-0EBA-4D0B-A2F2-688D0225B733}" type="presParOf" srcId="{9822C537-C6C1-471E-95F7-E22782048696}" destId="{D563B8BA-2F49-4B01-9D41-9DB5ADD383C9}" srcOrd="1" destOrd="0" presId="urn:microsoft.com/office/officeart/2005/8/layout/radial1"/>
    <dgm:cxn modelId="{6C10A6CD-198A-494D-BAF9-9E2653B25F1A}" type="presParOf" srcId="{D563B8BA-2F49-4B01-9D41-9DB5ADD383C9}" destId="{6A72A48F-37E0-4E08-8F9F-EC63F0DF2052}" srcOrd="0" destOrd="0" presId="urn:microsoft.com/office/officeart/2005/8/layout/radial1"/>
    <dgm:cxn modelId="{C9A40651-7573-46E5-9236-4A827F15C737}" type="presParOf" srcId="{9822C537-C6C1-471E-95F7-E22782048696}" destId="{98AA5448-B11E-4E56-890B-A3AA2DB87CDC}" srcOrd="2" destOrd="0" presId="urn:microsoft.com/office/officeart/2005/8/layout/radial1"/>
    <dgm:cxn modelId="{B2FA4A9B-6612-4791-9EA4-AB5347D274E0}" type="presParOf" srcId="{9822C537-C6C1-471E-95F7-E22782048696}" destId="{EDB223FB-166A-4C46-BACD-F941CFD04CD6}" srcOrd="3" destOrd="0" presId="urn:microsoft.com/office/officeart/2005/8/layout/radial1"/>
    <dgm:cxn modelId="{ACDC8C43-C154-4CBD-B00A-D5D7A03BD29E}" type="presParOf" srcId="{EDB223FB-166A-4C46-BACD-F941CFD04CD6}" destId="{3F23925A-9D54-49AD-9606-1D78E4D93719}" srcOrd="0" destOrd="0" presId="urn:microsoft.com/office/officeart/2005/8/layout/radial1"/>
    <dgm:cxn modelId="{B9218C35-7079-4D03-A542-8EF5B7F0704B}" type="presParOf" srcId="{9822C537-C6C1-471E-95F7-E22782048696}" destId="{8DCF2753-B4C7-48E9-9390-CDBDECCBBC1D}" srcOrd="4"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9C8759-DAB7-4937-8CA0-85829A1EAB89}">
      <dsp:nvSpPr>
        <dsp:cNvPr id="0" name=""/>
        <dsp:cNvSpPr/>
      </dsp:nvSpPr>
      <dsp:spPr>
        <a:xfrm>
          <a:off x="947961" y="1570963"/>
          <a:ext cx="1194940" cy="119494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a:t>dataset </a:t>
          </a:r>
        </a:p>
      </dsp:txBody>
      <dsp:txXfrm>
        <a:off x="1122956" y="1745958"/>
        <a:ext cx="844950" cy="844950"/>
      </dsp:txXfrm>
    </dsp:sp>
    <dsp:sp modelId="{D563B8BA-2F49-4B01-9D41-9DB5ADD383C9}">
      <dsp:nvSpPr>
        <dsp:cNvPr id="0" name=""/>
        <dsp:cNvSpPr/>
      </dsp:nvSpPr>
      <dsp:spPr>
        <a:xfrm rot="16200000">
          <a:off x="1365180" y="1355917"/>
          <a:ext cx="360502" cy="69588"/>
        </a:xfrm>
        <a:custGeom>
          <a:avLst/>
          <a:gdLst/>
          <a:ahLst/>
          <a:cxnLst/>
          <a:rect l="0" t="0" r="0" b="0"/>
          <a:pathLst>
            <a:path>
              <a:moveTo>
                <a:pt x="0" y="34794"/>
              </a:moveTo>
              <a:lnTo>
                <a:pt x="360502" y="3479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536418" y="1381698"/>
        <a:ext cx="18025" cy="18025"/>
      </dsp:txXfrm>
    </dsp:sp>
    <dsp:sp modelId="{98AA5448-B11E-4E56-890B-A3AA2DB87CDC}">
      <dsp:nvSpPr>
        <dsp:cNvPr id="0" name=""/>
        <dsp:cNvSpPr/>
      </dsp:nvSpPr>
      <dsp:spPr>
        <a:xfrm>
          <a:off x="947961" y="15519"/>
          <a:ext cx="1194940" cy="119494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2100" kern="1200"/>
            <a:t>system</a:t>
          </a:r>
        </a:p>
      </dsp:txBody>
      <dsp:txXfrm>
        <a:off x="1122956" y="190514"/>
        <a:ext cx="844950" cy="844950"/>
      </dsp:txXfrm>
    </dsp:sp>
    <dsp:sp modelId="{EDB223FB-166A-4C46-BACD-F941CFD04CD6}">
      <dsp:nvSpPr>
        <dsp:cNvPr id="0" name=""/>
        <dsp:cNvSpPr/>
      </dsp:nvSpPr>
      <dsp:spPr>
        <a:xfrm rot="5400000">
          <a:off x="1365180" y="2911361"/>
          <a:ext cx="360502" cy="69588"/>
        </a:xfrm>
        <a:custGeom>
          <a:avLst/>
          <a:gdLst/>
          <a:ahLst/>
          <a:cxnLst/>
          <a:rect l="0" t="0" r="0" b="0"/>
          <a:pathLst>
            <a:path>
              <a:moveTo>
                <a:pt x="0" y="34794"/>
              </a:moveTo>
              <a:lnTo>
                <a:pt x="360502" y="3479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536418" y="2937142"/>
        <a:ext cx="18025" cy="18025"/>
      </dsp:txXfrm>
    </dsp:sp>
    <dsp:sp modelId="{8DCF2753-B4C7-48E9-9390-CDBDECCBBC1D}">
      <dsp:nvSpPr>
        <dsp:cNvPr id="0" name=""/>
        <dsp:cNvSpPr/>
      </dsp:nvSpPr>
      <dsp:spPr>
        <a:xfrm>
          <a:off x="947961" y="3126406"/>
          <a:ext cx="1194940" cy="1194940"/>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sz="2100" kern="1200"/>
            <a:t>user</a:t>
          </a:r>
        </a:p>
      </dsp:txBody>
      <dsp:txXfrm>
        <a:off x="1122956" y="3301401"/>
        <a:ext cx="844950" cy="844950"/>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030384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831327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62785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953684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10/14/2024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362654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10/14/2024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954271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10/14/2024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67197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259934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041343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10/14/2024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561533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904768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606013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958652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724308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3055397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2248311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10/14/2024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extLst>
      <p:ext uri="{BB962C8B-B14F-4D97-AF65-F5344CB8AC3E}">
        <p14:creationId xmlns:p14="http://schemas.microsoft.com/office/powerpoint/2010/main" val="1724002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10/14/2024</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extLst>
      <p:ext uri="{BB962C8B-B14F-4D97-AF65-F5344CB8AC3E}">
        <p14:creationId xmlns:p14="http://schemas.microsoft.com/office/powerpoint/2010/main" val="373100021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1116804" y="2597872"/>
            <a:ext cx="9888626" cy="1654748"/>
          </a:xfrm>
          <a:prstGeom prst="rect">
            <a:avLst/>
          </a:prstGeom>
          <a:noFill/>
        </p:spPr>
        <p:txBody>
          <a:bodyPr wrap="square">
            <a:spAutoFit/>
          </a:bodyPr>
          <a:lstStyle/>
          <a:p>
            <a:pPr algn="ctr">
              <a:lnSpc>
                <a:spcPct val="150000"/>
              </a:lnSpc>
            </a:pPr>
            <a:r>
              <a:rPr lang="en-US" sz="3600" b="1" dirty="0">
                <a:latin typeface="Times New Roman" panose="02020603050405020304" pitchFamily="18" charset="0"/>
                <a:cs typeface="Times New Roman" panose="02020603050405020304" pitchFamily="18" charset="0"/>
              </a:rPr>
              <a:t>UPI FRAUD DETECTION USING MACHINE LEARNING</a:t>
            </a: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pic>
        <p:nvPicPr>
          <p:cNvPr id="5" name="Picture 4" descr="Z:\TAKEOFF LOGO.png"/>
          <p:cNvPicPr/>
          <p:nvPr/>
        </p:nvPicPr>
        <p:blipFill>
          <a:blip r:embed="rId2" cstate="print">
            <a:extLst>
              <a:ext uri="{28A0092B-C50C-407E-A947-70E740481C1C}">
                <a14:useLocalDpi xmlns:a14="http://schemas.microsoft.com/office/drawing/2010/main" val="0"/>
              </a:ext>
            </a:extLst>
          </a:blip>
          <a:srcRect/>
          <a:stretch>
            <a:fillRect/>
          </a:stretch>
        </p:blipFill>
        <p:spPr>
          <a:xfrm>
            <a:off x="9158749" y="396514"/>
            <a:ext cx="2490553" cy="1519097"/>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1797666" y="63098"/>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bg1"/>
                </a:solidFill>
              </a:rPr>
              <a:t>                            </a:t>
            </a:r>
            <a:r>
              <a:rPr lang="en-US" b="1" dirty="0">
                <a:solidFill>
                  <a:schemeClr val="tx1"/>
                </a:solidFill>
              </a:rPr>
              <a:t>INDEX</a:t>
            </a:r>
          </a:p>
        </p:txBody>
      </p:sp>
      <p:sp>
        <p:nvSpPr>
          <p:cNvPr id="3" name="Content Placeholder 2"/>
          <p:cNvSpPr txBox="1"/>
          <p:nvPr/>
        </p:nvSpPr>
        <p:spPr>
          <a:xfrm>
            <a:off x="1584437" y="922658"/>
            <a:ext cx="3957667" cy="536607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Project Description</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Objective</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Scope</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Proposed </a:t>
            </a:r>
            <a:r>
              <a:rPr lang="en-US" b="1" dirty="0" smtClean="0">
                <a:solidFill>
                  <a:schemeClr val="tx1"/>
                </a:solidFill>
                <a:latin typeface="Times New Roman" panose="02020603050405020304" pitchFamily="18" charset="0"/>
                <a:cs typeface="Times New Roman" panose="02020603050405020304" pitchFamily="18" charset="0"/>
              </a:rPr>
              <a:t>System</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Literature </a:t>
            </a:r>
            <a:r>
              <a:rPr lang="en-US" b="1" dirty="0" smtClean="0">
                <a:solidFill>
                  <a:schemeClr val="tx1"/>
                </a:solidFill>
                <a:latin typeface="Times New Roman" panose="02020603050405020304" pitchFamily="18" charset="0"/>
                <a:cs typeface="Times New Roman" panose="02020603050405020304" pitchFamily="18" charset="0"/>
              </a:rPr>
              <a:t>Survey</a:t>
            </a:r>
          </a:p>
          <a:p>
            <a:pPr lvl="2">
              <a:lnSpc>
                <a:spcPct val="170000"/>
              </a:lnSpc>
              <a:buFont typeface="Wingdings" panose="05000000000000000000" pitchFamily="2" charset="2"/>
              <a:buChar char="Ø"/>
            </a:pPr>
            <a:r>
              <a:rPr lang="en-US" b="1" dirty="0" smtClean="0">
                <a:solidFill>
                  <a:schemeClr val="tx1"/>
                </a:solidFill>
                <a:latin typeface="Times New Roman" panose="02020603050405020304" pitchFamily="18" charset="0"/>
                <a:cs typeface="Times New Roman" panose="02020603050405020304" pitchFamily="18" charset="0"/>
              </a:rPr>
              <a:t>Architecture</a:t>
            </a:r>
            <a:endParaRPr lang="en-US" b="1" dirty="0">
              <a:solidFill>
                <a:schemeClr val="tx1"/>
              </a:solidFill>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UML Diagrams</a:t>
            </a:r>
          </a:p>
          <a:p>
            <a:pPr lvl="2">
              <a:lnSpc>
                <a:spcPct val="17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Resource </a:t>
            </a:r>
            <a:r>
              <a:rPr lang="en-US" b="1" dirty="0" smtClean="0">
                <a:solidFill>
                  <a:schemeClr val="tx1"/>
                </a:solidFill>
                <a:latin typeface="Times New Roman" panose="02020603050405020304" pitchFamily="18" charset="0"/>
                <a:cs typeface="Times New Roman" panose="02020603050405020304" pitchFamily="18" charset="0"/>
              </a:rPr>
              <a:t>Requirements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755333" y="745678"/>
            <a:ext cx="5561701" cy="649578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50000"/>
              </a:lnSpc>
              <a:buFont typeface="Wingdings" panose="05000000000000000000" pitchFamily="2" charset="2"/>
              <a:buChar char="Ø"/>
            </a:pPr>
            <a:r>
              <a:rPr lang="en-US" sz="1800" b="1" dirty="0" smtClean="0">
                <a:solidFill>
                  <a:schemeClr val="tx1"/>
                </a:solidFill>
                <a:latin typeface="Times New Roman" panose="02020603050405020304" pitchFamily="18" charset="0"/>
                <a:cs typeface="Times New Roman" panose="02020603050405020304" pitchFamily="18" charset="0"/>
              </a:rPr>
              <a:t>Implementation</a:t>
            </a:r>
          </a:p>
          <a:p>
            <a:pPr lvl="2">
              <a:lnSpc>
                <a:spcPct val="150000"/>
              </a:lnSpc>
              <a:buFont typeface="Wingdings" panose="05000000000000000000" pitchFamily="2" charset="2"/>
              <a:buChar char="Ø"/>
            </a:pPr>
            <a:r>
              <a:rPr lang="en-US" sz="1800" b="1" dirty="0" smtClean="0">
                <a:solidFill>
                  <a:schemeClr val="tx1"/>
                </a:solidFill>
                <a:latin typeface="Times New Roman" panose="02020603050405020304" pitchFamily="18" charset="0"/>
                <a:cs typeface="Times New Roman" panose="02020603050405020304" pitchFamily="18" charset="0"/>
              </a:rPr>
              <a:t>Model </a:t>
            </a:r>
            <a:r>
              <a:rPr lang="en-US" sz="1800" b="1" dirty="0">
                <a:solidFill>
                  <a:schemeClr val="tx1"/>
                </a:solidFill>
                <a:latin typeface="Times New Roman" panose="02020603050405020304" pitchFamily="18" charset="0"/>
                <a:cs typeface="Times New Roman" panose="02020603050405020304" pitchFamily="18" charset="0"/>
              </a:rPr>
              <a:t>Implementation</a:t>
            </a:r>
          </a:p>
          <a:p>
            <a:pPr lvl="3">
              <a:lnSpc>
                <a:spcPct val="150000"/>
              </a:lnSpc>
              <a:buFont typeface="Wingdings" panose="05000000000000000000" pitchFamily="2" charset="2"/>
              <a:buChar char="ü"/>
            </a:pPr>
            <a:r>
              <a:rPr lang="en-US" sz="1600" b="1" dirty="0">
                <a:solidFill>
                  <a:schemeClr val="tx1"/>
                </a:solidFill>
                <a:latin typeface="Times New Roman" panose="02020603050405020304" pitchFamily="18" charset="0"/>
                <a:cs typeface="Times New Roman" panose="02020603050405020304" pitchFamily="18" charset="0"/>
              </a:rPr>
              <a:t>	</a:t>
            </a:r>
            <a:r>
              <a:rPr lang="en-US" sz="1600" b="1" dirty="0" smtClean="0">
                <a:solidFill>
                  <a:schemeClr val="tx1"/>
                </a:solidFill>
                <a:latin typeface="Times New Roman" panose="02020603050405020304" pitchFamily="18" charset="0"/>
                <a:cs typeface="Times New Roman" panose="02020603050405020304" pitchFamily="18" charset="0"/>
              </a:rPr>
              <a:t>Algorithm </a:t>
            </a:r>
            <a:r>
              <a:rPr lang="en-US" sz="1600" b="1" dirty="0" smtClean="0">
                <a:solidFill>
                  <a:schemeClr val="tx1"/>
                </a:solidFill>
                <a:latin typeface="Times New Roman" panose="02020603050405020304" pitchFamily="18" charset="0"/>
                <a:cs typeface="Times New Roman" panose="02020603050405020304" pitchFamily="18" charset="0"/>
              </a:rPr>
              <a:t>Definition</a:t>
            </a:r>
            <a:endParaRPr lang="en-US" sz="16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1455581" y="0"/>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ABSTRACT</a:t>
            </a:r>
          </a:p>
        </p:txBody>
      </p:sp>
      <p:sp>
        <p:nvSpPr>
          <p:cNvPr id="3" name="Rectangle 2"/>
          <p:cNvSpPr/>
          <p:nvPr/>
        </p:nvSpPr>
        <p:spPr>
          <a:xfrm>
            <a:off x="450108" y="1137661"/>
            <a:ext cx="10886767" cy="5115311"/>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With the rapid adoption of Unified Payments Interface (UPI) for digital transactions, the risk of fraudulent activities has also increased significantly. To address this challenge, we propose a novel approach to detect UPI fraud by analyzing transaction details such as the bank book name, transaction ID, and transaction amount. Our method employs three machine learning algorithms: Random Forest, K-Nearest Neighbors (KNN), and Decision </a:t>
            </a:r>
            <a:r>
              <a:rPr lang="en-US" sz="2000" dirty="0" err="1">
                <a:latin typeface="Times New Roman" panose="02020603050405020304" pitchFamily="18" charset="0"/>
                <a:cs typeface="Times New Roman" panose="02020603050405020304" pitchFamily="18" charset="0"/>
              </a:rPr>
              <a:t>Tree.The</a:t>
            </a:r>
            <a:r>
              <a:rPr lang="en-US" sz="2000" dirty="0">
                <a:latin typeface="Times New Roman" panose="02020603050405020304" pitchFamily="18" charset="0"/>
                <a:cs typeface="Times New Roman" panose="02020603050405020304" pitchFamily="18" charset="0"/>
              </a:rPr>
              <a:t> Random Forest classifier is known for its accuracy and resilience against overfitting, making it a robust choice for this application. It processes the provided transaction details to classify the transaction outcome as either "Transaction Failed: Incorrect Details Entered" or "Transaction Successful: Details Verified and </a:t>
            </a:r>
            <a:r>
              <a:rPr lang="en-US" sz="2000" dirty="0" err="1">
                <a:latin typeface="Times New Roman" panose="02020603050405020304" pitchFamily="18" charset="0"/>
                <a:cs typeface="Times New Roman" panose="02020603050405020304" pitchFamily="18" charset="0"/>
              </a:rPr>
              <a:t>Processed."In</a:t>
            </a:r>
            <a:r>
              <a:rPr lang="en-US" sz="2000" dirty="0">
                <a:latin typeface="Times New Roman" panose="02020603050405020304" pitchFamily="18" charset="0"/>
                <a:cs typeface="Times New Roman" panose="02020603050405020304" pitchFamily="18" charset="0"/>
              </a:rPr>
              <a:t> addition to Random Forest, the KNN algorithm provides a straightforward approach to classification based on the similarity of transaction details with previously labeled data. The Decision Tree algorithm, with its intuitive structure, offers clear decision-making pathways, enhancing interpretability</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1429456" y="914400"/>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ABSTRACT</a:t>
            </a:r>
          </a:p>
        </p:txBody>
      </p:sp>
      <p:sp>
        <p:nvSpPr>
          <p:cNvPr id="3" name="Rectangle 2"/>
          <p:cNvSpPr/>
          <p:nvPr/>
        </p:nvSpPr>
        <p:spPr>
          <a:xfrm>
            <a:off x="528485" y="1639949"/>
            <a:ext cx="10886767" cy="3268652"/>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multi-algorithm approach not only helps in preventing fraudulent transactions but also ensures that legitimate transactions are processed smoothly. The proposed model aims to enhance the security of UPI transactions, providing users with an additional layer of protection against unauthorized activities. Initial evaluations suggest that these algorithms effectively distinguish between genuine and fraudulent transactions, demonstrating their potential for integration into real-world financial systems.</a:t>
            </a:r>
          </a:p>
          <a:p>
            <a:pPr algn="just">
              <a:lnSpc>
                <a:spcPct val="150000"/>
              </a:lnSpc>
            </a:pPr>
            <a:r>
              <a:rPr lang="en-US" sz="2000" b="1" dirty="0">
                <a:latin typeface="Times New Roman" panose="02020603050405020304" pitchFamily="18" charset="0"/>
                <a:cs typeface="Times New Roman" panose="02020603050405020304" pitchFamily="18" charset="0"/>
              </a:rPr>
              <a:t>Keywords: </a:t>
            </a:r>
            <a:r>
              <a:rPr lang="en-US" sz="2000" dirty="0">
                <a:latin typeface="Times New Roman" panose="02020603050405020304" pitchFamily="18" charset="0"/>
                <a:cs typeface="Times New Roman" panose="02020603050405020304" pitchFamily="18" charset="0"/>
              </a:rPr>
              <a:t>UPI Digital Payments, Random Forest Algorithm, K-Nearest Neighbors, Decision Tree, Machine Learning</a:t>
            </a:r>
          </a:p>
        </p:txBody>
      </p:sp>
    </p:spTree>
    <p:extLst>
      <p:ext uri="{BB962C8B-B14F-4D97-AF65-F5344CB8AC3E}">
        <p14:creationId xmlns:p14="http://schemas.microsoft.com/office/powerpoint/2010/main" val="38020212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p:cNvSpPr txBox="1"/>
          <p:nvPr/>
        </p:nvSpPr>
        <p:spPr>
          <a:xfrm>
            <a:off x="1282238" y="31102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OBJECTIVE OF PROJECT</a:t>
            </a:r>
          </a:p>
        </p:txBody>
      </p:sp>
      <p:sp>
        <p:nvSpPr>
          <p:cNvPr id="2" name="Rectangle 1"/>
          <p:cNvSpPr>
            <a:spLocks noChangeArrowheads="1"/>
          </p:cNvSpPr>
          <p:nvPr/>
        </p:nvSpPr>
        <p:spPr bwMode="auto">
          <a:xfrm>
            <a:off x="161365" y="1294929"/>
            <a:ext cx="11059629"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Development of Fraud Detection System</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project focuses on creating a robust fraud detection system specifically for Unified Payments Interface (UPI) transactions, analyzing critical details like bank book name, transaction ID, and transaction amount.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Machine Learning Algorithms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We aim to implement a framework using machine learning algorithms, including Random Forest, K-Nearest Neighbors (KNN), and Decision Tree, to effectively classify transactions as either fraudulent or successful.</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Accuracy and Minimized False Positives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goal is to enhance the accuracy of fraud detection while minimizing false positives, ensuring that legitimate transactions are not incorrectly flagged.</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Integration into Financial Systems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Ultimately, the proposed model will be integrated into real-world financial systems, providing users with increased protection against unauthorized transactions and fostering confidence in digital payment processes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p:cNvSpPr txBox="1"/>
          <p:nvPr/>
        </p:nvSpPr>
        <p:spPr>
          <a:xfrm>
            <a:off x="1128447" y="10408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383458" y="1034961"/>
            <a:ext cx="11440684" cy="5632311"/>
          </a:xfrm>
          <a:prstGeom prst="rect">
            <a:avLst/>
          </a:prstGeom>
          <a:noFill/>
        </p:spPr>
        <p:txBody>
          <a:bodyPr wrap="square" rtlCol="0">
            <a:spAutoFit/>
          </a:bodyPr>
          <a:lstStyle/>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With the rapid adoption of the Unified Payments Interface (UPI) for digital transactions, the increasing incidence of fraudulent activities poses a significant challenge to financial security. The complexity of transaction details, such as bank book names, transaction IDs, and amounts, creates opportunities for unauthorized transactions. To mitigate this risk, we propose a novel approach for detecting UPI fraud by leveraging machine learning techniques. Our system employs a combination of Random Forest, K-Nearest Neighbors (KNN), and Decision Tree classifiers to analyze transaction data. These algorithms are known for their effectiveness in classification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tasks. </a:t>
            </a:r>
            <a:r>
              <a:rPr lang="en-US" sz="2400" dirty="0">
                <a:latin typeface="Times New Roman" panose="02020603050405020304" pitchFamily="18" charset="0"/>
                <a:ea typeface="Calibri" panose="020F0502020204030204" pitchFamily="34" charset="0"/>
                <a:cs typeface="Times New Roman" panose="02020603050405020304" pitchFamily="18" charset="0"/>
              </a:rPr>
              <a:t>enabling the system to accurately identify whether a transaction is "Transaction Failed: Incorrect Details Entered" or "Transaction Successful: Details Verified and Processed</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30590" y="1236778"/>
            <a:ext cx="11020635" cy="5478423"/>
          </a:xfrm>
          <a:prstGeom prst="rect">
            <a:avLst/>
          </a:prstGeom>
        </p:spPr>
        <p:txBody>
          <a:bodyPr wrap="square">
            <a:spAutoFit/>
          </a:bodyPr>
          <a:lstStyle/>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Project Motivation: </a:t>
            </a:r>
            <a:r>
              <a:rPr lang="en-US" sz="2000" dirty="0">
                <a:latin typeface="Times New Roman" panose="02020603050405020304" pitchFamily="18" charset="0"/>
                <a:ea typeface="Calibri" panose="020F0502020204030204" pitchFamily="34" charset="0"/>
                <a:cs typeface="Times New Roman" panose="02020603050405020304" pitchFamily="18" charset="0"/>
              </a:rPr>
              <a:t>The increasing convenience of Unified Payments Interface (UPI) has led to a surge in fraudulent activities, prompting the need for an effective fraud detection system to protect users and financial institutions</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Machine </a:t>
            </a:r>
            <a:r>
              <a:rPr lang="en-US" sz="2000" b="1" dirty="0">
                <a:latin typeface="Times New Roman" panose="02020603050405020304" pitchFamily="18" charset="0"/>
                <a:ea typeface="Calibri" panose="020F0502020204030204" pitchFamily="34" charset="0"/>
                <a:cs typeface="Times New Roman" panose="02020603050405020304" pitchFamily="18" charset="0"/>
              </a:rPr>
              <a:t>Learning </a:t>
            </a: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Algorithms: </a:t>
            </a:r>
            <a:r>
              <a:rPr lang="en-US" sz="2000" dirty="0">
                <a:latin typeface="Times New Roman" panose="02020603050405020304" pitchFamily="18" charset="0"/>
                <a:ea typeface="Calibri" panose="020F0502020204030204" pitchFamily="34" charset="0"/>
                <a:cs typeface="Times New Roman" panose="02020603050405020304" pitchFamily="18" charset="0"/>
              </a:rPr>
              <a:t>The project utilizes Random Forest, K-Nearest Neighbors (KNN), and Decision Tree algorithms to analyze transaction details like bank book name, transaction ID, and amount</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Algorithm Benefits: </a:t>
            </a:r>
            <a:r>
              <a:rPr lang="en-US" sz="2000" dirty="0">
                <a:latin typeface="Times New Roman" panose="02020603050405020304" pitchFamily="18" charset="0"/>
                <a:ea typeface="Calibri" panose="020F0502020204030204" pitchFamily="34" charset="0"/>
                <a:cs typeface="Times New Roman" panose="02020603050405020304" pitchFamily="18" charset="0"/>
              </a:rPr>
              <a:t>Random Forest enhances accuracy by mitigating overfitting, KNN provides straightforward classification through similarity, and Decision Trees facilitate clear decision-making</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Project Goal: </a:t>
            </a:r>
            <a:r>
              <a:rPr lang="en-US" sz="2000" dirty="0">
                <a:latin typeface="Times New Roman" panose="02020603050405020304" pitchFamily="18" charset="0"/>
                <a:ea typeface="Calibri" panose="020F0502020204030204" pitchFamily="34" charset="0"/>
                <a:cs typeface="Times New Roman" panose="02020603050405020304" pitchFamily="18" charset="0"/>
              </a:rPr>
              <a:t>This multi-algorithm approach aims to secure UPI transactions, fostering user trust in digital payment systems.</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338513" y="1536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MOTIVATION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573824" y="1039932"/>
            <a:ext cx="11254383" cy="5432256"/>
          </a:xfrm>
          <a:prstGeom prst="rect">
            <a:avLst/>
          </a:prstGeom>
          <a:noFill/>
        </p:spPr>
        <p:txBody>
          <a:bodyPr wrap="square">
            <a:spAutoFit/>
          </a:bodyPr>
          <a:lstStyle/>
          <a:p>
            <a:pPr marL="457200" indent="-457200" algn="just">
              <a:lnSpc>
                <a:spcPct val="150000"/>
              </a:lnSpc>
              <a:spcBef>
                <a:spcPts val="1200"/>
              </a:spcBef>
              <a:spcAft>
                <a:spcPts val="800"/>
              </a:spcAft>
              <a:buFont typeface="Wingdings" panose="05000000000000000000" pitchFamily="2" charset="2"/>
              <a:buChar char="Ø"/>
            </a:pP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Objective: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Develop a robust system for detecting fraud in Unified Payments Interface (UPI) transactions by analyzing transaction details like bank book name, transaction ID, and amount</a:t>
            </a: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Algorithms: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Implement and evaluate three machine learning algorithms: Random Forest, K-Nearest Neighbors (KNN), and Decision Tree for classifying transactions</a:t>
            </a: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C</a:t>
            </a: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lassification Outcomes: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Classify transactions as either "Transaction Failed: Incorrect Details Entered" or "Transaction Successful: Details Verified and Processed</a:t>
            </a:r>
            <a:r>
              <a:rPr lang="en-US" sz="2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spcBef>
                <a:spcPts val="1200"/>
              </a:spcBef>
              <a:spcAft>
                <a:spcPts val="800"/>
              </a:spcAft>
              <a:buFont typeface="Wingdings" panose="05000000000000000000" pitchFamily="2" charset="2"/>
              <a:buChar char="Ø"/>
            </a:pPr>
            <a:r>
              <a:rPr lang="en-US" sz="2200" b="1" dirty="0" smtClean="0">
                <a:latin typeface="Times New Roman" panose="02020603050405020304" pitchFamily="18" charset="0"/>
                <a:ea typeface="Times New Roman" panose="02020603050405020304" pitchFamily="18" charset="0"/>
                <a:cs typeface="Times New Roman" panose="02020603050405020304" pitchFamily="18" charset="0"/>
              </a:rPr>
              <a:t>Impact: </a:t>
            </a:r>
            <a:r>
              <a:rPr lang="en-US" sz="2200" dirty="0">
                <a:latin typeface="Times New Roman" panose="02020603050405020304" pitchFamily="18" charset="0"/>
                <a:ea typeface="Times New Roman" panose="02020603050405020304" pitchFamily="18" charset="0"/>
                <a:cs typeface="Times New Roman" panose="02020603050405020304" pitchFamily="18" charset="0"/>
              </a:rPr>
              <a:t>Enhance UPI transaction security, increase user trust, and identify the most effective classifier for integration into financial systems to prevent fraud while ensuring smooth processing of legitimate transactions.</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2608194" y="223069"/>
            <a:ext cx="6105378"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SCOPE</a:t>
            </a:r>
            <a:endParaRPr lang="en-IN" sz="3600" dirty="0"/>
          </a:p>
        </p:txBody>
      </p:sp>
    </p:spTree>
    <p:extLst>
      <p:ext uri="{BB962C8B-B14F-4D97-AF65-F5344CB8AC3E}">
        <p14:creationId xmlns:p14="http://schemas.microsoft.com/office/powerpoint/2010/main" val="6073735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440003" y="512549"/>
            <a:ext cx="4754880" cy="535246"/>
          </a:xfrm>
        </p:spPr>
        <p:txBody>
          <a:bodyPr>
            <a:normAutofit fontScale="90000"/>
          </a:bodyPr>
          <a:lstStyle/>
          <a:p>
            <a:pPr algn="ctr"/>
            <a:r>
              <a:rPr lang="en-US" sz="4000" b="1" dirty="0" smtClean="0">
                <a:solidFill>
                  <a:schemeClr val="tx1"/>
                </a:solidFill>
                <a:latin typeface="Times New Roman" panose="02020603050405020304" pitchFamily="18" charset="0"/>
                <a:cs typeface="Times New Roman" panose="02020603050405020304" pitchFamily="18" charset="0"/>
              </a:rPr>
              <a:t>INTRODUCTION</a:t>
            </a:r>
            <a:endParaRPr lang="en-US" dirty="0">
              <a:solidFill>
                <a:schemeClr val="tx1"/>
              </a:solidFill>
            </a:endParaRPr>
          </a:p>
        </p:txBody>
      </p:sp>
      <p:sp>
        <p:nvSpPr>
          <p:cNvPr id="3" name="Content Placeholder 2"/>
          <p:cNvSpPr>
            <a:spLocks noGrp="1"/>
          </p:cNvSpPr>
          <p:nvPr>
            <p:ph idx="1"/>
          </p:nvPr>
        </p:nvSpPr>
        <p:spPr>
          <a:xfrm>
            <a:off x="417921" y="1262545"/>
            <a:ext cx="11597097" cy="4400836"/>
          </a:xfrm>
        </p:spPr>
        <p:txBody>
          <a:bodyPr>
            <a:noAutofit/>
          </a:bodyPr>
          <a:lstStyle/>
          <a:p>
            <a:pPr marL="0" indent="0" algn="just">
              <a:lnSpc>
                <a:spcPct val="150000"/>
              </a:lnSpc>
              <a:buNone/>
            </a:pPr>
            <a:r>
              <a:rPr lang="en-US" sz="2000" dirty="0" smtClean="0">
                <a:latin typeface="Times New Roman" panose="02020603050405020304" pitchFamily="18" charset="0"/>
                <a:cs typeface="Times New Roman" panose="02020603050405020304" pitchFamily="18" charset="0"/>
              </a:rPr>
              <a:t>With the rapid adoption of the Unified Payments Interface (UPI) for digital transactions, the associated risk of fraudulent activities has surged significantly. To combat this challenge, we propose a robust approach to detect UPI fraud by analyzing critical transaction details, including the bank book name, transaction ID, and transaction amount. Our method employs three machine learning algorithms: Random Forest, K-Nearest Neighbors (KNN), and Decision Tree. The Random Forest classifier is renowned for its accuracy and resistance to overfitting, making it a strong candidate for distinguishing between legitimate and fraudulent transactions. KNN offers an intuitive distance-based classification, while the Decision Tree provides a clear, interpretable model that facilitates decision-making. This ensemble of techniques classifies transaction outcomes as either "Transaction Failed: Incorrect Details Entered" or "Transaction Successful: Details Verified and Processed."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2920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59726827"/>
              </p:ext>
            </p:extLst>
          </p:nvPr>
        </p:nvGraphicFramePr>
        <p:xfrm>
          <a:off x="668735" y="1104353"/>
          <a:ext cx="11181805" cy="4837720"/>
        </p:xfrm>
        <a:graphic>
          <a:graphicData uri="http://schemas.openxmlformats.org/drawingml/2006/table">
            <a:tbl>
              <a:tblPr firstRow="1" bandRow="1">
                <a:tableStyleId>{D7AC3CCA-C797-4891-BE02-D94E43425B78}</a:tableStyleId>
              </a:tblPr>
              <a:tblGrid>
                <a:gridCol w="887745">
                  <a:extLst>
                    <a:ext uri="{9D8B030D-6E8A-4147-A177-3AD203B41FA5}">
                      <a16:colId xmlns:a16="http://schemas.microsoft.com/office/drawing/2014/main" val="20000"/>
                    </a:ext>
                  </a:extLst>
                </a:gridCol>
                <a:gridCol w="1596914">
                  <a:extLst>
                    <a:ext uri="{9D8B030D-6E8A-4147-A177-3AD203B41FA5}">
                      <a16:colId xmlns:a16="http://schemas.microsoft.com/office/drawing/2014/main" val="20001"/>
                    </a:ext>
                  </a:extLst>
                </a:gridCol>
                <a:gridCol w="1882951">
                  <a:extLst>
                    <a:ext uri="{9D8B030D-6E8A-4147-A177-3AD203B41FA5}">
                      <a16:colId xmlns:a16="http://schemas.microsoft.com/office/drawing/2014/main" val="20002"/>
                    </a:ext>
                  </a:extLst>
                </a:gridCol>
                <a:gridCol w="2011638">
                  <a:extLst>
                    <a:ext uri="{9D8B030D-6E8A-4147-A177-3AD203B41FA5}">
                      <a16:colId xmlns:a16="http://schemas.microsoft.com/office/drawing/2014/main" val="20003"/>
                    </a:ext>
                  </a:extLst>
                </a:gridCol>
                <a:gridCol w="4802557">
                  <a:extLst>
                    <a:ext uri="{9D8B030D-6E8A-4147-A177-3AD203B41FA5}">
                      <a16:colId xmlns:a16="http://schemas.microsoft.com/office/drawing/2014/main" val="20004"/>
                    </a:ext>
                  </a:extLst>
                </a:gridCol>
              </a:tblGrid>
              <a:tr h="692440">
                <a:tc>
                  <a:txBody>
                    <a:bodyPr/>
                    <a:lstStyle/>
                    <a:p>
                      <a:r>
                        <a:rPr lang="en-US" sz="2000" dirty="0">
                          <a:latin typeface="Times New Roman" panose="02020603050405020304" pitchFamily="18" charset="0"/>
                          <a:cs typeface="Times New Roman" panose="02020603050405020304" pitchFamily="18" charset="0"/>
                        </a:rPr>
                        <a:t>S.NO</a:t>
                      </a:r>
                    </a:p>
                  </a:txBody>
                  <a:tcPr/>
                </a:tc>
                <a:tc>
                  <a:txBody>
                    <a:bodyPr/>
                    <a:lstStyle/>
                    <a:p>
                      <a:r>
                        <a:rPr lang="en-US" sz="2000" dirty="0">
                          <a:latin typeface="Times New Roman" panose="02020603050405020304" pitchFamily="18" charset="0"/>
                          <a:cs typeface="Times New Roman" panose="02020603050405020304" pitchFamily="18" charset="0"/>
                        </a:rPr>
                        <a:t>YEAR</a:t>
                      </a:r>
                    </a:p>
                  </a:txBody>
                  <a:tcPr/>
                </a:tc>
                <a:tc>
                  <a:txBody>
                    <a:bodyPr/>
                    <a:lstStyle/>
                    <a:p>
                      <a:r>
                        <a:rPr lang="en-US" sz="2000" dirty="0">
                          <a:latin typeface="Times New Roman" panose="02020603050405020304" pitchFamily="18" charset="0"/>
                          <a:cs typeface="Times New Roman" panose="02020603050405020304" pitchFamily="18" charset="0"/>
                        </a:rPr>
                        <a:t>AUTHORS</a:t>
                      </a:r>
                    </a:p>
                  </a:txBody>
                  <a:tcPr/>
                </a:tc>
                <a:tc>
                  <a:txBody>
                    <a:bodyPr/>
                    <a:lstStyle/>
                    <a:p>
                      <a:r>
                        <a:rPr lang="en-US" sz="2000" dirty="0">
                          <a:latin typeface="Times New Roman" panose="02020603050405020304" pitchFamily="18" charset="0"/>
                          <a:cs typeface="Times New Roman" panose="02020603050405020304" pitchFamily="18" charset="0"/>
                        </a:rPr>
                        <a:t>TITLE</a:t>
                      </a:r>
                    </a:p>
                  </a:txBody>
                  <a:tcPr/>
                </a:tc>
                <a:tc>
                  <a:txBody>
                    <a:bodyPr/>
                    <a:lstStyle/>
                    <a:p>
                      <a:r>
                        <a:rPr lang="en-US" sz="20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508208">
                <a:tc>
                  <a:txBody>
                    <a:bodyPr/>
                    <a:lstStyle/>
                    <a:p>
                      <a:pPr algn="just"/>
                      <a:r>
                        <a:rPr lang="en-US" sz="2000" dirty="0">
                          <a:latin typeface="Times New Roman" panose="02020603050405020304" pitchFamily="18" charset="0"/>
                          <a:cs typeface="Times New Roman" panose="02020603050405020304" pitchFamily="18" charset="0"/>
                        </a:rPr>
                        <a:t>1</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dirty="0" smtClean="0">
                          <a:latin typeface="Times New Roman" panose="02020603050405020304" pitchFamily="18" charset="0"/>
                          <a:cs typeface="Times New Roman" panose="02020603050405020304" pitchFamily="18" charset="0"/>
                        </a:rPr>
                        <a:t>2000</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s-ES" sz="2000" dirty="0" smtClean="0">
                          <a:latin typeface="Times New Roman" panose="02020603050405020304" pitchFamily="18" charset="0"/>
                          <a:cs typeface="Times New Roman" panose="02020603050405020304" pitchFamily="18" charset="0"/>
                        </a:rPr>
                        <a:t>ARTÍS M, </a:t>
                      </a:r>
                      <a:r>
                        <a:rPr lang="es-ES" sz="2000" dirty="0" err="1" smtClean="0">
                          <a:latin typeface="Times New Roman" panose="02020603050405020304" pitchFamily="18" charset="0"/>
                          <a:cs typeface="Times New Roman" panose="02020603050405020304" pitchFamily="18" charset="0"/>
                        </a:rPr>
                        <a:t>AyUSO</a:t>
                      </a:r>
                      <a:r>
                        <a:rPr lang="es-ES" sz="2000" dirty="0" smtClean="0">
                          <a:latin typeface="Times New Roman" panose="02020603050405020304" pitchFamily="18" charset="0"/>
                          <a:cs typeface="Times New Roman" panose="02020603050405020304" pitchFamily="18" charset="0"/>
                        </a:rPr>
                        <a:t> M, GUILLÉN M</a:t>
                      </a:r>
                      <a:endParaRPr lang="en-IN" sz="20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kern="1200" dirty="0" smtClean="0">
                          <a:effectLst/>
                          <a:latin typeface="Times New Roman" panose="02020603050405020304" pitchFamily="18" charset="0"/>
                          <a:cs typeface="Times New Roman" panose="02020603050405020304" pitchFamily="18" charset="0"/>
                        </a:rPr>
                        <a:t>Modeling different types of automobile insurance fraud behavior in the Spanish market</a:t>
                      </a:r>
                    </a:p>
                  </a:txBody>
                  <a:tcPr/>
                </a:tc>
                <a:tc>
                  <a:txBody>
                    <a:bodyPr/>
                    <a:lstStyle/>
                    <a:p>
                      <a:pPr algn="just"/>
                      <a:r>
                        <a:rPr lang="en-US" sz="2000" kern="1200" dirty="0" smtClean="0">
                          <a:effectLst/>
                          <a:latin typeface="Times New Roman" panose="02020603050405020304" pitchFamily="18" charset="0"/>
                          <a:cs typeface="Times New Roman" panose="02020603050405020304" pitchFamily="18" charset="0"/>
                        </a:rPr>
                        <a:t>This study analyzes repeated choices in expensive automobile insurance policies using a four-year dataset, revealing significant factors like engine capacity, vehicle make, and consumer inertia in policy selection.</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1945425">
                <a:tc>
                  <a:txBody>
                    <a:bodyPr/>
                    <a:lstStyle/>
                    <a:p>
                      <a:pPr algn="just"/>
                      <a:r>
                        <a:rPr lang="en-IN" sz="2000" dirty="0" smtClean="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kern="1200" dirty="0" smtClean="0">
                          <a:effectLst/>
                          <a:latin typeface="Times New Roman" panose="02020603050405020304" pitchFamily="18" charset="0"/>
                          <a:cs typeface="Times New Roman" panose="02020603050405020304" pitchFamily="18" charset="0"/>
                        </a:rPr>
                        <a:t>2008</a:t>
                      </a:r>
                      <a:endParaRPr lang="en-US" sz="1800" b="0" dirty="0">
                        <a:solidFill>
                          <a:schemeClr val="bg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kern="1200" dirty="0" smtClean="0">
                          <a:effectLst/>
                          <a:latin typeface="Times New Roman" panose="02020603050405020304" pitchFamily="18" charset="0"/>
                          <a:cs typeface="Times New Roman" panose="02020603050405020304" pitchFamily="18" charset="0"/>
                        </a:rPr>
                        <a:t>Hand C, </a:t>
                      </a:r>
                      <a:r>
                        <a:rPr lang="en-US" sz="1800" kern="1200" dirty="0" err="1" smtClean="0">
                          <a:effectLst/>
                          <a:latin typeface="Times New Roman" panose="02020603050405020304" pitchFamily="18" charset="0"/>
                          <a:cs typeface="Times New Roman" panose="02020603050405020304" pitchFamily="18" charset="0"/>
                        </a:rPr>
                        <a:t>Whitrow</a:t>
                      </a:r>
                      <a:r>
                        <a:rPr lang="en-US" sz="1800" kern="1200" dirty="0" smtClean="0">
                          <a:effectLst/>
                          <a:latin typeface="Times New Roman" panose="02020603050405020304" pitchFamily="18" charset="0"/>
                          <a:cs typeface="Times New Roman" panose="02020603050405020304" pitchFamily="18" charset="0"/>
                        </a:rPr>
                        <a:t> DJ, Adams C, </a:t>
                      </a:r>
                      <a:r>
                        <a:rPr lang="en-US" sz="1800" kern="1200" dirty="0" err="1" smtClean="0">
                          <a:effectLst/>
                          <a:latin typeface="Times New Roman" panose="02020603050405020304" pitchFamily="18" charset="0"/>
                          <a:cs typeface="Times New Roman" panose="02020603050405020304" pitchFamily="18" charset="0"/>
                        </a:rPr>
                        <a:t>Juszczak</a:t>
                      </a:r>
                      <a:r>
                        <a:rPr lang="en-US" sz="1800" kern="1200" dirty="0" smtClean="0">
                          <a:effectLst/>
                          <a:latin typeface="Times New Roman" panose="02020603050405020304" pitchFamily="18" charset="0"/>
                          <a:cs typeface="Times New Roman" panose="02020603050405020304" pitchFamily="18" charset="0"/>
                        </a:rPr>
                        <a:t> NM, Weston P D </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dirty="0" smtClean="0">
                          <a:latin typeface="Times New Roman" panose="02020603050405020304" pitchFamily="18" charset="0"/>
                          <a:cs typeface="Times New Roman" panose="02020603050405020304" pitchFamily="18" charset="0"/>
                        </a:rPr>
                        <a:t>Performance criteria for plastic card fraud detection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2000" kern="1200" dirty="0" smtClean="0">
                          <a:effectLst/>
                          <a:latin typeface="Times New Roman" panose="02020603050405020304" pitchFamily="18" charset="0"/>
                          <a:cs typeface="Times New Roman" panose="02020603050405020304" pitchFamily="18" charset="0"/>
                        </a:rPr>
                        <a:t>The paper discusses optimizing predictive data mining algorithms for fraud detection in plastic card transactions. It defines two performance measures related to cost minimization and fraud reduction, and introduces a plot for algorithm performance evaluation.</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187873996"/>
                  </a:ext>
                </a:extLst>
              </a:tr>
            </a:tbl>
          </a:graphicData>
        </a:graphic>
      </p:graphicFrame>
      <p:sp>
        <p:nvSpPr>
          <p:cNvPr id="3" name="Title 1"/>
          <p:cNvSpPr txBox="1"/>
          <p:nvPr/>
        </p:nvSpPr>
        <p:spPr>
          <a:xfrm>
            <a:off x="2290539" y="-114032"/>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29232965"/>
              </p:ext>
            </p:extLst>
          </p:nvPr>
        </p:nvGraphicFramePr>
        <p:xfrm>
          <a:off x="280221" y="467744"/>
          <a:ext cx="11463008" cy="6427724"/>
        </p:xfrm>
        <a:graphic>
          <a:graphicData uri="http://schemas.openxmlformats.org/drawingml/2006/table">
            <a:tbl>
              <a:tblPr firstRow="1" bandRow="1">
                <a:tableStyleId>{5940675A-B579-460E-94D1-54222C63F5DA}</a:tableStyleId>
              </a:tblPr>
              <a:tblGrid>
                <a:gridCol w="888844">
                  <a:extLst>
                    <a:ext uri="{9D8B030D-6E8A-4147-A177-3AD203B41FA5}">
                      <a16:colId xmlns:a16="http://schemas.microsoft.com/office/drawing/2014/main" val="20000"/>
                    </a:ext>
                  </a:extLst>
                </a:gridCol>
                <a:gridCol w="886073">
                  <a:extLst>
                    <a:ext uri="{9D8B030D-6E8A-4147-A177-3AD203B41FA5}">
                      <a16:colId xmlns:a16="http://schemas.microsoft.com/office/drawing/2014/main" val="20001"/>
                    </a:ext>
                  </a:extLst>
                </a:gridCol>
                <a:gridCol w="2133405">
                  <a:extLst>
                    <a:ext uri="{9D8B030D-6E8A-4147-A177-3AD203B41FA5}">
                      <a16:colId xmlns:a16="http://schemas.microsoft.com/office/drawing/2014/main" val="20002"/>
                    </a:ext>
                  </a:extLst>
                </a:gridCol>
                <a:gridCol w="3229896">
                  <a:extLst>
                    <a:ext uri="{9D8B030D-6E8A-4147-A177-3AD203B41FA5}">
                      <a16:colId xmlns:a16="http://schemas.microsoft.com/office/drawing/2014/main" val="20003"/>
                    </a:ext>
                  </a:extLst>
                </a:gridCol>
                <a:gridCol w="4324790">
                  <a:extLst>
                    <a:ext uri="{9D8B030D-6E8A-4147-A177-3AD203B41FA5}">
                      <a16:colId xmlns:a16="http://schemas.microsoft.com/office/drawing/2014/main" val="20004"/>
                    </a:ext>
                  </a:extLst>
                </a:gridCol>
              </a:tblGrid>
              <a:tr h="363843">
                <a:tc>
                  <a:txBody>
                    <a:bodyPr/>
                    <a:lstStyle/>
                    <a:p>
                      <a:r>
                        <a:rPr lang="en-US" dirty="0">
                          <a:latin typeface="Times New Roman" panose="02020603050405020304" pitchFamily="18" charset="0"/>
                          <a:cs typeface="Times New Roman" panose="02020603050405020304" pitchFamily="18" charset="0"/>
                        </a:rPr>
                        <a:t>S.NO</a:t>
                      </a:r>
                    </a:p>
                  </a:txBody>
                  <a:tcPr/>
                </a:tc>
                <a:tc>
                  <a:txBody>
                    <a:bodyPr/>
                    <a:lstStyle/>
                    <a:p>
                      <a:r>
                        <a:rPr lang="en-US" dirty="0">
                          <a:latin typeface="Times New Roman" panose="02020603050405020304" pitchFamily="18" charset="0"/>
                          <a:cs typeface="Times New Roman" panose="02020603050405020304" pitchFamily="18" charset="0"/>
                        </a:rPr>
                        <a:t>YEAR</a:t>
                      </a:r>
                    </a:p>
                  </a:txBody>
                  <a:tcPr/>
                </a:tc>
                <a:tc>
                  <a:txBody>
                    <a:bodyPr/>
                    <a:lstStyle/>
                    <a:p>
                      <a:r>
                        <a:rPr lang="en-US" dirty="0">
                          <a:latin typeface="Times New Roman" panose="02020603050405020304" pitchFamily="18" charset="0"/>
                          <a:cs typeface="Times New Roman" panose="02020603050405020304" pitchFamily="18" charset="0"/>
                        </a:rPr>
                        <a:t>AUTHORS</a:t>
                      </a:r>
                    </a:p>
                  </a:txBody>
                  <a:tcPr/>
                </a:tc>
                <a:tc>
                  <a:txBody>
                    <a:bodyPr/>
                    <a:lstStyle/>
                    <a:p>
                      <a:r>
                        <a:rPr lang="en-US" dirty="0">
                          <a:latin typeface="Times New Roman" panose="02020603050405020304" pitchFamily="18" charset="0"/>
                          <a:cs typeface="Times New Roman" panose="02020603050405020304" pitchFamily="18" charset="0"/>
                        </a:rPr>
                        <a:t>TITLE</a:t>
                      </a:r>
                    </a:p>
                  </a:txBody>
                  <a:tcPr/>
                </a:tc>
                <a:tc>
                  <a:txBody>
                    <a:bodyPr/>
                    <a:lstStyle/>
                    <a:p>
                      <a:r>
                        <a:rPr lang="en-US"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525150">
                <a:tc>
                  <a:txBody>
                    <a:bodyPr/>
                    <a:lstStyle/>
                    <a:p>
                      <a:pPr algn="just"/>
                      <a:r>
                        <a:rPr lang="en-IN"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2010</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kern="1200" dirty="0" smtClean="0">
                          <a:effectLst/>
                          <a:latin typeface="Times New Roman" panose="02020603050405020304" pitchFamily="18" charset="0"/>
                          <a:cs typeface="Times New Roman" panose="02020603050405020304" pitchFamily="18" charset="0"/>
                        </a:rPr>
                        <a:t>Becker RA, </a:t>
                      </a:r>
                      <a:r>
                        <a:rPr lang="en-US" sz="2000" kern="1200" dirty="0" err="1" smtClean="0">
                          <a:effectLst/>
                          <a:latin typeface="Times New Roman" panose="02020603050405020304" pitchFamily="18" charset="0"/>
                          <a:cs typeface="Times New Roman" panose="02020603050405020304" pitchFamily="18" charset="0"/>
                        </a:rPr>
                        <a:t>Volinsky</a:t>
                      </a:r>
                      <a:r>
                        <a:rPr lang="en-US" sz="2000" kern="1200" dirty="0" smtClean="0">
                          <a:effectLst/>
                          <a:latin typeface="Times New Roman" panose="02020603050405020304" pitchFamily="18" charset="0"/>
                          <a:cs typeface="Times New Roman" panose="02020603050405020304" pitchFamily="18" charset="0"/>
                        </a:rPr>
                        <a:t> C, Wilks AR </a:t>
                      </a:r>
                      <a:endParaRPr lang="en-IN" sz="20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2000" kern="1200" dirty="0" smtClean="0">
                          <a:effectLst/>
                          <a:latin typeface="Times New Roman" panose="02020603050405020304" pitchFamily="18" charset="0"/>
                          <a:cs typeface="Times New Roman" panose="02020603050405020304" pitchFamily="18" charset="0"/>
                        </a:rPr>
                        <a:t>Becker RA, </a:t>
                      </a:r>
                      <a:r>
                        <a:rPr lang="en-US" sz="2000" kern="1200" dirty="0" err="1" smtClean="0">
                          <a:effectLst/>
                          <a:latin typeface="Times New Roman" panose="02020603050405020304" pitchFamily="18" charset="0"/>
                          <a:cs typeface="Times New Roman" panose="02020603050405020304" pitchFamily="18" charset="0"/>
                        </a:rPr>
                        <a:t>Volinsky</a:t>
                      </a:r>
                      <a:r>
                        <a:rPr lang="en-US" sz="2000" kern="1200" dirty="0" smtClean="0">
                          <a:effectLst/>
                          <a:latin typeface="Times New Roman" panose="02020603050405020304" pitchFamily="18" charset="0"/>
                          <a:cs typeface="Times New Roman" panose="02020603050405020304" pitchFamily="18" charset="0"/>
                        </a:rPr>
                        <a:t> C, Wilks AR </a:t>
                      </a:r>
                      <a:endParaRPr lang="en-IN" sz="2000" b="0" dirty="0">
                        <a:latin typeface="Times New Roman" panose="02020603050405020304" pitchFamily="18" charset="0"/>
                        <a:cs typeface="Times New Roman" panose="02020603050405020304" pitchFamily="18" charset="0"/>
                      </a:endParaRPr>
                    </a:p>
                  </a:txBody>
                  <a:tcPr/>
                </a:tc>
                <a:tc>
                  <a:txBody>
                    <a:bodyPr/>
                    <a:lstStyle/>
                    <a:p>
                      <a:pPr algn="just"/>
                      <a:r>
                        <a:rPr lang="en-US" sz="2000" dirty="0" smtClean="0">
                          <a:latin typeface="Times New Roman" panose="02020603050405020304" pitchFamily="18" charset="0"/>
                          <a:cs typeface="Times New Roman" panose="02020603050405020304" pitchFamily="18" charset="0"/>
                        </a:rPr>
                        <a:t>This paper explores the evolution of fraud detection at AT&amp;T, highlighting key fraud schemes and techniques, advocating for simple models, visualization, flexible environments, and the importance of data management and human involvement.</a:t>
                      </a:r>
                      <a:endParaRPr lang="en-IN" sz="20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784137229"/>
                  </a:ext>
                </a:extLst>
              </a:tr>
              <a:tr h="1525150">
                <a:tc>
                  <a:txBody>
                    <a:bodyPr/>
                    <a:lstStyle/>
                    <a:p>
                      <a:pPr algn="just"/>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smtClean="0">
                          <a:latin typeface="Times New Roman" panose="02020603050405020304" pitchFamily="18" charset="0"/>
                          <a:cs typeface="Times New Roman" panose="02020603050405020304" pitchFamily="18" charset="0"/>
                        </a:rPr>
                        <a:t>2016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600" kern="1200" dirty="0" smtClean="0">
                          <a:effectLst/>
                          <a:latin typeface="Times New Roman" panose="02020603050405020304" pitchFamily="18" charset="0"/>
                          <a:cs typeface="Times New Roman" panose="02020603050405020304" pitchFamily="18" charset="0"/>
                        </a:rPr>
                        <a:t>Abdallah A, </a:t>
                      </a:r>
                      <a:r>
                        <a:rPr lang="en-US" sz="1600" kern="1200" dirty="0" err="1" smtClean="0">
                          <a:effectLst/>
                          <a:latin typeface="Times New Roman" panose="02020603050405020304" pitchFamily="18" charset="0"/>
                          <a:cs typeface="Times New Roman" panose="02020603050405020304" pitchFamily="18" charset="0"/>
                        </a:rPr>
                        <a:t>Maarof</a:t>
                      </a:r>
                      <a:r>
                        <a:rPr lang="en-US" sz="1600" kern="1200" dirty="0" smtClean="0">
                          <a:effectLst/>
                          <a:latin typeface="Times New Roman" panose="02020603050405020304" pitchFamily="18" charset="0"/>
                          <a:cs typeface="Times New Roman" panose="02020603050405020304" pitchFamily="18" charset="0"/>
                        </a:rPr>
                        <a:t> MA, Zainal A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smtClean="0">
                          <a:effectLst/>
                          <a:latin typeface="Times New Roman" panose="02020603050405020304" pitchFamily="18" charset="0"/>
                          <a:cs typeface="Times New Roman" panose="02020603050405020304" pitchFamily="18" charset="0"/>
                        </a:rPr>
                        <a:t>Fraud detection system: A survey. J </a:t>
                      </a:r>
                      <a:r>
                        <a:rPr lang="en-US" sz="1800" kern="1200" dirty="0" err="1" smtClean="0">
                          <a:effectLst/>
                          <a:latin typeface="Times New Roman" panose="02020603050405020304" pitchFamily="18" charset="0"/>
                          <a:cs typeface="Times New Roman" panose="02020603050405020304" pitchFamily="18" charset="0"/>
                        </a:rPr>
                        <a:t>Netw</a:t>
                      </a:r>
                      <a:r>
                        <a:rPr lang="en-US" sz="1800" kern="1200" dirty="0" smtClean="0">
                          <a:effectLst/>
                          <a:latin typeface="Times New Roman" panose="02020603050405020304" pitchFamily="18" charset="0"/>
                          <a:cs typeface="Times New Roman" panose="02020603050405020304" pitchFamily="18" charset="0"/>
                        </a:rPr>
                        <a:t> Computer Application</a:t>
                      </a:r>
                      <a:endParaRPr lang="en-IN" sz="18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smtClean="0">
                          <a:effectLst/>
                          <a:latin typeface="Times New Roman" panose="02020603050405020304" pitchFamily="18" charset="0"/>
                          <a:cs typeface="Times New Roman" panose="02020603050405020304" pitchFamily="18" charset="0"/>
                        </a:rPr>
                        <a:t>This survey paper examines issues in fraud detection systems (FDSs) within e-commerce, exploring challenges like concept drift and real-time detection, and discusses trends and approaches across five e-commerce systems.</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1821206">
                <a:tc>
                  <a:txBody>
                    <a:bodyPr/>
                    <a:lstStyle/>
                    <a:p>
                      <a:pPr algn="just"/>
                      <a:r>
                        <a:rPr lang="en-US" dirty="0" smtClean="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2017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err="1" smtClean="0">
                          <a:effectLst/>
                          <a:latin typeface="Times New Roman" panose="02020603050405020304" pitchFamily="18" charset="0"/>
                          <a:cs typeface="Times New Roman" panose="02020603050405020304" pitchFamily="18" charset="0"/>
                        </a:rPr>
                        <a:t>Sahin</a:t>
                      </a:r>
                      <a:r>
                        <a:rPr lang="en-IN" sz="1600" kern="1200" dirty="0" smtClean="0">
                          <a:effectLst/>
                          <a:latin typeface="Times New Roman" panose="02020603050405020304" pitchFamily="18" charset="0"/>
                          <a:cs typeface="Times New Roman" panose="02020603050405020304" pitchFamily="18" charset="0"/>
                        </a:rPr>
                        <a:t> M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dirty="0" smtClean="0">
                          <a:latin typeface="Times New Roman" panose="02020603050405020304" pitchFamily="18" charset="0"/>
                          <a:cs typeface="Times New Roman" panose="02020603050405020304" pitchFamily="18" charset="0"/>
                        </a:rPr>
                        <a:t>Understanding Telephony Fraud as an Essential Step to Better Fight it</a:t>
                      </a:r>
                      <a:endParaRPr lang="en-IN" sz="1800" b="0" dirty="0">
                        <a:latin typeface="Times New Roman" panose="02020603050405020304" pitchFamily="18" charset="0"/>
                        <a:cs typeface="Times New Roman" panose="02020603050405020304" pitchFamily="18" charset="0"/>
                      </a:endParaRPr>
                    </a:p>
                  </a:txBody>
                  <a:tcPr/>
                </a:tc>
                <a:tc>
                  <a:txBody>
                    <a:bodyPr/>
                    <a:lstStyle/>
                    <a:p>
                      <a:pPr>
                        <a:lnSpc>
                          <a:spcPct val="150000"/>
                        </a:lnSpc>
                        <a:buNone/>
                      </a:pPr>
                      <a:r>
                        <a:rPr lang="en-US" sz="1800" dirty="0" err="1" smtClean="0">
                          <a:latin typeface="Times New Roman" panose="02020603050405020304" pitchFamily="18" charset="0"/>
                          <a:cs typeface="Times New Roman" panose="02020603050405020304" pitchFamily="18" charset="0"/>
                        </a:rPr>
                        <a:t>SIMBox</a:t>
                      </a:r>
                      <a:r>
                        <a:rPr lang="en-US" sz="1800" dirty="0" smtClean="0">
                          <a:latin typeface="Times New Roman" panose="02020603050405020304" pitchFamily="18" charset="0"/>
                          <a:cs typeface="Times New Roman" panose="02020603050405020304" pitchFamily="18" charset="0"/>
                        </a:rPr>
                        <a:t> fraud in telecommunications causes $3-$7 billion in annual losses by redirecting illegitimate VoIP traffic. This study investigates its impact, detection approaches, and flaws from 1994 to 2021.</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750916" y="1795770"/>
            <a:ext cx="10628284" cy="4247317"/>
          </a:xfrm>
          <a:prstGeom prst="rect">
            <a:avLst/>
          </a:prstGeom>
        </p:spPr>
        <p:txBody>
          <a:bodyPr wrap="square">
            <a:spAutoFit/>
          </a:bodyPr>
          <a:lstStyle/>
          <a:p>
            <a:pPr algn="just">
              <a:lnSpc>
                <a:spcPct val="150000"/>
              </a:lnSpc>
              <a:spcAft>
                <a:spcPts val="800"/>
              </a:spcAft>
            </a:pPr>
            <a:r>
              <a:rPr lang="en-US" sz="2000" dirty="0">
                <a:latin typeface="Times New Roman" panose="02020603050405020304" pitchFamily="18" charset="0"/>
                <a:cs typeface="Times New Roman" panose="02020603050405020304" pitchFamily="18" charset="0"/>
              </a:rPr>
              <a:t>K-Nearest Neighbors (KNN) is a simple, non-parametric algorithm used for both classification and regression tasks. It operates by finding the 'k' closest data points (neighbors) to a query point and making predictions based on the majority class (for classification) or average value (for regression) of these neighbors. The algorithm is intuitive and easy to implement but can be computationally expensive, especially with large datasets, because it requires calculating the distance between the query point and all other points in the dataset. Additionally, KNN's performance can be heavily influenced by the choice of 'k' and the distance metric used, and it is sensitive to irrelevant or noisy features, which can mislead the distance calculations and reduce its accuracy. Despite these limitations, KNN is widely used due to its simplicity and effectiveness in certain scenarios.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3337913" y="0"/>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468779" y="1225689"/>
            <a:ext cx="10922886" cy="5115311"/>
          </a:xfrm>
          <a:prstGeom prst="rect">
            <a:avLst/>
          </a:prstGeom>
        </p:spPr>
        <p:txBody>
          <a:bodyPr wrap="square">
            <a:spAutoFit/>
          </a:bodyPr>
          <a:lstStyle/>
          <a:p>
            <a:pPr lvl="0">
              <a:lnSpc>
                <a:spcPct val="150000"/>
              </a:lnSpc>
            </a:pPr>
            <a:r>
              <a:rPr lang="en-US" sz="2000" b="1" dirty="0">
                <a:latin typeface="Times New Roman" panose="02020603050405020304" pitchFamily="18" charset="0"/>
                <a:cs typeface="Times New Roman" panose="02020603050405020304" pitchFamily="18" charset="0"/>
              </a:rPr>
              <a:t>Data Sensitivity: </a:t>
            </a:r>
            <a:r>
              <a:rPr lang="en-US" sz="2000" dirty="0">
                <a:latin typeface="Times New Roman" panose="02020603050405020304" pitchFamily="18" charset="0"/>
                <a:cs typeface="Times New Roman" panose="02020603050405020304" pitchFamily="18" charset="0"/>
              </a:rPr>
              <a:t>Existing systems may struggle with noisy or irrelevant features, which can lead to inaccurate predictions and decreased performance.</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Scalability Issues: </a:t>
            </a:r>
            <a:r>
              <a:rPr lang="en-US" sz="2000" dirty="0">
                <a:latin typeface="Times New Roman" panose="02020603050405020304" pitchFamily="18" charset="0"/>
                <a:cs typeface="Times New Roman" panose="02020603050405020304" pitchFamily="18" charset="0"/>
              </a:rPr>
              <a:t>Algorithms like KNN can become computationally expensive with large datasets, resulting in slower response times and inefficiencies in real-time applications.</a:t>
            </a: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Overfitting Risk: </a:t>
            </a:r>
            <a:r>
              <a:rPr lang="en-US" sz="2000" dirty="0">
                <a:latin typeface="Times New Roman" panose="02020603050405020304" pitchFamily="18" charset="0"/>
                <a:cs typeface="Times New Roman" panose="02020603050405020304" pitchFamily="18" charset="0"/>
              </a:rPr>
              <a:t>While Random Forest is robust, decision trees can easily </a:t>
            </a:r>
            <a:r>
              <a:rPr lang="en-US" sz="2000" dirty="0" err="1">
                <a:latin typeface="Times New Roman" panose="02020603050405020304" pitchFamily="18" charset="0"/>
                <a:cs typeface="Times New Roman" panose="02020603050405020304" pitchFamily="18" charset="0"/>
              </a:rPr>
              <a:t>overfit</a:t>
            </a:r>
            <a:r>
              <a:rPr lang="en-US" sz="2000" dirty="0">
                <a:latin typeface="Times New Roman" panose="02020603050405020304" pitchFamily="18" charset="0"/>
                <a:cs typeface="Times New Roman" panose="02020603050405020304" pitchFamily="18" charset="0"/>
              </a:rPr>
              <a:t> to training data, leading to poor generalization on unseen transactions</a:t>
            </a: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Limited Interpretability: </a:t>
            </a:r>
            <a:r>
              <a:rPr lang="en-US" sz="2000" dirty="0">
                <a:latin typeface="Times New Roman" panose="02020603050405020304" pitchFamily="18" charset="0"/>
                <a:cs typeface="Times New Roman" panose="02020603050405020304" pitchFamily="18" charset="0"/>
              </a:rPr>
              <a:t>Although Decision Trees provide some level of interpretability, ensemble methods like Random Forest can be less transparent, making it harder for users to understand the decision-making process.</a:t>
            </a:r>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Imbalanced Data: </a:t>
            </a:r>
            <a:r>
              <a:rPr lang="en-US" sz="2000" dirty="0">
                <a:latin typeface="Times New Roman" panose="02020603050405020304" pitchFamily="18" charset="0"/>
                <a:cs typeface="Times New Roman" panose="02020603050405020304" pitchFamily="18" charset="0"/>
              </a:rPr>
              <a:t>Fraud detection systems often deal with imbalanced datasets, leading to biased predictions favoring legitimate transactions over fraudulent ones.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solidFill>
                  <a:schemeClr val="tx1"/>
                </a:solidFill>
                <a:latin typeface="Times New Roman" panose="02020603050405020304" pitchFamily="18" charset="0"/>
                <a:cs typeface="Times New Roman" panose="02020603050405020304" pitchFamily="18" charset="0"/>
              </a:rPr>
              <a:t>PROPOSED SYSTEM</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750916" y="1795770"/>
            <a:ext cx="10628284" cy="4247317"/>
          </a:xfrm>
          <a:prstGeom prst="rect">
            <a:avLst/>
          </a:prstGeom>
        </p:spPr>
        <p:txBody>
          <a:bodyPr wrap="square">
            <a:spAutoFit/>
          </a:bodyPr>
          <a:lstStyle/>
          <a:p>
            <a:pPr algn="just">
              <a:lnSpc>
                <a:spcPct val="150000"/>
              </a:lnSpc>
              <a:spcAft>
                <a:spcPts val="800"/>
              </a:spcAft>
            </a:pPr>
            <a:r>
              <a:rPr lang="en-US" sz="2000" dirty="0">
                <a:latin typeface="Times New Roman" panose="02020603050405020304" pitchFamily="18" charset="0"/>
                <a:cs typeface="Times New Roman" panose="02020603050405020304" pitchFamily="18" charset="0"/>
              </a:rPr>
              <a:t>Random Forest is a powerful machine learning algorithm that can be highly effective in detecting UPI fraud. It operates by building multiple decision trees during training and combining their predictions to make a final decision. This ensemble method improves accuracy and reduces the risk of overfitting, making it well-suited for complex tasks like fraud detection where the data can be noisy, imbalanced, and involve intricate relationships between features. In the context of UPI fraud detection, Random Forest can analyze various transaction attributes such as the bank book name, transaction ID, and amount, identifying patterns that distinguish between legitimate and fraudulent transactions. By leveraging the combined power of multiple trees, Random Forest can capture the subtle indicators of fraud that might be missed by simpler models.</a:t>
            </a:r>
          </a:p>
        </p:txBody>
      </p:sp>
    </p:spTree>
    <p:extLst>
      <p:ext uri="{BB962C8B-B14F-4D97-AF65-F5344CB8AC3E}">
        <p14:creationId xmlns:p14="http://schemas.microsoft.com/office/powerpoint/2010/main" val="1370672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txBox="1"/>
          <p:nvPr/>
        </p:nvSpPr>
        <p:spPr>
          <a:xfrm>
            <a:off x="3750828" y="217269"/>
            <a:ext cx="4023360" cy="535992"/>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ADVANTAGES</a:t>
            </a:r>
            <a:br>
              <a:rPr lang="en-US" sz="3600" b="1" dirty="0">
                <a:solidFill>
                  <a:schemeClr val="tx1"/>
                </a:solidFill>
                <a:latin typeface="Times New Roman" panose="02020603050405020304" pitchFamily="18" charset="0"/>
                <a:cs typeface="Times New Roman" panose="02020603050405020304" pitchFamily="18" charset="0"/>
              </a:rPr>
            </a:b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518243" y="1362861"/>
            <a:ext cx="11297264" cy="5170646"/>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Enhanced </a:t>
            </a:r>
            <a:r>
              <a:rPr lang="en-US" sz="2000" dirty="0">
                <a:latin typeface="Times New Roman" panose="02020603050405020304" pitchFamily="18" charset="0"/>
                <a:cs typeface="Times New Roman" panose="02020603050405020304" pitchFamily="18" charset="0"/>
              </a:rPr>
              <a:t>Accuracy: Utilizing Random Forest, KNN, and Decision Tree algorithms improves classification accuracy by leveraging the strengths of each model, reducing the likelihood of false positives and negatives.</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Robustness </a:t>
            </a:r>
            <a:r>
              <a:rPr lang="en-US" sz="2000" dirty="0">
                <a:latin typeface="Times New Roman" panose="02020603050405020304" pitchFamily="18" charset="0"/>
                <a:cs typeface="Times New Roman" panose="02020603050405020304" pitchFamily="18" charset="0"/>
              </a:rPr>
              <a:t>Against Overfitting: Random Forest's ensemble approach mitigates overfitting, making the system resilient to noisy and imbalanced transaction data.</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Interpretability</a:t>
            </a:r>
            <a:r>
              <a:rPr lang="en-US" sz="2000" dirty="0">
                <a:latin typeface="Times New Roman" panose="02020603050405020304" pitchFamily="18" charset="0"/>
                <a:cs typeface="Times New Roman" panose="02020603050405020304" pitchFamily="18" charset="0"/>
              </a:rPr>
              <a:t>: Decision Trees provide clear decision-making pathways, allowing users to understand the rationale behind classification outcomes, which is crucial for trust in financial systems.</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Real-time </a:t>
            </a:r>
            <a:r>
              <a:rPr lang="en-US" sz="2000" dirty="0">
                <a:latin typeface="Times New Roman" panose="02020603050405020304" pitchFamily="18" charset="0"/>
                <a:cs typeface="Times New Roman" panose="02020603050405020304" pitchFamily="18" charset="0"/>
              </a:rPr>
              <a:t>Detection: The system can analyze transaction details in real time, enabling swift identification and prevention of fraudulent activities.</a:t>
            </a:r>
          </a:p>
          <a:p>
            <a:pPr marL="342900" indent="-342900" algn="just">
              <a:lnSpc>
                <a:spcPct val="15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Flexibility</a:t>
            </a:r>
            <a:r>
              <a:rPr lang="en-US" sz="2000" dirty="0">
                <a:latin typeface="Times New Roman" panose="02020603050405020304" pitchFamily="18" charset="0"/>
                <a:cs typeface="Times New Roman" panose="02020603050405020304" pitchFamily="18" charset="0"/>
              </a:rPr>
              <a:t>: The multi-algorithm approach can adapt to evolving fraud patterns by retraining with new data, ensuring continued effectiveness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07506" y="363518"/>
            <a:ext cx="3661256" cy="590542"/>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BLOCK DIAGRAM</a:t>
            </a:r>
          </a:p>
        </p:txBody>
      </p:sp>
      <p:pic>
        <p:nvPicPr>
          <p:cNvPr id="4" name="Picture 3"/>
          <p:cNvPicPr>
            <a:picLocks noChangeAspect="1"/>
          </p:cNvPicPr>
          <p:nvPr/>
        </p:nvPicPr>
        <p:blipFill>
          <a:blip r:embed="rId2"/>
          <a:stretch>
            <a:fillRect/>
          </a:stretch>
        </p:blipFill>
        <p:spPr>
          <a:xfrm>
            <a:off x="4894312" y="363518"/>
            <a:ext cx="5276104" cy="6264975"/>
          </a:xfrm>
          <a:prstGeom prst="rect">
            <a:avLst/>
          </a:prstGeom>
        </p:spPr>
      </p:pic>
    </p:spTree>
    <p:extLst>
      <p:ext uri="{BB962C8B-B14F-4D97-AF65-F5344CB8AC3E}">
        <p14:creationId xmlns:p14="http://schemas.microsoft.com/office/powerpoint/2010/main" val="28058585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865;p32"/>
          <p:cNvSpPr txBox="1">
            <a:spLocks/>
          </p:cNvSpPr>
          <p:nvPr/>
        </p:nvSpPr>
        <p:spPr>
          <a:xfrm>
            <a:off x="1260790" y="355925"/>
            <a:ext cx="9415633" cy="763345"/>
          </a:xfrm>
          <a:prstGeom prst="rect">
            <a:avLst/>
          </a:prstGeom>
          <a:noFill/>
          <a:ln>
            <a:noFill/>
          </a:ln>
        </p:spPr>
        <p:txBody>
          <a:bodyPr spcFirstLastPara="1" wrap="square" lIns="91425" tIns="91425" rIns="91425" bIns="91425" anchor="t" anchorCtr="0">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r>
              <a:rPr lang="en-US" sz="3200" b="1" dirty="0" smtClean="0">
                <a:solidFill>
                  <a:schemeClr val="tx1"/>
                </a:solidFill>
                <a:latin typeface="Times New Roman" panose="02020603050405020304" pitchFamily="18" charset="0"/>
                <a:cs typeface="Times New Roman" panose="02020603050405020304" pitchFamily="18" charset="0"/>
              </a:rPr>
              <a:t>Resource Requirements</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5" name="Google Shape;866;p32"/>
          <p:cNvSpPr/>
          <p:nvPr/>
        </p:nvSpPr>
        <p:spPr>
          <a:xfrm>
            <a:off x="4892037" y="2122135"/>
            <a:ext cx="933031" cy="821023"/>
          </a:xfrm>
          <a:prstGeom prst="ellipse">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800" b="1" dirty="0">
                <a:latin typeface="Poppins Black" panose="00000800000000000000"/>
                <a:ea typeface="Poppins Black" panose="00000800000000000000"/>
                <a:cs typeface="Poppins Black" panose="00000800000000000000"/>
                <a:sym typeface="Poppins Black" panose="00000800000000000000"/>
              </a:rPr>
              <a:t>01</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6" name="Google Shape;867;p32"/>
          <p:cNvSpPr txBox="1"/>
          <p:nvPr/>
        </p:nvSpPr>
        <p:spPr>
          <a:xfrm>
            <a:off x="5864781" y="1804800"/>
            <a:ext cx="4178867" cy="1262298"/>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endParaRPr lang="en-GB" sz="2400" dirty="0" smtClean="0">
              <a:latin typeface="Poppins Black" panose="00000800000000000000"/>
              <a:ea typeface="Poppins Black" panose="00000800000000000000"/>
              <a:cs typeface="Poppins Black" panose="00000800000000000000"/>
              <a:sym typeface="Poppins Black" panose="00000800000000000000"/>
            </a:endParaRPr>
          </a:p>
          <a:p>
            <a:pPr marL="0" lvl="0" indent="0" algn="l" rtl="0">
              <a:lnSpc>
                <a:spcPct val="115000"/>
              </a:lnSpc>
              <a:spcBef>
                <a:spcPts val="0"/>
              </a:spcBef>
              <a:spcAft>
                <a:spcPts val="0"/>
              </a:spcAft>
              <a:buNone/>
            </a:pPr>
            <a:r>
              <a:rPr lang="en-GB" sz="2800" b="1" dirty="0" smtClean="0">
                <a:latin typeface="Poppins Black" panose="00000800000000000000"/>
                <a:ea typeface="Poppins Black" panose="00000800000000000000"/>
                <a:cs typeface="Poppins Black" panose="00000800000000000000"/>
                <a:sym typeface="Poppins Black" panose="00000800000000000000"/>
              </a:rPr>
              <a:t>Hardware</a:t>
            </a:r>
          </a:p>
          <a:p>
            <a:pPr>
              <a:lnSpc>
                <a:spcPct val="115000"/>
              </a:lnSpc>
            </a:pPr>
            <a:r>
              <a:rPr lang="en-GB" sz="12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Processor</a:t>
            </a:r>
            <a:r>
              <a:rPr lang="en-GB" sz="1200" b="1"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200" dirty="0">
                <a:latin typeface="Times New Roman" panose="02020603050405020304" pitchFamily="18" charset="0"/>
                <a:cs typeface="Times New Roman" panose="02020603050405020304" pitchFamily="18" charset="0"/>
              </a:rPr>
              <a:t>I5/Intel Processor, </a:t>
            </a:r>
            <a:r>
              <a:rPr lang="en-IN" sz="1200" b="1" dirty="0">
                <a:latin typeface="Times New Roman" panose="02020603050405020304" pitchFamily="18" charset="0"/>
                <a:cs typeface="Times New Roman" panose="02020603050405020304" pitchFamily="18" charset="0"/>
              </a:rPr>
              <a:t>RAM:</a:t>
            </a:r>
            <a:r>
              <a:rPr lang="en-IN" sz="1200" dirty="0">
                <a:latin typeface="Times New Roman" panose="02020603050405020304" pitchFamily="18" charset="0"/>
                <a:cs typeface="Times New Roman" panose="02020603050405020304" pitchFamily="18" charset="0"/>
              </a:rPr>
              <a:t> 8GB (min), </a:t>
            </a:r>
            <a:r>
              <a:rPr lang="en-IN" sz="1200" b="1" dirty="0">
                <a:latin typeface="Times New Roman" panose="02020603050405020304" pitchFamily="18" charset="0"/>
                <a:cs typeface="Times New Roman" panose="02020603050405020304" pitchFamily="18" charset="0"/>
              </a:rPr>
              <a:t>Hard Disk: </a:t>
            </a:r>
            <a:r>
              <a:rPr lang="en-IN" sz="1200" dirty="0">
                <a:latin typeface="Times New Roman" panose="02020603050405020304" pitchFamily="18" charset="0"/>
                <a:cs typeface="Times New Roman" panose="02020603050405020304" pitchFamily="18" charset="0"/>
              </a:rPr>
              <a:t>128 GB</a:t>
            </a:r>
            <a:r>
              <a:rPr lang="en-IN" sz="1200" b="1" dirty="0">
                <a:latin typeface="Times New Roman" panose="02020603050405020304" pitchFamily="18" charset="0"/>
                <a:cs typeface="Times New Roman" panose="02020603050405020304" pitchFamily="18" charset="0"/>
              </a:rPr>
              <a:t>, Key Board:</a:t>
            </a:r>
            <a:r>
              <a:rPr lang="en-IN" sz="1200" dirty="0">
                <a:latin typeface="Times New Roman" panose="02020603050405020304" pitchFamily="18" charset="0"/>
                <a:cs typeface="Times New Roman" panose="02020603050405020304" pitchFamily="18" charset="0"/>
              </a:rPr>
              <a:t> Standard Windows Keyboard, </a:t>
            </a:r>
            <a:r>
              <a:rPr lang="en-IN" sz="1200" b="1" dirty="0">
                <a:latin typeface="Times New Roman" panose="02020603050405020304" pitchFamily="18" charset="0"/>
                <a:cs typeface="Times New Roman" panose="02020603050405020304" pitchFamily="18" charset="0"/>
              </a:rPr>
              <a:t>Mouse:</a:t>
            </a:r>
            <a:r>
              <a:rPr lang="en-IN" sz="1200" dirty="0">
                <a:latin typeface="Times New Roman" panose="02020603050405020304" pitchFamily="18" charset="0"/>
                <a:cs typeface="Times New Roman" panose="02020603050405020304" pitchFamily="18" charset="0"/>
              </a:rPr>
              <a:t> Two or Three Button Mouse</a:t>
            </a:r>
            <a:r>
              <a:rPr lang="en-IN" sz="1200" dirty="0" smtClean="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p:txBody>
      </p:sp>
      <p:sp>
        <p:nvSpPr>
          <p:cNvPr id="7" name="Google Shape;869;p32"/>
          <p:cNvSpPr txBox="1"/>
          <p:nvPr/>
        </p:nvSpPr>
        <p:spPr>
          <a:xfrm>
            <a:off x="1150374" y="3534349"/>
            <a:ext cx="2313032" cy="94926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800" b="1" dirty="0" smtClean="0">
                <a:latin typeface="Poppins Black" panose="00000800000000000000"/>
                <a:ea typeface="Poppins Black" panose="00000800000000000000"/>
                <a:cs typeface="Poppins Black" panose="00000800000000000000"/>
                <a:sym typeface="Poppins Black" panose="00000800000000000000"/>
              </a:rPr>
              <a:t>Resources</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8" name="Google Shape;870;p32"/>
          <p:cNvSpPr/>
          <p:nvPr/>
        </p:nvSpPr>
        <p:spPr>
          <a:xfrm>
            <a:off x="4859492" y="3476064"/>
            <a:ext cx="933031" cy="821023"/>
          </a:xfrm>
          <a:prstGeom prst="ellipse">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800" b="1" dirty="0">
                <a:latin typeface="Poppins Black" panose="00000800000000000000"/>
                <a:ea typeface="Poppins Black" panose="00000800000000000000"/>
                <a:cs typeface="Poppins Black" panose="00000800000000000000"/>
                <a:sym typeface="Poppins Black" panose="00000800000000000000"/>
              </a:rPr>
              <a:t>02</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9" name="Google Shape;871;p32"/>
          <p:cNvSpPr txBox="1"/>
          <p:nvPr/>
        </p:nvSpPr>
        <p:spPr>
          <a:xfrm>
            <a:off x="5864782" y="3415101"/>
            <a:ext cx="4178867" cy="1097531"/>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2400" b="1" dirty="0" smtClean="0">
                <a:latin typeface="Poppins Black" panose="00000800000000000000"/>
                <a:ea typeface="Poppins Black" panose="00000800000000000000"/>
                <a:cs typeface="Poppins Black" panose="00000800000000000000"/>
                <a:sym typeface="Poppins Black" panose="00000800000000000000"/>
              </a:rPr>
              <a:t>Software</a:t>
            </a:r>
          </a:p>
          <a:p>
            <a:pPr algn="just"/>
            <a:r>
              <a:rPr lang="en-US" sz="1400" dirty="0">
                <a:latin typeface="Times New Roman" panose="02020603050405020304" pitchFamily="18" charset="0"/>
                <a:cs typeface="Times New Roman" panose="02020603050405020304" pitchFamily="18" charset="0"/>
              </a:rPr>
              <a:t>(</a:t>
            </a:r>
            <a:r>
              <a:rPr lang="en-US" sz="1400" b="1" dirty="0">
                <a:latin typeface="Times New Roman" panose="02020603050405020304" pitchFamily="18" charset="0"/>
                <a:cs typeface="Times New Roman" panose="02020603050405020304" pitchFamily="18" charset="0"/>
              </a:rPr>
              <a:t>Operating System: </a:t>
            </a:r>
            <a:r>
              <a:rPr lang="en-US" sz="1400" dirty="0">
                <a:latin typeface="Times New Roman" panose="02020603050405020304" pitchFamily="18" charset="0"/>
                <a:cs typeface="Times New Roman" panose="02020603050405020304" pitchFamily="18" charset="0"/>
              </a:rPr>
              <a:t>Windows 10, </a:t>
            </a:r>
            <a:r>
              <a:rPr lang="en-US" sz="1400" b="1" dirty="0">
                <a:latin typeface="Times New Roman" panose="02020603050405020304" pitchFamily="18" charset="0"/>
                <a:cs typeface="Times New Roman" panose="02020603050405020304" pitchFamily="18" charset="0"/>
              </a:rPr>
              <a:t>Programming Language: </a:t>
            </a:r>
            <a:r>
              <a:rPr lang="en-US" sz="1400" dirty="0">
                <a:latin typeface="Times New Roman" panose="02020603050405020304" pitchFamily="18" charset="0"/>
                <a:cs typeface="Times New Roman" panose="02020603050405020304" pitchFamily="18" charset="0"/>
              </a:rPr>
              <a:t>Python 3.10.8, </a:t>
            </a:r>
            <a:r>
              <a:rPr lang="en-US" sz="1400" b="1" dirty="0">
                <a:latin typeface="Times New Roman" panose="02020603050405020304" pitchFamily="18" charset="0"/>
                <a:cs typeface="Times New Roman" panose="02020603050405020304" pitchFamily="18" charset="0"/>
              </a:rPr>
              <a:t>IDE: </a:t>
            </a:r>
            <a:r>
              <a:rPr lang="en-US" sz="1400" dirty="0">
                <a:latin typeface="Times New Roman" panose="02020603050405020304" pitchFamily="18" charset="0"/>
                <a:cs typeface="Times New Roman" panose="02020603050405020304" pitchFamily="18" charset="0"/>
              </a:rPr>
              <a:t>VS Code)</a:t>
            </a:r>
            <a:endParaRPr lang="en-IN" sz="14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900" dirty="0">
              <a:latin typeface="Poppins Black" panose="00000800000000000000"/>
              <a:ea typeface="Poppins Black" panose="00000800000000000000"/>
              <a:cs typeface="Poppins Black" panose="00000800000000000000"/>
              <a:sym typeface="Poppins Black" panose="00000800000000000000"/>
            </a:endParaRPr>
          </a:p>
        </p:txBody>
      </p:sp>
      <p:sp>
        <p:nvSpPr>
          <p:cNvPr id="10" name="Google Shape;873;p32"/>
          <p:cNvSpPr/>
          <p:nvPr/>
        </p:nvSpPr>
        <p:spPr>
          <a:xfrm>
            <a:off x="4829996" y="5009723"/>
            <a:ext cx="933031" cy="821023"/>
          </a:xfrm>
          <a:prstGeom prst="ellipse">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800" b="1" dirty="0">
                <a:latin typeface="Poppins Black" panose="00000800000000000000"/>
                <a:ea typeface="Poppins Black" panose="00000800000000000000"/>
                <a:cs typeface="Poppins Black" panose="00000800000000000000"/>
                <a:sym typeface="Poppins Black" panose="00000800000000000000"/>
              </a:rPr>
              <a:t>03</a:t>
            </a:r>
            <a:endParaRPr sz="2800" b="1" dirty="0">
              <a:latin typeface="Poppins Black" panose="00000800000000000000"/>
              <a:ea typeface="Poppins Black" panose="00000800000000000000"/>
              <a:cs typeface="Poppins Black" panose="00000800000000000000"/>
              <a:sym typeface="Poppins Black" panose="00000800000000000000"/>
            </a:endParaRPr>
          </a:p>
        </p:txBody>
      </p:sp>
      <p:sp>
        <p:nvSpPr>
          <p:cNvPr id="11" name="Google Shape;874;p32"/>
          <p:cNvSpPr txBox="1"/>
          <p:nvPr/>
        </p:nvSpPr>
        <p:spPr>
          <a:xfrm>
            <a:off x="5776292" y="4876604"/>
            <a:ext cx="4178867" cy="1185404"/>
          </a:xfrm>
          <a:prstGeom prst="rect">
            <a:avLst/>
          </a:prstGeom>
          <a:noFill/>
          <a:ln>
            <a:noFill/>
          </a:ln>
        </p:spPr>
        <p:txBody>
          <a:bodyPr spcFirstLastPara="1" wrap="square" lIns="91425" tIns="91425" rIns="91425" bIns="91425" anchor="b" anchorCtr="0">
            <a:noAutofit/>
          </a:bodyPr>
          <a:lstStyle/>
          <a:p>
            <a:pPr marL="0" lvl="0" indent="0" algn="just" rtl="0">
              <a:lnSpc>
                <a:spcPct val="115000"/>
              </a:lnSpc>
              <a:spcBef>
                <a:spcPts val="0"/>
              </a:spcBef>
              <a:spcAft>
                <a:spcPts val="0"/>
              </a:spcAft>
              <a:buNone/>
            </a:pPr>
            <a:r>
              <a:rPr lang="en-US" sz="2400" b="1" dirty="0" smtClean="0">
                <a:latin typeface="Poppins Black" panose="00000800000000000000"/>
                <a:ea typeface="Poppins Black" panose="00000800000000000000"/>
                <a:cs typeface="Poppins Black" panose="00000800000000000000"/>
                <a:sym typeface="Poppins Black" panose="00000800000000000000"/>
              </a:rPr>
              <a:t>Packages/Libraries</a:t>
            </a:r>
          </a:p>
          <a:p>
            <a:pPr algn="just">
              <a:lnSpc>
                <a:spcPct val="115000"/>
              </a:lnSpc>
            </a:pP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14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14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p>
          <a:p>
            <a:pPr marL="0" lvl="0" indent="0" algn="just" rtl="0">
              <a:lnSpc>
                <a:spcPct val="115000"/>
              </a:lnSpc>
              <a:spcBef>
                <a:spcPts val="0"/>
              </a:spcBef>
              <a:spcAft>
                <a:spcPts val="0"/>
              </a:spcAft>
              <a:buNone/>
            </a:pPr>
            <a:endParaRPr sz="1050" dirty="0">
              <a:latin typeface="Poppins Black" panose="00000800000000000000"/>
              <a:ea typeface="Poppins Black" panose="00000800000000000000"/>
              <a:cs typeface="Poppins Black" panose="00000800000000000000"/>
              <a:sym typeface="Poppins Black" panose="00000800000000000000"/>
            </a:endParaRPr>
          </a:p>
        </p:txBody>
      </p:sp>
      <p:cxnSp>
        <p:nvCxnSpPr>
          <p:cNvPr id="13" name="Google Shape;878;p32"/>
          <p:cNvCxnSpPr>
            <a:stCxn id="7" idx="3"/>
            <a:endCxn id="5" idx="2"/>
          </p:cNvCxnSpPr>
          <p:nvPr/>
        </p:nvCxnSpPr>
        <p:spPr>
          <a:xfrm flipV="1">
            <a:off x="3463406" y="2532647"/>
            <a:ext cx="1428631" cy="1476336"/>
          </a:xfrm>
          <a:prstGeom prst="curvedConnector3">
            <a:avLst>
              <a:gd name="adj1" fmla="val 50000"/>
            </a:avLst>
          </a:prstGeom>
          <a:noFill/>
          <a:ln w="41275" cap="flat" cmpd="sng">
            <a:solidFill>
              <a:schemeClr val="accent1">
                <a:lumMod val="75000"/>
              </a:schemeClr>
            </a:solidFill>
            <a:prstDash val="dot"/>
            <a:round/>
            <a:headEnd type="none" w="med" len="med"/>
            <a:tailEnd type="none" w="med" len="med"/>
          </a:ln>
        </p:spPr>
      </p:cxnSp>
      <p:cxnSp>
        <p:nvCxnSpPr>
          <p:cNvPr id="14" name="Google Shape;879;p32"/>
          <p:cNvCxnSpPr>
            <a:stCxn id="7" idx="3"/>
            <a:endCxn id="8" idx="2"/>
          </p:cNvCxnSpPr>
          <p:nvPr/>
        </p:nvCxnSpPr>
        <p:spPr>
          <a:xfrm flipV="1">
            <a:off x="3463406" y="3886576"/>
            <a:ext cx="1396086" cy="122407"/>
          </a:xfrm>
          <a:prstGeom prst="curvedConnector3">
            <a:avLst>
              <a:gd name="adj1" fmla="val 50000"/>
            </a:avLst>
          </a:prstGeom>
          <a:noFill/>
          <a:ln w="41275" cap="flat" cmpd="sng">
            <a:solidFill>
              <a:schemeClr val="accent1">
                <a:lumMod val="75000"/>
              </a:schemeClr>
            </a:solidFill>
            <a:prstDash val="dot"/>
            <a:round/>
            <a:headEnd type="none" w="med" len="med"/>
            <a:tailEnd type="none" w="med" len="med"/>
          </a:ln>
        </p:spPr>
      </p:cxnSp>
      <p:cxnSp>
        <p:nvCxnSpPr>
          <p:cNvPr id="15" name="Google Shape;880;p32"/>
          <p:cNvCxnSpPr>
            <a:stCxn id="7" idx="3"/>
            <a:endCxn id="10" idx="2"/>
          </p:cNvCxnSpPr>
          <p:nvPr/>
        </p:nvCxnSpPr>
        <p:spPr>
          <a:xfrm>
            <a:off x="3463406" y="4008983"/>
            <a:ext cx="1366590" cy="1411252"/>
          </a:xfrm>
          <a:prstGeom prst="curvedConnector3">
            <a:avLst>
              <a:gd name="adj1" fmla="val 50000"/>
            </a:avLst>
          </a:prstGeom>
          <a:noFill/>
          <a:ln w="41275" cap="flat" cmpd="sng">
            <a:solidFill>
              <a:schemeClr val="accent1">
                <a:lumMod val="75000"/>
              </a:schemeClr>
            </a:solidFill>
            <a:prstDash val="dot"/>
            <a:round/>
            <a:headEnd type="none" w="med" len="med"/>
            <a:tailEnd type="none" w="med" len="med"/>
          </a:ln>
        </p:spPr>
      </p:cxnSp>
      <p:sp>
        <p:nvSpPr>
          <p:cNvPr id="16" name="Google Shape;892;p34"/>
          <p:cNvSpPr/>
          <p:nvPr/>
        </p:nvSpPr>
        <p:spPr>
          <a:xfrm>
            <a:off x="7620882" y="932687"/>
            <a:ext cx="1079404" cy="96225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solidFill>
                  <a:schemeClr val="tx1"/>
                </a:solidFill>
                <a:latin typeface="Times New Roman" panose="02020603050405020304" pitchFamily="18" charset="0"/>
                <a:cs typeface="Times New Roman" panose="02020603050405020304" pitchFamily="18" charset="0"/>
              </a:rPr>
              <a:t>Functional Requirements</a:t>
            </a:r>
            <a:r>
              <a:rPr lang="en-US" sz="2000" dirty="0">
                <a:solidFill>
                  <a:schemeClr val="tx1"/>
                </a:solidFill>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FUNCTIONAL AND NON-FUNCTIONAL REQUIREMENTS</a:t>
            </a:r>
            <a:endParaRPr lang="en-US" sz="3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solidFill>
                  <a:schemeClr val="tx1"/>
                </a:solidFill>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solidFill>
                  <a:schemeClr val="tx1"/>
                </a:solidFill>
                <a:latin typeface="Times New Roman" panose="02020603050405020304" pitchFamily="18" charset="0"/>
                <a:cs typeface="Times New Roman" panose="02020603050405020304" pitchFamily="18" charset="0"/>
              </a:rPr>
              <a:t>Non-functional requirements</a:t>
            </a:r>
            <a:r>
              <a:rPr lang="en-US" sz="2000" dirty="0">
                <a:solidFill>
                  <a:schemeClr val="tx1"/>
                </a:solidFill>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solidFill>
                  <a:schemeClr val="tx1"/>
                </a:solidFill>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solidFill>
                  <a:schemeClr val="tx1"/>
                </a:solidFill>
                <a:latin typeface="Times New Roman" panose="02020603050405020304" pitchFamily="18" charset="0"/>
                <a:cs typeface="Times New Roman" panose="02020603050405020304" pitchFamily="18" charset="0"/>
              </a:rPr>
              <a:t> FUNCTIONAL AND NON-FUNCTIONAL REQUIREMENTS</a:t>
            </a:r>
            <a:endParaRPr lang="en-US" sz="3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sp>
        <p:nvSpPr>
          <p:cNvPr id="5" name="AutoShape 4" descr="data:image/png;base64,iVBORw0KGgoAAAANSUhEUgAAC1gAAAc4CAYAAACf54akAAAAAXNSR0IArs4c6QAAKt90RVh0bXhmaWxlACUzQ214R3JhcGhNb2RlbCUzRSUzQ3Jvb3QlM0UlM0NteENlbGwlMjBpZCUzRCUyMjAlMjIlMkYlM0UlM0NteENlbGwlMjBpZCUzRCUyMjElMjIlMjBwYXJlbnQlM0QlMjIwJTIyJTJGJTNFJTNDbXhDZWxsJTIwaWQlM0QlMjIyJTIyJTIwdmFsdWUlM0QlMjIlMjIlMjBzdHlsZSUzRCUyMmdyb3VwJTNCJTIyJTIwdmVydGV4JTNEJTIyMSUyMiUyMGNvbm5lY3RhYmxlJTNEJTIyMCUyMiUyMHBhcmVudCUzRCUyMjElMjIlM0UlM0NteEdlb21ldHJ5JTIweCUzRCUyMjExMCUyMiUyMHklM0QlMjIxMTcwJTIyJTIwd2lkdGglM0QlMjI3MDUlMjIlMjBoZWlnaHQlM0QlMjI0NDAlMjIlMjBhcyUzRCUyMmdlb21ldHJ5JTIyJTJGJTNFJTNDJTJGbXhDZWxsJTNFJTNDbXhDZWxsJTIwaWQlM0QlMjIzJTIyJTIwdmFsdWUlM0QlMjIlMjZsdCUzQmRpdiUyNmd0JTNCJTI2bHQlM0JiciUyNmd0JTNCJTI2bHQlM0IlMkZkaXYlMjZndCUzQiUyMiUyMHN0eWxlJTNEJTIycm91bmRlZCUzRDAlM0J3aGl0ZVNwYWNlJTNEd3JhcCUzQmh0bWwlM0QxJTNCJTIyJTIwdmVydGV4JTNEJTIyMSUyMiUyMHBhcmVudCUzRCUyMjIlMjIlM0UlM0NteEdlb21ldHJ5JTIweSUzRCUyMjgwJTIyJTIwd2lkdGglM0QlMjI0NTAlMjIlMjBoZWlnaHQlM0QlMjIzNjAlMjIlMjBhcyUzRCUyMmdlb21ldHJ5JTIyJTJGJTNFJTNDJTJGbXhDZWxsJTNFJTNDbXhDZWxsJTIwaWQlM0QlMjI0JTIyJTIwdmFsdWUlM0QlMjJEYXRhYmFzZSUyMiUyMHN0eWxlJTNEJTIyc2hhcGUlM0RjeWxpbmRlcjMlM0J3aGl0ZVNwYWNlJTNEd3JhcCUzQmh0bWwlM0QxJTNCYm91bmRlZExibCUzRDElM0JiYWNrZ3JvdW5kT3V0bGluZSUzRDElM0JzaXplJTNEMTUlM0JmaWxsQ29sb3IlM0QlMjNmZmU2Y2MlM0JzdHJva2VDb2xvciUzRCUyM2Q3OWIwMCUzQiUyMiUyMHZlcnRleCUzRCUyMjElMjIlMjBwYXJlbnQlM0QlMjIyJTIyJTNFJTNDbXhHZW9tZXRyeSUyMHglM0QlMjIyODAlMjIlMjB3aWR0aCUzRCUyMjgwJTIyJTIwaGVpZ2h0JTNEJTIyNjAlMjIlMjBhcyUzRCUyMmdlb21ldHJ5JTIyJTJGJTNFJTNDJTJGbXhDZWxsJTNFJTNDbXhDZWxsJTIwaWQlM0QlMjI1JTIyJTIwc3R5bGUlM0QlMjJlZGdlU3R5bGUlM0RvcnRob2dvbmFsRWRnZVN0eWxlJTNCcm91bmRlZCUzRDAlM0JvcnRob2dvbmFsTG9vcCUzRDElM0JqZXR0eVNpemUlM0RhdXRvJTNCaHRtbCUzRDElM0IlMjIlMjBlZGdlJTNEJTIyMSUyMiUyMHBhcmVudCUzRCUyMjIlMjIlMjBzb3VyY2UlM0QlMjI3JTIyJTIwdGFyZ2V0JTNEJTIyOCUyMiUzRSUzQ214R2VvbWV0cnklMjByZWxhdGl2ZSUzRCUyMjElMjIlMjBhcyUzRCUyMmdlb21ldHJ5JTIyJTNFJTNDQXJyYXklMjBhcyUzRCUyMnBvaW50cyUyMiUzRSUzQ214UG9pbnQlMjB4JTNEJTIyMjMwJTIyJTIweSUzRCUyMjMwJTIyJTJGJTNFJTNDbXhQb2ludCUyMHglM0QlMjIyMzAlMjIlMjB5JTNEJTIyMTMwJTIyJTJGJTNFJTNDJTJGQXJyYXklM0UlM0MlMkZteEdlb21ldHJ5JTNFJTNDJTJGbXhDZWxsJTNFJTNDbXhDZWxsJTIwaWQlM0QlMjI2JTIyJTIwc3R5bGUlM0QlMjJlZGdlU3R5bGUlM0RvcnRob2dvbmFsRWRnZVN0eWxlJTNCcm91bmRlZCUzRDAlM0JvcnRob2dvbmFsTG9vcCUzRDElM0JqZXR0eVNpemUlM0RhdXRvJTNCaHRtbCUzRDElM0IlMjIlMjBlZGdlJTNEJTIyMSUyMiUyMHBhcmVudCUzRCUyMjIlMjIlMjBzb3VyY2UlM0QlMjI3JTIyJTIwdGFyZ2V0JTNEJTIyMTklMjIlM0UlM0NteEdlb21ldHJ5JTIwcmVsYXRpdmUlM0QlMjIxJTIyJTIwYXMlM0QlMjJnZW9tZXRyeSUyMiUyRiUzRSUzQyUyRm14Q2VsbCUzRSUzQ214Q2VsbCUyMGlkJTNEJTIyNyUyMiUyMHZhbHVlJTNEJTIyVXNlciUyMiUyMHN0eWxlJTNEJTIycm91bmRlZCUzRDAlM0J3aGl0ZVNwYWNlJTNEd3JhcCUzQmh0bWwlM0QxJTNCZmlsbENvbG9yJTNEJTIzZmZlNmNjJTNCc3Ryb2tlQ29sb3IlM0QlMjNkNzliMDAlM0IlMjIlMjB2ZXJ0ZXglM0QlMjIxJTIyJTIwcGFyZW50JTNEJTIyMiUyMiUzRSUzQ214R2VvbWV0cnklMjB4JTNEJTIyODAlMjIlMjB5JTNEJTIyMTAlMjIlMjB3aWR0aCUzRCUyMjEyMCUyMiUyMGhlaWdodCUzRCUyMjQwJTIyJTIwYXMlM0QlMjJnZW9tZXRyeSUyMiUyRiUzRSUzQyUyRm14Q2VsbCUzRSUzQ214Q2VsbCUyMGlkJTNEJTIyOCUyMiUyMHZhbHVlJTNEJTIyUmVnaXN0ZXIlMjIlMjBzdHlsZSUzRCUyMnJvdW5kZWQlM0QxJTNCd2hpdGVTcGFjZSUzRHdyYXAlM0JodG1sJTNEMSUzQmZpbGxDb2xvciUzRCUyM2ZmZTZjYyUzQnN0cm9rZUNvbG9yJTNEJTIzZDc5YjAwJTNCJTIyJTIwdmVydGV4JTNEJTIyMSUyMiUyMHBhcmVudCUzRCUyMjIlMjIlM0UlM0NteEdlb21ldHJ5JTIweCUzRCUyMjI2MCUyMiUyMHklM0QlMjIxMTAlMjIlMjB3aWR0aCUzRCUyMjEyMCUyMiUyMGhlaWdodCUzRCUyMjQwJTIyJTIwYXMlM0QlMjJnZW9tZXRyeSUyMiUyRiUzRSUzQyUyRm14Q2VsbCUzRSUzQ214Q2VsbCUyMGlkJTNEJTIyOSUyMiUyMHN0eWxlJTNEJTIyZWRnZVN0eWxlJTNEb3J0aG9nb25hbEVkZ2VTdHlsZSUzQnJvdW5kZWQlM0QwJTNCb3J0aG9nb25hbExvb3AlM0QxJTNCamV0dHlTaXplJTNEYXV0byUzQmh0bWwlM0QxJTNCJTIyJTIwZWRnZSUzRCUyMjElMjIlMjBwYXJlbnQlM0QlMjIyJTIyJTIwc291cmNlJTNEJTIyMTQlMjIlMjB0YXJnZXQlM0QlMjIxNiUyMiUzRSUzQ214R2VvbWV0cnklMjByZWxhdGl2ZSUzRCUyMjElMjIlMjBhcyUzRCUyMmdlb21ldHJ5JTIyJTNFJTNDQXJyYXklMjBhcyUzRCUyMnBvaW50cyUyMiUzRSUzQ214UG9pbnQlMjB4JTNEJTIyMjI1JTIyJTIweSUzRCUyMjIxMCUyMiUyRiUzRSUzQ214UG9pbnQlMjB4JTNEJTIyMjI1JTIyJTIweSUzRCUyMjM0NSUyMiUyRiUzRSUzQyUyRkFycmF5JTNFJTNDJTJGbXhHZW9tZXRyeSUzRSUzQyUyRm14Q2VsbCUzRSUzQ214Q2VsbCUyMGlkJTNEJTIyMTAlMjIlMjB2YWx1ZSUzRCUyMlZhbGlkJTIwQ3JlZGVudGlhbHMlMjIlMjBzdHlsZSUzRCUyMmVkZ2VMYWJlbCUzQmh0bWwlM0QxJTNCYWxpZ24lM0RjZW50ZXIlM0J2ZXJ0aWNhbEFsaWduJTNEbWlkZGxlJTNCcmVzaXphYmxlJTNEMCUzQnBvaW50cyUzRCU1QiU1RCUzQiUyMiUyMHZlcnRleCUzRCUyMjElMjIlMjBjb25uZWN0YWJsZSUzRCUyMjAlMjIlMjBwYXJlbnQlM0QlMjI5JTIyJTNFJTNDbXhHZW9tZXRyeSUyMHglM0QlMjIwLjE0NzklMjIlMjByZWxhdGl2ZSUzRCUyMjElMjIlMjBhcyUzRCUyMmdlb21ldHJ5JTIyJTNFJTNDbXhQb2ludCUyMHglM0QlMjIyMCUyMiUyMHklM0QlMjItOTIlMjIlMjBhcyUzRCUyMm9mZnNldCUyMiUyRiUzRSUzQyUyRm14R2VvbWV0cnklM0UlM0MlMkZteENlbGwlM0UlM0NteENlbGwlMjBpZCUzRCUyMjExJTIyJTIwc3R5bGUlM0QlMjJlZGdlU3R5bGUlM0RvcnRob2dvbmFsRWRnZVN0eWxlJTNCcm91bmRlZCUzRDAlM0JvcnRob2dvbmFsTG9vcCUzRDElM0JqZXR0eVNpemUlM0RhdXRvJTNCaHRtbCUzRDElM0IlMjIlMjBlZGdlJTNEJTIyMSUyMiUyMHBhcmVudCUzRCUyMjIlMjIlMjBzb3VyY2UlM0QlMjIxNCUyMiUyMHRhcmdldCUzRCUyMjE5JTIyJTNFJTNDbXhHZW9tZXRyeSUyMHJlbGF0aXZlJTNEJTIyMSUyMiUyMGFzJTNEJTIyZ2VvbWV0cnklMjIlM0UlM0NBcnJheSUyMGFzJTNEJTIycG9pbnRzJTIyJTNFJTNDbXhQb2ludCUyMHglM0QlMjI1MCUyMiUyMHklM0QlMjIyMTAlMjIlMkYlM0UlM0NteFBvaW50JTIweCUzRCUyMjUwJTIyJTIweSUzRCUyMjEzMCUyMiUyRiUzRSUzQyUyRkFycmF5JTNFJTNDJTJGbXhHZW9tZXRyeSUzRSUzQyUyRm14Q2VsbCUzRSUzQ214Q2VsbCUyMGlkJTNEJTIyMTIlMjIlMjB2YWx1ZSUzRCUyMkludmFsaWQlMjBDcmVkZW50aWFscyUyMiUyMHN0eWxlJTNEJTIyZWRnZUxhYmVsJTNCaHRtbCUzRDElM0JhbGlnbiUzRGNlbnRlciUzQnZlcnRpY2FsQWxpZ24lM0RtaWRkbGUlM0JyZXNpemFibGUlM0QwJTNCcG9pbnRzJTNEJTVCJTVEJTNCJTIyJTIwdmVydGV4JTNEJTIyMSUyMiUyMGNvbm5lY3RhYmxlJTNEJTIyMCUyMiUyMHBhcmVudCUzRCUyMjExJTIyJTNFJTNDbXhHZW9tZXRyeSUyMHglM0QlMjItMC4wNTA4JTIyJTIweSUzRCUyMi0zJTIyJTIwcmVsYXRpdmUlM0QlMjIxJTIyJTIwYXMlM0QlMjJnZW9tZXRyeSUyMiUzRSUzQ214UG9pbnQlMjB5JTNEJTIyMSUyMiUyMGFzJTNEJTIyb2Zmc2V0JTIyJTJGJTNFJTNDJTJGbXhHZW9tZXRyeSUzRSUzQyUyRm14Q2VsbCUzRSUzQ214Q2VsbCUyMGlkJTNEJTIyMTMlMjIlMjBzdHlsZSUzRCUyMmVkZ2VTdHlsZSUzRG9ydGhvZ29uYWxFZGdlU3R5bGUlM0Jyb3VuZGVkJTNEMCUzQm9ydGhvZ29uYWxMb29wJTNEMSUzQmpldHR5U2l6ZSUzRGF1dG8lM0JodG1sJTNEMSUzQiUyMiUyMGVkZ2UlM0QlMjIxJTIyJTIwcGFyZW50JTNEJTIyMiUyMiUyMHNvdXJjZSUzRCUyMjE0JTIyJTIwdGFyZ2V0JTNEJTIyMTUlMjIlM0UlM0NteEdlb21ldHJ5JTIwcmVsYXRpdmUlM0QlMjIxJTIyJTIwYXMlM0QlMjJnZW9tZXRyeSUyMiUyRiUzRSUzQyUyRm14Q2VsbCUzRSUzQ214Q2VsbCUyMGlkJTNEJTIyMTQlMjIlMjB2YWx1ZSUzRCUyMkNyZWRlbnRpYWxzJTIyJTIwc3R5bGUlM0QlMjJyaG9tYnVzJTNCd2hpdGVTcGFjZSUzRHdyYXAlM0JodG1sJTNEMSUzQmZpbGxDb2xvciUzRCUyM2ZmZTZjYyUzQnN0cm9rZUNvbG9yJTNEJTIzZDc5YjAwJTNCJTIyJTIwdmVydGV4JTNEJTIyMSUyMiUyMHBhcmVudCUzRCUyMjIlMjIlM0UlM0NteEdlb21ldHJ5JTIweCUzRCUyMjgwJTIyJTIweSUzRCUyMjE5MCUyMiUyMHdpZHRoJTNEJTIyMTIwJTIyJTIwaGVpZ2h0JTNEJTIyNDAlMjIlMjBhcyUzRCUyMmdlb21ldHJ5JTIyJTJGJTNFJTNDJTJGbXhDZWxsJTNFJTNDbXhDZWxsJTIwaWQlM0QlMjIxNSUyMiUyMHZhbHVlJTNEJTIyJTI2bHQlM0JkaXYlMjBzdHlsZSUzRCUyNnF1b3QlM0J0ZXh0LWFsaWduJTNBJTIwY2VudGVyJTNCJTI2cXVvdCUzQiUyNmd0JTNCJTI2bHQlM0JzcGFuJTIwc3R5bGUlM0QlMjZxdW90JTNCYmFja2dyb3VuZC1jb2xvciUzQSUyMGluaXRpYWwlM0IlMjZxdW90JTNCJTI2Z3QlM0JTeXN0ZW0lMjZsdCUzQiUyRnNwYW4lMjZndCUzQiUyNmx0JTNCJTJGZGl2JTI2Z3QlM0IlMjZsdCUzQmRpdiUyMHN0eWxlJTNEJTI2cXVvdCUzQnRleHQtYWxpZ24lM0ElMjBjZW50ZXIlM0IlMjZxdW90JTNCJTI2Z3QlM0IlMjZsdCUzQmJyJTI2Z3QlM0IlMjZsdCUzQiUyRmRpdiUyNmd0JTNCJTI2bHQlM0JkaXYlMjBzdHlsZSUzRCUyNnF1b3QlM0IlMjZxdW90JTNCJTI2Z3QlM0IlMjZsdCUzQnVsJTI2Z3QlM0IlMjZsdCUzQmxpJTI2Z3QlM0JEYXRhJTIwY29sbGVjdGlvbiUyNmx0JTNCJTJGbGklMjZndCUzQiUyNmx0JTNCbGklMjZndCUzQkRhdGElMjBwcmVwcm9jZXNzJTI2bHQlM0IlMkZsaSUyNmd0JTNCJTI2bHQlM0JsaSUyNmd0JTNCRGF0YSUyMHNwbGl0dGluZyUyNmx0JTNCJTJGbGklMjZndCUzQiUyNmx0JTNCbGklMjZndCUzQiUyNmx0JTNCc3BhbiUyMHN0eWxlJTNEJTI2cXVvdCUzQmJhY2tncm91bmQtY29sb3IlM0ElMjBpbml0aWFsJTNCJTI2cXVvdCUzQiUyNmd0JTNCTW9kZWwlMjBidWlsZGluZyUyNmFtcCUzQm5ic3AlM0IlMjZsdCUzQmJyJTI2Z3QlM0IlMjZsdCUzQiUyRnNwYW4lMjZndCUzQiUyNmx0JTNCc3BhbiUyMHN0eWxlJTNEJTI2cXVvdCUzQmJhY2tncm91bmQtY29sb3IlM0ElMjBpbml0aWFsJTNCJTI2cXVvdCUzQiUyNmd0JTNCd2l0aCUyNmFtcCUzQm5ic3AlM0IlMjZsdCUzQiUyRnNwYW4lMjZndCUzQlNWQyUyQyUyNmFtcCUzQm5ic3AlM0IlMjZsdCUzQnNwYW4lMjBzdHlsZSUzRCUyNnF1b3QlM0JiYWNrZ3JvdW5kLWNvbG9yJTNBJTIwaW5pdGlhbCUzQiUyNnF1b3QlM0IlMjZndCUzQkRUJTJDJTI2YW1wJTNCbmJzcCUzQiUyNmx0JTNCJTJGc3BhbiUyNmd0JTNCJTI2bHQlM0JzcGFuJTIwc3R5bGUlM0QlMjZxdW90JTNCYmFja2dyb3VuZC1jb2xvciUzQSUyMGluaXRpYWwlM0IlMjZxdW90JTNCJTI2Z3QlM0JSRiUyQyUyNmFtcCUzQm5ic3AlM0IlMjZsdCUzQiUyRnNwYW4lMjZndCUzQiUyNmx0JTNCc3BhbiUyMHN0eWxlJTNEJTI2cXVvdCUzQmJhY2tncm91bmQtY29sb3IlM0ElMjBpbml0aWFsJTNCJTI2cXVvdCUzQiUyNmd0JTNCR05CJTJDJTI2YW1wJTNCbmJzcCUzQiUyNmx0JTNCYnIlMjZndCUzQiUyNmx0JTNCJTJGc3BhbiUyNmd0JTNCQWRhQm9vc3QlMkMlMjZhbXAlM0JuYnNwJTNCJTI2bHQlM0JzcGFuJTIwc3R5bGUlM0QlMjZxdW90JTNCYmFja2dyb3VuZC1jb2xvciUzQSUyMGluaXRpYWwlM0IlMjZxdW90JTNCJTI2Z3QlM0JYR0Jvb3N0JTJDJTI2YW1wJTNCbmJzcCUzQiUyNmx0JTNCJTJGc3BhbiUyNmd0JTNCJTI2bHQlM0JzcGFuJTIwc3R5bGUlM0QlMjZxdW90JTNCYmFja2dyb3VuZC1jb2xvciUzQSUyMGluaXRpYWwlM0IlMjZxdW90JTNCJTI2Z3QlM0JMUiUyNmx0JTNCJTJGc3BhbiUyNmd0JTNCJTI2bHQlM0IlMkZsaSUyNmd0JTNCJTI2bHQlM0JsaSUyNmd0JTNCJTI2bHQlM0JzcGFuJTIwc3R5bGUlM0QlMjZxdW90JTNCYmFja2dyb3VuZC1jb2xvciUzQSUyMGluaXRpYWwlM0IlMjZxdW90JTNCJTI2Z3QlM0JHZXQlMjBpbnB1dCUyMGRhdGElMjZsdCUzQiUyRnNwYW4lMjZndCUzQiUyNmx0JTNCJTJGbGklMjZndCUzQiUyNmx0JTNCbGklMjZndCUzQiUyNmx0JTNCc3BhbiUyMHN0eWxlJTNEJTI2cXVvdCUzQmJhY2tncm91bmQtY29sb3IlM0ElMjBpbml0aWFsJTNCJTI2cXVvdCUzQiUyNmd0JTNCTW9kZWwlMjBwcmVkaWN0aW9uJTI2bHQlM0IlMkZzcGFuJTI2Z3QlM0IlMjZsdCUzQiUyRmxpJTI2Z3QlM0IlMjZsdCUzQiUyRnVsJTI2Z3QlM0IlMjZsdCUzQiUyRmRpdiUyNmd0JTNCJTIyJTIwc3R5bGUlM0QlMjJyb3VuZGVkJTNEMSUzQndoaXRlU3BhY2UlM0R3cmFwJTNCaHRtbCUzRDElM0JhbGlnbiUzRGxlZnQlM0JmaWxsQ29sb3IlM0QlMjNmZmU2Y2MlM0JzdHJva2VDb2xvciUzRCUyM2Q3OWIwMCUzQiUyMiUyMHZlcnRleCUzRCUyMjElMjIlMjBwYXJlbnQlM0QlMjIyJTIyJTNFJTNDbXhHZW9tZXRyeSUyMHglM0QlMjIyMzUlMjIlMjB5JTNEJTIyMjQwJTIyJTIwd2lkdGglM0QlMjIyMDUlMjIlMjBoZWlnaHQlM0QlMjIxNzAlMjIlMjBhcyUzRCUyMmdlb21ldHJ5JTIyJTJGJTNFJTNDJTJGbXhDZWxsJTNFJTNDbXhDZWxsJTIwaWQlM0QlMjIxNiUyMiUyMHZhbHVlJTNEJTIyJTI2bHQlM0JkaXYlMjBzdHlsZSUzRCUyNnF1b3QlM0J0ZXh0LWFsaWduJTNBJTIwY2VudGVyJTNCJTI2cXVvdCUzQiUyNmd0JTNCJTI2bHQlM0JzcGFuJTIwc3R5bGUlM0QlMjZxdW90JTNCYmFja2dyb3VuZC1jb2xvciUzQSUyMGluaXRpYWwlM0IlMjZxdW90JTNCJTI2Z3QlM0IlMjZsdCUzQnNwYW4lMjBzdHlsZSUzRCUyNnF1b3QlM0J3aGl0ZS1zcGFjZSUzQSUyMHByZSUzQiUyNnF1b3QlM0IlMjZndCUzQiUyNiUyMzklM0IlMjZsdCUzQiUyRnNwYW4lMjZndCUzQiUyNmFtcCUzQm5ic3AlM0IlMjAlMjZhbXAlM0JuYnNwJTNCJTIwJTI2YW1wJTNCbmJzcCUzQlVzZXIlMjZsdCUzQiUyRnNwYW4lMjZndCUzQiUyNmx0JTNCJTJGZGl2JTI2Z3QlM0IlMjZsdCUzQmRpdiUyMHN0eWxlJTNEJTI2cXVvdCUzQnRleHQtYWxpZ24lM0ElMjBjZW50ZXIlM0IlMjZxdW90JTNCJTI2Z3QlM0IlMjZsdCUzQnNwYW4lMjBzdHlsZSUzRCUyNnF1b3QlM0JiYWNrZ3JvdW5kLWNvbG9yJTNBJTIwaW5pdGlhbCUzQiUyNnF1b3QlM0IlMjZndCUzQiUyNmx0JTNCYnIlMjZndCUzQiUyNmx0JTNCJTJGc3BhbiUyNmd0JTNCJTI2bHQlM0IlMkZkaXYlMjZndCUzQiUyNmx0JTNCZGl2JTI2Z3QlM0IlMjZsdCUzQmRpdiUyNmd0JTNCJTI2bHQlM0J1bCUyNmd0JTNCJTI2bHQlM0JsaSUyNmd0JTNCSW5wdXQlMjBkYXRhJTI2bHQlM0IlMkZsaSUyNmd0JTNCJTI2bHQlM0JsaSUyNmd0JTNCR2V0JTIwcmVzdWx0JTI2bHQlM0IlMkZsaSUyNmd0JTNCJTI2bHQlM0JsaSUyNmd0JTNCTG9nb3V0JTI2bHQlM0IlMkZsaSUyNmd0JTNCJTI2bHQlM0IlMkZ1bCUyNmd0JTNCJTI2bHQlM0IlMkZkaXYlMjZndCUzQiUyNmx0JTNCJTJGZGl2JTI2Z3QlM0IlMjIlMjBzdHlsZSUzRCUyMnJvdW5kZWQlM0QxJTNCd2hpdGVTcGFjZSUzRHdyYXAlM0JodG1sJTNEMSUzQmFsaWduJTNEbGVmdCUzQmZpbGxDb2xvciUzRCUyM2ZmZTZjYyUzQnN0cm9rZUNvbG9yJTNEJTIzZDc5YjAwJTNCJTIyJTIwdmVydGV4JTNEJTIyMSUyMiUyMHBhcmVudCUzRCUyMjIlMjIlM0UlM0NteEdlb21ldHJ5JTIweCUzRCUyMjU1JTIyJTIweSUzRCUyMjI4MCUyMiUyMHdpZHRoJTNEJTIyMTQ1JTIyJTIwaGVpZ2h0JTNEJTIyMTIwJTIyJTIwYXMlM0QlMjJnZW9tZXRyeSUyMiUyRiUzRSUzQyUyRm14Q2VsbCUzRSUzQ214Q2VsbCUyMGlkJTNEJTIyMTclMjIlMjB2YWx1ZSUzRCUyMlJlc3VsdCUyMChDbGFzc2lmaWNhdGlvbnMpJTIyJTIwc3R5bGUlM0QlMjJzd2ltbGFuZSUzQndoaXRlU3BhY2UlM0R3cmFwJTNCaHRtbCUzRDElM0JmaWxsQ29sb3IlM0QlMjNmZmU2Y2MlM0JzdHJva2VDb2xvciUzRCUyM2Q3OWIwMCUzQiUyMiUyMHZlcnRleCUzRCUyMjElMjIlMjBwYXJlbnQlM0QlMjIyJTIyJTNFJTNDbXhHZW9tZXRyeSUyMHglM0QlMjI1MDUlMjIlMjB5JTNEJTIyMjEwJTIyJTIwd2lkdGglM0QlMjIyMDAlMjIlMjBoZWlnaHQlM0QlMjIxMDAlMjIlMjBhcyUzRCUyMmdlb21ldHJ5JTIyJTJGJTNFJTNDJTJGbXhDZWxsJTNFJTNDbXhDZWxsJTIwaWQlM0QlMjIxOCUyMiUyMHZhbHVlJTNEJTIyJTI2bHQlM0JkaXYlMjBzdHlsZSUzRCUyNnF1b3QlM0IlMjZxdW90JTNCJTI2Z3QlM0IlMjZsdCUzQmRpdiUyNmd0JTNCJTI2bHQlM0Jmb250JTIwZmFjZSUzRCUyNnF1b3QlM0JDb25zb2xhcyUyQyUyMENvdXJpZXIlMjBOZXclMkMlMjBtb25vc3BhY2UlMjZxdW90JTNCJTI2Z3QlM0IlMjZsdCUzQnNwYW4lMjBzdHlsZSUzRCUyNnF1b3QlM0J3aGl0ZS1zcGFjZS1jb2xsYXBzZSUzQSUyMHByZXNlcnZlJTNCJTIwYmFja2dyb3VuZC1jb2xvciUzQSUyMHJnYigyNTUlMkMlMjAyNTUlMkMlMjAyNTUpJTNCJTI2cXVvdCUzQiUyNmd0JTNCJTIwMS5JcyUyMEZyYXVkJTIwb3IlMjBub3QlMjZsdCUzQiUyRnNwYW4lMjZndCUzQiUyNmx0JTNCJTJGZm9udCUyNmd0JTNCJTI2bHQlM0IlMkZkaXYlMjZndCUzQiUyNmx0JTNCZGl2JTI2Z3QlM0IlMjZsdCUzQmZvbnQlMjBmYWNlJTNEJTI2cXVvdCUzQkNvbnNvbGFzJTJDJTIwQ291cmllciUyME5ldyUyQyUyMG1vbm9zcGFjZSUyNnF1b3QlM0IlMjZndCUzQiUyNmx0JTNCc3BhbiUyMHN0eWxlJTNEJTI2cXVvdCUzQndoaXRlLXNwYWNlLWNvbGxhcHNlJTNBJTIwcHJlc2VydmUlM0IlMjBiYWNrZ3JvdW5kLWNvbG9yJTNBJTIwcmdiKDI1NSUyQyUyMDI1NSUyQyUyMDI1NSklM0IlMjZxdW90JTNCJTI2Z3QlM0IlMjZsdCUzQmJyJTI2Z3QlM0IlMjZsdCUzQiUyRnNwYW4lMjZndCUzQiUyNmx0JTNCJTJGZm9udCUyNmd0JTNCJTI2bHQlM0IlMkZkaXYlMjZndCUzQiUyNmx0JTNCJTJGZGl2JTI2Z3QlM0IlMjIlMjBzdHlsZSUzRCUyMnRleHQlM0JodG1sJTNEMSUzQmFsaWduJTNEbGVmdCUzQnZlcnRpY2FsQWxpZ24lM0RtaWRkbGUlM0JyZXNpemFibGUlM0QwJTNCcG9pbnRzJTNEJTVCJTVEJTNCYXV0b3NpemUlM0QxJTNCc3Ryb2tlQ29sb3IlM0QlMjNkNzliMDAlM0JmaWxsQ29sb3IlM0QlMjNmZmU2Y2MlM0IlMjIlMjB2ZXJ0ZXglM0QlMjIxJTIyJTIwcGFyZW50JTNEJTIyMTclMjIlM0UlM0NteEdlb21ldHJ5JTIweCUzRCUyMjIwJTIyJTIweSUzRCUyMjQ1JTIyJTIwd2lkdGglM0QlMjIxNDAlMjIlMjBoZWlnaHQlM0QlMjI0MCUyMiUyMGFzJTNEJTIyZ2VvbWV0cnklMjIlMkYlM0UlM0MlMkZteENlbGwlM0UlM0NteENlbGwlMjBpZCUzRCUyMjE5JTIyJTIwdmFsdWUlM0QlMjJMb2dpbiUyMiUyMHN0eWxlJTNEJTIycm91bmRlZCUzRDElM0J3aGl0ZVNwYWNlJTNEd3JhcCUzQmh0bWwlM0QxJTNCZmlsbENvbG9yJTNEJTIzZmZlNmNjJTNCc3Ryb2tlQ29sb3IlM0QlMjNkNzliMDAlM0IlMjIlMjB2ZXJ0ZXglM0QlMjIxJTIyJTIwcGFyZW50JTNEJTIyMiUyMiUzRSUzQ214R2VvbWV0cnklMjB4JTNEJTIyODAlMjIlMjB5JTNEJTIyMTEwJTIyJTIwd2lkdGglM0QlMjIxMjAlMjIlMjBoZWlnaHQlM0QlMjI0MCUyMiUyMGFzJTNEJTIyZ2VvbWV0cnklMjIlMkYlM0UlM0MlMkZteENlbGwlM0UlM0NteENlbGwlMjBpZCUzRCUyMjIwJTIyJTIwc3R5bGUlM0QlMjJlZGdlU3R5bGUlM0RvcnRob2dvbmFsRWRnZVN0eWxlJTNCcm91bmRlZCUzRDAlM0JvcnRob2dvbmFsTG9vcCUzRDElM0JqZXR0eVNpemUlM0RhdXRvJTNCaHRtbCUzRDElM0JlbnRyeVglM0QwLjUlM0JlbnRyeVklM0QxJTNCZW50cnlEeCUzRDAlM0JlbnRyeUR5JTNEMCUzQmVudHJ5UGVyaW1ldGVyJTNEMCUzQiUyMiUyMGVkZ2UlM0QlMjIxJTIyJTIwcGFyZW50JTNEJTIyMiUyMiUyMHNvdXJjZSUzRCUyMjglMjIlMjB0YXJnZXQlM0QlMjI0JTIyJTNFJTNDbXhHZW9tZXRyeSUyMHJlbGF0aXZlJTNEJTIyMSUyMiUyMGFzJTNEJTIyZ2VvbWV0cnklMjIlMkYlM0UlM0MlMkZteENlbGwlM0UlM0NteENlbGwlMjBpZCUzRCUyMjIxJTIyJTIwdmFsdWUlM0QlMjIlMjIlMjBzdHlsZSUzRCUyMmVuZEFycm93JTNEY2xhc3NpYyUzQnN0YXJ0QXJyb3clM0RjbGFzc2ljJTNCaHRtbCUzRDElM0Jyb3VuZGVkJTNEMCUzQiUyMiUyMGVkZ2UlM0QlMjIxJTIyJTIwcGFyZW50JTNEJTIyMiUyMiUzRSUzQ214R2VvbWV0cnklMjB3aWR0aCUzRCUyMjUwJTIyJTIwaGVpZ2h0JTNEJTIyNTAlMjIlMjByZWxhdGl2ZSUzRCUyMjElMjIlMjBhcyUzRCUyMmdlb21ldHJ5JTIyJTNFJTNDbXhQb2ludCUyMHglM0QlMjI0NTAlMjIlMjB5JTNEJTIyMjcwJTIyJTIwYXMlM0QlMjJzb3VyY2VQb2ludCUyMiUyRiUzRSUzQ214UG9pbnQlMjB4JTNEJTIyNTA2JTIyJTIweSUzRCUyMjI3MCUyMiUyMGFzJTNEJTIydGFyZ2V0UG9pbnQlMjIlMkYlM0UlM0MlMkZteEdlb21ldHJ5JTNFJTNDJTJGbXhDZWxsJTNFJTNDJTJGcm9vdCUzRSUzQyUyRm14R3JhcGhNb2RlbCUzRflHnAQAACAASURBVHhe7N0JlFxlmTfwp3pLujs7YQlb2EMCAVmEIIqKgNu4gcs44IImwIg4IzjMgCADCo6MwDfuJIiioM6I4PKBI6KiHygge4CwBgmQBLJ3ku6kt/rOrXSadLo7vVb1rapfndOnenmX5/09V05d5s+dTHgRIECAAAECBAgQIECAAAECBAgQIECAAAECBAgQIECAAAECBAgQIECAAAECBAgQIECAQE4gw4EAAQIECBAgQIAAAQIECBAgQIAAAQIECBAgQIAAAQIECBAgQIAAAQIECBAgQIAAAQIENgkIWLsSCBAgQIAAAQIECBAgQIAAAQIECBAgQIAAAQIECBAgQIAAAQIECBAgQIAAAQIECBAg0CEgYO1SIECAAAECBAgQIECAAAECBAgQIECAAAECBAgQIECAAAECBAgQIECAAAECBAgQIECAQIeAgLVLgQABAgQIECBAgAABAgQIECBAgAABAgQIECBAgAABAgQIECBAgAABAgQIECBAgAABAh0CAtYuBQIECBAgQIAAAQIECBAgQIAAAQIECBAgQIAAAQIECBAgQIAAAQIECBAgQIAAAQIECHQICFi7FAgQIECAAAECBAgQIECAAAECBAgQIECAAAECBAgQIECAAAECBAgQIECAAAECBAgQINAhIGDtUiBAgAABAgQIECBAgAABAgQIECBAgAABAgQIECBAgAABAgQIECBAgAABAgQIECBAgECHgIC1S4EAAQIECBAgQIAAAQIECBAgQIAAAQIECBAgQIAAAQIECBAgQIAAAQIECBAgQIAAAQIdAgLWLgUCBAgQIECAAAECBAgQIECAAAECBAgQIECAAAECBAgQIECAAAECBAgQIECAAAECBAh0CAhYuxQIECBAgAABAgQIECBAgAABAgQIECBAgAABAgQIECBAgAABAgQIECBAgAABAgQIECDQISBg7VIgQIAAAQIECBAgQIAAAQIECBAgQIAAAQIECBAgQIAAAQIECBAgQIAAAQIECBAgQIBAh4CAtUuBAAECBAgQIECAAAECBAgQIECAAAECBAgQIECAAAECBAgQIECAAAECBAgQIECAAAECHQIC1i4FAgQIECBAgAABAgQIECBAgAABAgQIECBAgAABAgQIECBAgAABAgQIECBAgAABAgQIdAgIWLsUCBAgQIAAAQIECBAgQIAAAQIECBAgQIAAAQIECBAgQIAAAQIECBAgQIAAAQIECBAg0CEgYO1SIECAAAECBAgQIECAAAECBAgQIECAAAECBAgQIECAAAECBAgQIECAAAECBAgQIECAQIeAgLVLgQABAgQIECBAgAABAgQIECBAgAABAgQIECBAgAABAgQIECBAgAABAgQIECBAgAABAh0CAtYuBQIECBAgQIAAAQIECBAgQIAAAQIECBAgQIAAAQIECBAgQIAAAQIECBAgQIAAAQIECHQICFi7FAgQIECAAAECBAgQIECAAAECBAgQIECAAAECBAgQIECAAAECBAgQIECAAAECBAgQINAhIGDtUiBAgAABAgQIECBAgAABAgQIECBAgAABAgQIECBAgAABAgQIECBAgAABAgQIECBAgECHgIC1S4EAAQIECBAgQIAAAQIECBAgQIAAAQIECBAgQIAAAQIECBAgQIAAAQIECBAgQIAAAQIdAgLWLgUCBAgQIECAAAECBAgQIECAAAECBAgQIECAAAECBAgQIECAAAECBAgQIECAAAECBAh0CAhYuxQIECBAgAABAgQIECBAgAABAgQIECBAgAABAgQIECBAgAABAgQIECBAgAABAgQIECDQISBg7VIgQIAAAQIECBAgQIAAAQIECBAgQIAAAQIECBAgQIAAAQIECBAgQIAAAQIECBAgQIBAh4CAtUuBAAECBAgQIECAAAECBAgQIECAAAECBAgQIECAAAECBAgQIECAAAECBAgQIECAAAECHQIC1i4FAgQIECBAgAABAgQIECBAgAABAgQIECBAgAABAgQIECBAgAABAgQIECBAgAABAgQIdAgIWLsUCBAgQIAAAQIECBAgQIAAAQIECBAgQIAAAQIECBAgQIAAAQIECBAgQIAAAQIECBAg0CEgYO1SIECAAAECBAgQIECAAAECBAgQIECAAAECBAgQIECAAAECBAgQIECAAAECBAgQIECAQIeAgLVLgQABAgQIECBAgAABAgQIECBAgAABAgQIECBAgAABAgQIECBAgAABAgQIECBAgAABAh0CAtYuBQIECBAgQIAAAQIECBAgQIAAAQIECBAgQIAAAQIECBAgQIAAAQIECBAgQIAAAQIECHQICFi7FAgQIECAAAECBAgQIECAAAECBAgQIECAAAECBAgQIECAAAECBAgQIECAAAECBAgQINAhIGDtUiBAgAABAgQIECBAgAABAgQIECBAgAABAgQIECBAgAABAgQIECBAgAABAgQIECBAgECHgIC1S4EAAQIECBAgQIAAAQIECBAgQIAAAQIECBAgQIAAAQIECBAgQIAAAQIECBAgQIAAAQIdAgLWLgUCBAgQIECAAAECBAgQIECAAAECBAgQIECAAAECBAgQIECAAAECBAgQIECAAAECBAh0CAhYuxQIECBAgAABAgQIECBAgAABAgQIECBAgAABAgQIECBAgAABAgQIECBAgAABAgQIECDQISBg7VIgQIAAAQIECBAgQIAAAQIECBAgQIAAAQIECBAgQIAAAQIECBAgQIAAAQIECBAgQIBAh4CAtUuBAAECBAgQIECAAAECBAgQIECAAAECBAgQIECAAAECBAgQIECAAAECBAgQIECAAAECHQIC1i4FAgQIECBAgAABAgQIECBAgAABAgQIECBAgAABAgQIECBAgAABAgQIECBAgAABAgQIdAgIWLsUCBAgQIAAAQIECBAgQIAAAQIECBAgQIAAAQIECBAgQIAAAQIECBAgQIAAAQIECBAg0CEgYO1SIECAAAECBAgQIECAAAECBAgQIECAAAECBAgQIECAAAECBAgQIECAAAECBAgQIECAQIeAgLVLgQABAgQIECBAgAABAgQIECBAgACBbgJPXx/jNjTH+NGtMa41Ynx7xPiqTIxL3iMT47IR4zPZGB8R47LZGJ+JqI6Or0wmqrJb/Lz5+2RMJqIqGbfl33PzshGRiZaIzq/Wzd9ns9Ga2eJv2YjWTMe45G9RES2ZbKzPZqMhUxFrIhsNyVe2IhoqItZk26MhKqOhvS0aajKxJmqjYd9TokHbCRAgQIAAAQIECBAgQIAAAQIECBAgQIAAAQI9CQhYuy4IECBAgAABAgQIECBAgAABAgQIlIHAwnmxY1M2plRWxE6RjSnZzKb3TCZ2am/PvSdh6fGZJDy9KThd+v/uMAliZ3JB6zXZiKWZiKWRfGViaSYbSysqY2lFeyxtqIiXD/1ELCuDy8QRCRAgQIAAAQIECBAgQIAAAQIECBAgQIAAgbL4P5JoMwECBAgQIECAAAECBAgQIECAAIESFnj26hi/MWLvyMTUiJhSkQSmI6ZkInZKfo5X3ytKmCHvR+t4ivamAPbmMHZHELs9G8+3t8fCulGxcM9TY0Pei7EBAQIECBAgQIAAAQIECBAgQIAAAQIECBAgkFeB0n8KTV75LE6AAAECBAgQIECAAAECBAgQIEAg/wKPXx1T2iP2rkyC1JWxV2Rj70i+3/S1ff4rsMMABF6MiIWRiYWZbCyMbCzMVsbCUe2xcK858fIA1jGUAAECBAgQIECAAAECBAgQIECAAAECBAgQGCEBAesRgrctAQIECBAgQIAAAQIECBAgQIAAgS0Fnvhu7JxtjQMzVbFXNglQvxqi3isixhRaq6KqLiqqxkRl1ZioqK7PfV9RVd/xc/fvMxU1kclURaaiKvceuffKzt/FFn9LxsQWf8uNj4hstjWy2bbItrdGJN+3Jz9v+or2tk3fd/xu09+3+F1bU7S1rov2lvXRnry3ro+21le/b29Z1/Hz5t81Fpo02W9tJhMLs0nwOmJhNuK5yMT8+tqYP/XkWDUSBdmTAAECBAgQIECAAAECBAgQIECAAAECBAgQ6C4gYO2qIECAAAECBAgQIECAAAECBAgQIFBAgewfomrBU3FQpjJmRjZmRsRBEbn3nfJZRmXN+KgaNTmqRm0Xlbn3yVE1ertXf1czviNEnYSq6yMyFfksZ+TXzmY3BbKTEHZLQ7RuXNHxtTzaOr/f9Lvk57aWtfmu+fnIxqNJ4DrT8T7tpXg08+/Rnu+NrU+AAAECBAgQIECAAAECBAgQIECAAAECBAh0FRCwdkUQIECAAAECBAgQIECAAAECBAgQyJPA/G/GbpU1MbMiGzOzmc4gdRKmHrZXpqI6qut2jZq6XaJq9PZdQ9RbBKiTJ0x7DV4g27axM4C9OXS9KZS9PJobX4qWxhejpXHx4DfoeWYSrn40EzE/G/FoZSbmt0Y8OmN2PD/cG1mPAAECBAgQIECAAAECBAgQIECAAAECBAgQeFVAwNrVQIAAAQIECBAgQIAAAQIECBAgQGAYBJ68Oia3V8ZR0R5HRSaO7Hgq9fbDsHRUVI/NBag3Bal3jeq6XaKmPnnfNaprpwzHFtYYBoFsti1acmHrTV+bgtebv38x97Ts4XhlI1ZlIu6JiLsjG3dvWB/3HPLZWD0ca1uDAAECBAgQIECAAAECBAgQIECAAAECBAgQiBCwdhUQIECAAAECBAgQIECAAAECBAgQGITAY9fGjExbHBURR2UiZkXEAYNYpnNKpnJ0jB67T9SM2aPzidS5QHX9rlFZM3EoS5ubEoG25pVdQtcb1/0tNq59NjaufSYimzysekivR5LAdSbi7oqIu/ebEwuGtJrJBAgQIECAAAECBAgQIECAAAECBAgQIECgjAUErMu4+Y5OgAABAgQIECBAgAABAgQIECDQP4GnvxajWmvjqMjGUZmKmJW8ZyMG/XTq5AnUo8buE6PG7ROjx+6b+z4JVnuVq0A2NjY80xm2TgLXSfC6pWnJUECWJ4HrbPKVibtba+Lugz8aw/MI7aFUZS4BAgQIECBAgAABAgQIECBAgAABAgQIECgCAQHrImiSEgkQIECAAAECBAgQIECAAAECBAov8Nh34i0VlXFcRLwpNj2hesCviqq6TUHqXJh6U5A6+aqsHjvgtUwoP4G2loZuoeskiN3eum5wGNm4J5uJ2zMRt0+fE3cMbhGzCBAgQIAAAQIECBAgQIAAAQIECBAgQIBA6QsIWJd+j52QAAECBAgQIECAAAECBAgQIECgHwKPfyf2jYo4PpPJhaqPj4gx/ZjWZcjo8dOjduLMqJ1wUIyeMCNq6ncf6BLGE+hToHnd36Jp9fxoWjU/mlY/GhsbnupzTrcBmWiIbNyejbg92uL2GWfE0wNfxAwCBAgQIECAAAECBAgQIECAAAECBAgQIFCaAgLWpdlXpyJAgAABAgQIECBAgAABAgQIEOhD4LH/iZrqhji+PeL4bBKozsaMgaAlT6EePfGgqJ0wc1OoeuJBUVFZO5AljCUwLALJE603h62T9w2r50dby9oBrZ2JWJCErTPZuH1dNm4//PRoHNACBhMgQIAAAQIECBAgQIAAAQIECBAgQIAAgRISELAuoWY6CgECBAgQIECAAAECBAgQIECAwLYFFlwdMyOTe0p18oTqJFhd2V+zmvqpHUHqTU+oHjVu3/5ONY5AwQU2rn2mI3Q9PzasejQ2rls40Bpuz2Ti9vaIW2bMjkcHOtl4AgQIECBAgAABAgQIECBAgAABAgQIECBQzAIC1sXcPbUTIECAAAECBAgQIECAAAECBAj0KfDI1bF/dUWcGJH7OqzPCR0DqkbvGPXbHxn1k4+Muu0Oi6pRk/s71TgCqRNo3bgiGpffE+uX3xvrl98TrRuWDaTG+yPipor2uGna6fHEQCYaS4AAAQIECBAgQIAAAQIECBAgQIAAAQIEilFAwLoYu6ZmAgQIECBAgAABAgQIECBAgACBbQo8dW3s1dYeJ0Y2ToqIWf3lqp98RNRN3hSqHj1+//5OM45A0QlsWLMgF7RuzAWu7+13/dls3BMVcVM24qYDZscz/Z5oIAECBAgQIECAAAECBAgQIECAAAECBAgQKCIBAesiapZSCRAgQIAAAQIECBAgQIAAAQIEeheYf23sVt0aJ2YzuSdVH9Mfq5r63XNh6uRJ1XWTZ0VF5ej+TDOGQEkJtLdt2OLp1vdG87rn+nW+TCbuzETcVB1x016z4/l+TTKIAAECBAgQIECAAAECBAgQIECAAAECBAgUgYCAdRE0SYkECBAgQIAAAQIECBAgQIAAAQI9Czx9fYxraYxTIhMnZiLe0h+n+u1fF2N2eF3UT54VNWP26M8UYwiUlUDz+kW5J1uvfflPsX7Zn/t79jsiGzfV1cf1U0+OVf2dZBwBAgQIECBAgAABAgQIECBAgAABAgQIEEijgIB1GruiJgIECBAgQIAAAQIECBAgQIAAgW0KPD4vZmUiTo1NX9V9cdVPPiLG7HRsjN3p2KgaNamv4f5OgECHQOvGFbF26R9i3dLfx/rl9/bHpT0TcW02G9+bflr0O53dn4WNIUCAAAECBAgQIECAAAECBAgQIECAAAEChRIQsC6UtH0IECBAgAABAgQIECBAgAABAgSGLPDEvE2h6mzEG/parG7SIblA9dgpx0bV6B37Gu7vBAj0IdC64ZVYu/T3ucB144r7++N1VyYT1+4/O67tz2BjCBAgQIAAAQIECBAgQIAAAQIECBAgQIBAWgQErNPSCXUQIECAAAECBAgQIECAAAECBAj0KPDk92L/bGt8IrvpadWTt8VUO3HmplD1TsdGdd0uRAkQyJNAS9PiWLvkD7nAddOqh/vaZUXyVOuWiO/NnBML+hrs7wQIECBAgAABAgQIECBAgAABAgQIECBAYKQFBKxHugP2J0CAAAECBAgQIECAAAECBAgQ6FFgwbw4MXladUT83baIqut2jQm7vSvG7vSWqBmzB00CBAos0Lz+hVi79Hex5oVfRvP6RX3t/n+z2bh2xmlxc18D/Z0AAQIECBAgQIAAAQIECBAgQIAAAQIECIyUgID1SMnblwABAgQIECBAgAABAgQIECBAoEeBx+fFJzPZODsyMWNbRGN2eEOMzwWrjyVJgEBKBNa+fEcuaL3u5T9ts6JsNp7OZOKr0+fE3JSUrgwCBAgQIECAAAECBAgQIECAAAECBAgQINApIGDtYiBAgAABAgQIECBAgAABAgQIEEiFwBPXxCeySbA64oDeCqqsmRDjd3137onVNWP2TEXdiiBAoLtA87q/xZoXfxmrX/hltDWv7p0oG09kK+KKGbPjGo4ECBAgQIAAAQIECBAgQIAAAQIECBAgQCAtAgLWaemEOggQIECAAAECBAgQIECAAAECZSrwxLw4tT3inMw2gtV1kw6J8bu+K8bv9u4yVXJsAsUrsObFX+Weat248sFeD5GNeCwbccUBc+J7xXtSlRMgQIAAAQIECBAgQIAAAQIECBAgQIBAqQgIWJdKJ52DAAECBAgQIECAAAECBAgQIFBkAo/Ni1MrIvfE6gN7K33C7ifG+N3eFbUTZhbZ6ZRLgMDWAk2r5m96qvWim7eF80gStJ4xJ35AkAABAgQIECBAgAABAgQIECBAgAABAgQIjJSAgPVIyduXAAECBAgQIECAAAECBAgQIFCmAgvmxscjkwtW95qanjD1/TFpz5Ojpn63MlVybAKlK9DStCRWLvxhrPrb//R6yGzEg9lsXHHAaXFD6Uo4GQECBAgQIECAAAECBAgQIECAAAECBAikVUDAOq2dURcBAgQIECBAgAABAgQIECBAoMQEHr82Ds20xWUR8dbejjZh6kkxac9TBKtLrPeOQ6AngZbGF2PFwutj9fM39gqUifhdJhvnTTst/kqRAAECBAgQIECAAAECBAgQIECAAAECBAgUSkDAulDS9iFAgAABAgQIECBAgAABAgQIlLHAk/Pi0vaI83sjmLD7STFpr+SJ1buXsZKjEyhPgeb1i3JPtF696ObeAbLx5emn9f7PkPKUc2oCBAgQIECAAAECBAgQIECAAAECBAgQyJeAgHW+ZK1LgAABAgQIECBAgAABAgQIECAQC+bGSZmKuDSbjWk9cUzY/cSYtFfyxGrBapcLgXIXaF73XO6J1mte+EWPFJmIBRFx3v5zoucB5Q7o/AQIECBAgAABAgQIECBAgAABAgQIECAwbAIC1sNGaSECBAgQIECAAAECBAgQIECAAIHNAgu+HXtEVVwWER/uSWXsTsfG9vufGTX1U6ERIECgi8DGtc/Gime+Gw2Lb+tN5rr2qvi3A06NpegIECBAgAABAgQIECBAgAABAgQIECBAgEA+BASs86FqTQIECBAgQIAAAQIECBAgQIBAGQssmBfnROTC1TVbM1TX7pwLVo/b+a1lLOToBAj0R6Bh8W9j2ZNfj5bGxd2GZyLWtEecN2NOfLs/axlDgAABAgQIECBAgAABAgQIECBAgAABAgQGIiBgPRAtYwkQIECAAAECBAgQIECAAAECBHoVePr6GNfaFN+NiPf3NGjSXh+J7ad9KjIV1RQJECDQL4Fse0sse+IbsfK5G3obf/OGqvjEIafG6n4taBABAgQIECBAgAABAgQIECBAgAABAgQIEOiHgIB1P5AMIUCAAAECBAgQIECAAAECBAgQ2LbAE9fE0dlsLlw9beuRddsdHttPOzNqJ87ESIAAgUEJNK58MBe0blr1cE/zn4yKOHX6J+Mvg1rcJAIECBAgQIAAAQIECBAgQIAAAQIECBAgsJWAgLVLggABAgQIECBAgAABAgQIECBAYEgCj82NMyoy8e2tF6moqs8Fqyfu8cEhrW8yAQIENgusXHh9LmidzbZ2Q8lGzJ4xJ/cfengRIECAAAECBAgQIECAAAECBAgQIECAAIEhCQhYD4nPZAIECBAgQIAAAQIECBAgQIBAeQssmBffiIgzt1aon3xE7HTQhVFdO6W8gZyeAIFhF2hpfDGWPvqVWL+sxwdWXzF9Tnxu2De1IAECBAgQIECAAAECBAgQIECAAAECBAiUlYCAdVm122EJECBAgAABAgQIECBAgAABAsMj8Ng1sU9FNvek2GO2XnHSnv8QO8w4e3g2sgoBAgR6EXjl8Stj5XM/6vbXbDZ+3ZaJU2fOiZfhESBAgAABAgQIECBAgAABAgQIECBAgACBwQgIWA9GzRwCBAgQIECAAAECBAgQIECAQBkLPHZNHFGRjVsiYvLWDFMOujDG7/aeMtZxdAIECimwetHNsXT+pd23zMTfWtvj5JmnxZ8LWY+9CBAgQIAAAQIECBAgQIAAAQIECBAgQKA0BASsS6OPTkGAAAECBAgQIECAAAECBAgQKIjA09fEIS3Z+HUmYsctNxw1dp9IwtWjJxxQkDpsQoAAgc0CTSsfiiWPXBzN61/YGmVZeybeesDseJAWAQIECBAgQIAAAQIECBAgQIAAAQIECBAYiICA9UC0jCVAgAABAgQIECBAgAABAgQIlLHAgqtjZqYibs1G7Lolw7id35YLV2cqR5WxjqMTIDCSAm0ta2LJwxfHupf/tHUZi1oj3jZzTiwYyfrsTYAAAQIECBAgQIAAAQIECBAgQIAAAQLFJSBgXVz9Ui0BAmUksGBeZMvouI5KgAABAgRSKTB9TrhnSmVnFEWAwEgIzJ8X06sycWtkY48t95+01ymxw/R/HomS7EmAAIFuAsue+HqsePa6rX//VFTFW6efGn9DRoAAAQIECBAgQIAAAQIECBAgQIAAAQIE+iMgLNAfJWMIECAwAgIC1iOAbksCBAgQILCVgIC1S4IAAQKbBB67JvbJZOPXmYh9tjSZuOeHY8cZ52AiQIBAqgRefvyKWPXcj7vUlMnEw22V8bYDTo2lqSpWMQQIECBAgAABAgQIECBAgAABAgQIECCQSgEB61S2RVEECBCIELB2FRAgQIAAgZEXELAe+R6ogACBkRdY8O3YI1MVt2Yjpm9ZzcSpH4gdD/zXkS9QBQQIEOhBYOn8y2L1opu6/iUT92yojLcdcmqshkaAAAECBAgQIECAAAECBAgQIECAAAECBLYlIGDt+iBAgEBKBQSsU9oYZREgQIBAWQkIWJdVux2WAIFeBBbMiz9ExJu2/POE3U+MnWaez4wAAQKpFljy8EWx5sVbtq7x9ulz4vhUF644AgQIECBAgAABAgQIECBAgAABAgQIEBhxAQHrEW+BAggQINCzwNYB6/3feR8qAgQIECBAIM8CT9xyeJcdBKzzDG55AgRSL7DgmrgisnH2loWO3+09MeWgC1NfuwIJECCQCLz0wHmxdslvu2Bks/FvM06LrxAiQIAAAQIECBAgQIAAAQIECBAgQIAAAQK9CQhYuzYIECCQUgEB65Q2RlkECBAgUNICAtYl3V6HI0BggAJPzItTshE/3HLauJ3fGjsfcukAVzKcAAECIyvw4n1nx7qX/9SliKpMHLrv7HhwZCuzOwECBAgQIECAAAECBAgQIECAAAECBAikVUDAOq2dURcBAmUvIGBd9pcAAAIECBAYAQEB6xFAtyUBAqkUeOyamFSRjScjYvLmAmvG7BF7HP2DqKiqS2XNiiJAgEBvAq0bV8Rzf/pgtDWv2XLIHdPnxJupESBAgAABAgQIECBAgAABAgQIECBAgACBngQErF0XBAgQSKmAgHVKG6MsAgQIEChpAQHrkm6vwxEgMACBBXPjO5GJ07ecsvtR86Ju0iEDWMVQAgQIpEdgzYu3xJKHL+paUCbOnz47vpyeKlVCgAABAgQIECBAgAABAgQIECBAgAABAmkRELBOSyfUQYAAga0EBKxdEgQIECBAoPACAtaFN7cjAQLpE3jq2jiurS1+u2Vl2087M7bb59T0Fasip2vIUgAAIABJREFUAgQIDEBg8UMXRsNLv+4yo7UtXjvzjLhvAMsYSoAAAQIECBAgQIAAAQIECBAgQIAAAQJlICBgXQZNdkQCBIpTQMC6OPumagIECBAobgEB6+Lun+oJEBgegQXz4ncRcezm1UaPnx57vP6Hw7O4VQgQIDCCAm3NK2PhHz8Ubc2rOqvIZuP2GafF8SNYlq0JECBAgAABAgQIECBAgAABAgQIECBAIIUCAtYpbIqSCBAgkAgIWLsOCBAgQIBA4QUErAtvbkcCBNIl8Pi8OD4TcduWVe12xDeifvtZ6SpUNQQIEBikQMNLt8bih77QZXYm4uD958Qjg1zSNAIECBAgQIAAAQIECBAgQIAAAQIECBAoQQEB6xJsqiMRIFAaAgLWpdFHpyBAgACB4hIQsC6ufqmWAIHhF1gwL34ZEe/avPKYHd8Yux5+xfBvZEUCBAiMoMAL95wZ65ffs2UFV0yfE58bwZJsTYAAAQIECBAgQIAAAQIECBAgQIAAAQIpExCwTllDlEOAAIHNAgLWrgUCBAgQIFB4AQHrwpvbkQCB9Ag8NS+mt0U8vmVFu8/6dtRt99r0FKkSAgQIDIPAmpdujSVbPMU6k4ll+8+OHYZhaUsQIECAAAECBAgQIECAAAECBAgQIECAQIkICFiXSCMdgwCB0hMQsC69njoRAQIECKRfQMA6/T1SIQEC+RN4Yl58Phvxpc071E8+MnY78pv529DKBAgQGEGBp397XLQ1r+6sIFMRp+z/ybhhBEuyNQECBAgQIECAAAECBAgQIECAAAECBAikSEDAOkXNUAoBAgS2FBCwdj0QIECAAIHCCwhYF97cjgQIpEdgwby4PyIO3VzRTgeeFxOmnpSeAlVCgACBYRR4ZcFVsXJhlzz1b6fPiROGcQtLESBAgAABAgQIECBAgAABAgQIECBAgEARCwhYF3HzlE6AQGkLCFiXdn+djgABAgTSKSBgnc6+qIoAgfwLLJgb+0Umntxyp32Pvy0qayblf3M7ECBAYAQENjY8Hc/9vw932bm1PfaZeXo8OwLl2JIAAQIECBAgQIAAAQIECBAgQIAAAQIEUiYgYJ2yhiiHAAECmwUErF0LBAgQIECg8AIC1oU3tyMBAukQePya+PtMNn68uZr6yUfEbkd+Kx3FqYIAAQJ5Elh09xnRuOK+ztWz7fF3M06PW/K0nWUJECBAgAABAgQIECBAgAABAgQIECBAoIgEBKyLqFlKJUCgvAQErMur305LgAABAukQELBORx9UQYBA4QUWzI3/jEx8bvPO2+39sdh+/7MKX4gdCRAgUECBpY98KVa/8PNXd8zEWdNnxzcKWIKtCBAgQIAAAQIECBAgQIAAAQIECBAgQCClAgLWKW2MsggQICBg7RogQIAAAQKFFxCwLry5HQkQSIfAgrnx+8jEmzdXs8uhX46xU45PR3GqIECAQJ4EVjxzbSx78tWn9WezcdWM0+LsPG1nWQIECBAgQIAAAQIECBAgQIAAAQIECBAoIgEB6yJqllIJECgvAQHr8uq30xIgQIBAOgQErNPRB1UQIFB4gQVz47HIxIzNO+95zH/HqLF7F74QOxIgQKCAAg2LfxOLH/x8546ZbPx8/9PifQUswVYECBAgQIAAAQIECBAgQIAAAQIECBAgkFIBAeuUNkZZBAgQELB2DRAgQIAAgcILCFgX3tyOBAikQ2DBvFgcEVM2V7PPW26NqtE7pKM4VRAgQCBPAk2rH43n7/p45+qZTDy8/+x4TZ62sywBAgQIECBAgAABAgQIECBAgAABAgQIFJGAgHURNUupBAiUl4CAdXn122kJECBAIB0CAtbp6IMqCBAovMCCedEUEaM377zf2+6MisrOHwtfkB0JECBQAIG2jSvj6dtP2HKntdPnxLgCbG0LAgQIECBAgAABAgQIECBAgAABAgQIEEi5gIB1yhukPAIEyldAwLp8e+/kBAgQIDByAgLWI2dvZwIERlZg6/uPvY/9VVTXdj7QemSLszsBAgTyJNDStDSe/f3fdVl9+pzw78zz5G1ZAgQIECBAgAABAgQIECBAgAABAgQIFJOAf1lcTN1SKwECZSUgYF1W7XZYAgQIEEiJgIB1ShqhDAIECi6w9f3H7kfNjbpJhxa8DhsSIECgkAJNqx6O5//8yS5bClgXsgP2IkCAAAECBAgQIECAAAECBAgQIECAQHoFBKzT2xuVESBQ5gIC1mV+ATg+AQIECIyIgID1iLDblACBFAhsff8x5eCLY/yu70xBZUogQIBA/gQaFv8mFj/4+S4bCFjnz9vKBAgQIECAAAECBAgQIECAAAECBAgQKCYBAeti6pZaCRAoKwEB67Jqt8MSIECAQEoEBKxT0ghlECBQcIGt7z8m73dGTN53dsHrsCEBAgQKKbDi2eti2RNf77KlgHUhO2AvAgQIECBAgAABAgQIECBAgAABAgQIpFdAwDq9vVEZAQJlLiBgXeYXgOMTIECAwIgICFiPCLtNCRBIgcDW9x8TdntP7HTQhSmoTAkECBDIn8DS+ZfF6kU3ddlAwDp/3lYmQIAAAQIECBAgQIAAAQIECBAgQIBAMQkIWBdTt9RKgEBZCQhYl1W7HZYAAQIEUiIgYJ2SRiiDAIGCC2x9/1E/+YjY7chvFbwOGxIgQKCQAi/c86lYv/zeLlsKWBeyA/YiQIAAAQIECBAgQIAAAQIECBAgQIBAegUErNPbG5URIFDmAgLWZX4BOD4BAgQIjIiAgPWIsNuUAIEUCGx9/5GUNPXo70fthANTUJ0SCBAgMPwCTasfjefv+ni3hQWsh9/aigQIECBAgAABAgQIECBAgAABAgQIEChGAQHrYuyamgkQKAsBAeuyaLNDEiBAgEDKBASsU9YQ5RAgUDCBngLWk/b8h9hhxtkFq8FGBAgQKKTAK49fGSuf+1G3LQWsC9kFexEgQIAAAQIECBAgQIAAAQIECBAgQCC9AgLW6e2NyggQKHMBAesyvwAcnwABAgRGREDAekTYbUqAQAoEegpYV43ePvY85n+isnpsCipUAgECBIZPoK1lbTz3pw9G64Zl3RYVsB4+ZysRIECAAAECBAgQIECAAAECBAgQIECgmAUErIu5e2onQKCkBQSsS7q9DkeAAAECKRUQsE5pY5RFgEDeBXoKWCeb7jTzvJiw+0l5398GBAgQKKTA6kU/i6Xzv9zjlgLWheyEvQgQIECAAAECBAgQIECAAAECBAgQIJBeAQHr9PZGZQQIlLmAgHWZXwCOT4AAAQIjIiBgPSLsNiVAIAUCvQWs67Y7PHaf9Z0UVKgEAgQIDJ/AorvPiMYV9/W4oID18DlbiQABAgQIECBAgAABAgQIECBAgAABAsUsIGBdzN1TOwECJS0gYF3S7XU4AgQIEEipgIB1ShujLAIE8i7QW8A62XjKQV+I8bu9O+812IAAAQKFEFjzwi9jySOX9LqVgHUhumAPAgQIECBAgAABAgQIECBAgAABAgQIpF9AwDr9PVIhAQJlKiBgXaaNd2wCBAgQGFEBAesR5bc5AQIjKLCtgHXV6B1i91lXR039biNYoa0JECAwdIHm9S/EortPj9YNr/S6mID10J2tQIAAAQIECBAgQIAAAQIECBAgQIAAgVIQELAuhS46AwECJSkgYF2SbXUoAgQIEEi5gIB1yhukPAIE8iawrYB1sum4nd8aOx9yad72tzABAgQKIbD4wc9Hw+LfbHMrAetCdMIeBAgQIECAAAECBAgQIECAAAECBAgQSL+AgHX6e6RCAgTKVEDAukwb79gECBAgMKICAtYjym9zAgRGUGDr+49Je30kVi78YZeKdjzwX2Pi1A+MYJW2JkCAwOAFVj3/03j50a90WaCnf9YJWA/e2EwCBAgQIECAAAECBAgQIECAAAECBAiUkoCAdSl101kIECgpAQHrkmqnwxAgQIBAkQgIWBdJo5RJgMCwC2x9/zHtbXfGorvPiKbVj3buVVkzIXaf9Z0YNXafYd/fggQIEMinwMa1z+T+mdbWvLpzm9oJB+b+mfbk/76+y9YC1vnshLUJECBAgAABAgQIECBAgAABAgQIECBQPAIC1sXTK5USIFBmAgLWZdZwxyVAgACBVAgIWKeiDYogQGAEBHq6/1i/7O544d5Pd6lm7E5vil0O++oIVGhLAgQIDF7gpfs/F2uX3tFlgd2O+EbUbz8rfP4bvKuZBAgQIECAAAECBAgQIECAAAECBAgQKGUBAetS7q6zESBQ1AIC1kXdPsUTIECAQJEKCNgUaeOUTYDAkAV6u/9Y9uS3Y8Uz3+2y/pgdj4ldD79yyHtagAABAoUQWPLQF2LNS7d22Wq7fT4Z20/7x9zvfP4rRBfsQYAAAQIECBAgQIAAAQIECBAgQIAAgeITELAuvp6pmACBMhEQsC6TRjsmAQIECKRKQMAmVe1QDAECBRTo9f4j2x6L7j4jGlc+0KWa5KmvydNfvQgQIJBmgaXzL43Vi27uUmLdpENj91nfichU5H7v81+aO6g2AgQIECBAgAABAgQIECBAgAABAgQIjJyAgPXI2duZAAEC2xQQsHaBECBAgACBwgsI2BTe3I4ECKRDYFv3HxvXPhMv3X9uNK9f1KXYukmHxO5HzUvHAVRBgACBrQQWP/SFaNjqydWjxu0XuxxyWdSM2aNztM9/Lh0CBAgQIECAAAECBAgQIECAAAECBAgQ6ElAwNp1QYAAgZQKCFintDHKIkCAAIGSFhCwKen2OhwBAtsQ6Ov+Y0PDk/HSfedES9PSLquMnnBA7HH0dWwJECCQKoGX7v9crF16R5eaRo3dJ3Y9/Mqortu5y+99/ktV6xRDgAABAgQIECBAgAABAgQIECBAgACB1AgIWKemFQohQIBAV4G+Ag68CBAgQIAAgeEXELAZflMrEiBQHAL9uf9InmC96C+zo3Xjyi6Hqp14cEx93XeL46CqJECg5AVeuOfMWL/8ni7nrK7bJffPqapRk7ud3+e/kr8kHJAAAQIECBAgQIAAAQIECBAgQIAAAQKDEhCwHhSbSQQIEMi/QH8CDvmvwg4ECBAgQKC8BARsyqvfTkuAwKsC/b3/aN3wSiz84wejvXVdF76a+t1jz2N+EpmKGqwECBAYEYH2tqZY+If3RuvGFV32rxo1KfZ840+jsnp8j3X5/Dci7bIpAQIECBAgQIAAAQIECBAgQIAAAQIEUi8gYJ36FimQAIFyFehvwKFcfZybAAECBAjkQ0DAJh+q1iRAoBgEBnL/0dayNp65/a2RbW/udrQ9Xn99jB6/fzEcWY0ECJSQwLqX/xQv3nd2txNVVNbGPsffFsl7by+f/0roQnAUAgQIECBAgAABAgQIECBAgAABAgQIDKOAgPUwYlqKAAECwykwkIDDcO5rLQIECBAgUM4CAjbl3H1nJ1DeAgO9/8i2t8aTv57VI9rOr7kkxu3yjvIGdXoCBAomsOyJb8SKZ7/f437T3nFPZDKV26zF57+CtcpGBAgQIECAAAECBAgQIECAAAECBAgQKCoBAeuiapdiCRAoJ4GBBhzKycZZCRAgQIBAvgQEbPIla10CBNIuMNj7j0V3nx6NK+7vdrzt9v54bL//p9N+bPURIFDkAkse+kKseenWbqeoGbNn7PXGn/brdD7/9YvJIAIECBAgQIAAAQIECBAgQIAAAQIECJSdgIB12bXcgQkQKBaBwQYciuV86iRAgAABAmkUELBJY1fURIBAIQSGcv+x/Km5sfzpud3KHLPjMbHDjLOjpm7XQhzBHgQIlJFA8/pFsXT+ZdG44r5upx6705tjl8P+s98aPv/1m8pAAgQIECBAgAABAgQIECBAgAABAgQIlJWAgHVZtdthCRAoJoGhBByK6ZxqJUCAAAECaRIQsElTN9RCgEAhBYZ6/9Gw5Lex+IHzupVcXbtTTNr74zFx6vsLeRx7ESBQwgKrnr8xVj77/WhpWtrtlNvt84nYftqnBnR6n/8GxGUwAQIECBAgQIAAAQIECBAgQIAAAQIEykZAwLpsWu2gBAgUm8BQAw7Fdl71EiBAgACBNAgI2KShC2ogQGAkBIbj/qNp5UOx+KEvREvT4m5HGLPD0bmgdd2kQ0biePYkQKAEBBpXPpgLVq975a5up6msmRA7zjgnxu3y9gGf1Oe/AZOZQIAAAQIECBAgQIAAAQIECBAgQIAAgbIQELAuizY7JAECxSgwHAGHYjy3mgkQIECAwEgKCNiMpL69CRAYSYHhuv9oaVwcS+dfFuuX393jcbbb+6O5oHVl9biRPK69CRAoIoG2loZcsHrFsz/oserkP9zYYcbZMXr89EGdyue/QbGZRIAAAQIECBAgQIAAAQIECBAgQIAAgZIXELAu+RY7IAECxSowXAGHYj2/ugkQIECAwEgICNiMhLo9CRBIg8Bw3n9k21ti2ZPfjpULew5Djhq7Vy5kPX6Xd6Th6GogQCDFAmteujUXrt64dmGPVU7a66Mxeb/ToqJy9KBP4fPfoOlMJECAAAECBAgQIECAAAECBAgQIECAQEkLCFiXdHsdjgCBYhYYzoBDMTuonQABAgQIFFJAwKaQ2vYiQCBNAvm4/2hc+WCsfPa6WPfKnT0eddyU42PS3h8d9FNn0+SnFgIEhldgw5oFsfLZH0TDkt/2uPCYHV4fk/b+WCRPrx7qy+e/oQqaT4AAAQIECBAgQIAAAQIECBAgQIAAgdIUELAuzb46FQECJSCQj4BDCbA4AgECBAgQyKuAgE1eeS1OgECKBfJ5/7F60U2x4tnroqXxpR4FJux+YkzY/X2C1im+PpRGoFACSbB69aKbI/nnRk+v6rpdYru9PxbJPzeG6+Xz33BJWocAAQIECBAgQIAAAQIECBAgQIAAAQKlJSBgXVr9dBoCBEpIIJ8BhxJichQCBAgQIDCsAgI2w8ppMQIEikgg3/cfrRuX50LWq577ca8qgtZFdMEolcAwC/QVrE62m7jnh3Ph6qpRk4d1d5//hpXTYgQIECBAgAABAgQIECBAgAABAgQIECgZAQHrkmmlgxAgUGoC+Q44lJqX8xAgQIAAgeEQELAZDkVrECBQjAKFuv9oXP7XXNB6/fK7e2UStC7GK0jNBAYn0J9gdf3kWblgdd3k1w5ukz5m+fyXF1aLEiBAgAABAgQIECBAgAABAgQIECBAoOgFBKyLvoUOQIBAqQoUKuBQqn7ORYAAAQIEBiMgYDMYNXMIECgFgULff6xedFOsfv7G2NDwVK98gtalcGU5A4GeBfoTrB49br+YMPX9kfyzIJ8vn//yqWttAgQIECBAgAABAgQIECBAgAABAgQIFK+AgHXx9k7lBAiUuEChAw4lzul4BAgQIECgXwICNv1iMogAgRIUGIn7j2y2LReyXr3oZ7Fx7cJeVcfv+q4Yt/MJUb/9USUo70gEyktg/bK/RMPi22LNi7/q9eCjxu4VE3Y/KReuzmQq8w7k81/eiW1AgAABAgQIECBAgAABAgQIECBAgACBohQQsC7KtimaAIFyEBiJgEM5uDojAQIECBDYloCAjeuDAIFyFRjJ+4/2tg25kPXq538WzesX9dqC2kmvyQWtx015a1TWjC/XVjk3gaITaGteEw1LfpMLVjetfKjX+mvqd48JU0/KhasrKkcX7Jw+/xWM2kYECBAgQIAAAQIECBAgQIAAAQIECBAoKgEB66Jql2IJECgngZEMOJSTs7MSIECAAIEtBQRsXA8ECJSrQBruP9pb18Wq55Og9Y3R0rSk11ZUjZqcC1qP3fmEqJ1wYLm2zLkJpF6gafWjsXbxbblgdevG5b3WW107Jfe06olTT4qKqjEFP5fPfwUntyEBAgQIECBAgAABAgQIECBAgAABAgSKQkDAuijapEgCBMpRIA0Bh3J0d+Z0CDRt2BifveiKuPqHN3UWdMm/nBEXfnb2kAu84aZfxymfvrBznYNn7Bf/ffWXY9reU4e8tgUIECh+AQGb4u+hExAgMDiBNN1/tDWvjlXP35h7qnXrhmXbPNCYHd7QGbbOZCoHd3izCBAYNoFstq0zVL3ulf+3zXWrRm+fe1r1xKnvj8qaCcNWw0AX8vlvoGLGEyBAgAABAgQIECBAgAABAgQIECBAoDwEBKzLo89OSYBAEQqkKeBQhHxKLnIBAesib6DyCRSxgIBNETdP6QQIDEkgjfcfbc2romHJ72LtktujccV92zxfzZg9YtyUE2LMjq+P0eNnDMnCZAIEBi6wYc3jse7lO6NhyW3RvO5v21ygbrvDY+yU42LclLdEZc3EgW82zDN8/htmUMsRIECAAAECBAgQIECAAAECBAgQIECgRAQErEukkY5BgEDpCaQx4FB6yk6UVgEB67R2Rl0ESl9AwKb0e+yEBAj0LJD2+4/GlQ/G2iRsvfR3fT7VunbSa2LMDkfHmB1eH6PG7qvlBAjkSWDj2qdj3St3xrpX7oqmlQ9tc5fkadVjd3pLjJ3ylqibdEieKhrcsj7/Dc7NLAIECBAgQIAAAQIECBAgQIAAAQIECJS6gIB1qXfY+QgQKFqBtAccihZW4UUhIGBdFG1SJIGSFBCwKcm2OhQBAv0QKJb7j7aWtbmQdfJU6/XL7u7zZHWTX5sLWidfNfVT+xxvAAEC2xZoXv98R6j6zmhc/tc+ueq3n5V7WnUSrq6sHtvn+JEY4PPfSKjbkwABAgQIECBAgAABAgQIECBAgAABAukXELBOf49USIBAmQoUS8ChTNvj2HkWELDOM7DlCRDoVUDAxsVBgEC5ChTj/UfT6vmbnmq95HfR0rSkz9bV7/C6GLP962PMjq+P6tqd+xxvAAECmwRamhbHupfvjHXL7oz1r/y5T5bq2im5J1UnX7UTZvY5fqQH+Pw30h2wPwECBAgQIECAAAECBAgQIECAAAECBNIpIGCdzr6oigABAlGMAQdtIzBcAgLWwyVpHQIEBiogYDNQMeMJECgVgWK+/2hva4p1S++Ida/cFeuW3RXtLWu32ZZMRVXuidb1HU+2rho1uVTa6BwEhk2gdePy3JOq179yZ+492966zbUrqsfGmO2PjjE7HB1jdnpTVFTWDlst+V7I5798C1ufAAECBAgQIECAAAECBAgQIECAAAECxSkgYF2cfVM1AQJlIFDMAYcyaI8j5llAwDrPwJYnQKBXAQEbFwcBAuUqUCr3H23Nq3JB6/Wbw9atjdtsaUVVXS4QujlsXVk9vlwvAecmEG0ta7YIVd8V7f3538/2yf9+NgWrK2smFqWiz39F2TZFEyBAgAABAgQIECBAgAABAgQIECBAIO8CAtZ5J7YBAQIEBidQKgGHwZ3erHIXELAu9yvA+QmMnICAzcjZ25kAgZEVKMX7j9aNKzqevrvpydbZto3bRK6oqo/aCQfG6IkHRu2EmVE38eBInsrrRaBUBdpb10fTqkeiadX8aFo9P/d98rttvTKVozqfVJ38hwlVo7Yreh6f/4q+hQ5AgAABAgQIECBAgAABAgQIECBAgACBvAgIWOeF1aIECBAYukApBhyGrmKFchEQsC6XTjsngfQJCNikrycqIkCgMAKlfv/RuuGVLk+2zra39AmbqajpDFzXTTwo6iYdJnDdp5oBaRboGqh+JBpXPBjZ9m3/hwfJeTIV1blQ9eYnVVeN3iHNxxxwbT7/DZjMBAIECBAgQIAAAQIECBAgQIAAAQIECJSFgIB1WbTZIQkQKEaBUg84FGNP1Fw4gbQGrNc3NsVdf304fvGbP8YD85+Iu++fn0MZO6YuXnPAtJg5fZ94x7FHxxuOPCTGja0fNFhy/nseeDRu/vUf4t6HHuvcZ9KEcfHa1xwQR7/24Hjf298cM/bbMyoqKvq1z4pVa+LkMy+I39zxl9z40z9yYlx18TkxelRNPLLg6fiveT+JX/zmjli5uiFmHTYzjnvDEfGhd58woD36VYhBBFIuIGCT8gYpjwCBvAmU0/1HS9OSWP/KXbnAdfJk68i299M10xm4rt/uMIHrfqoZNnICrwaqH47GFQ9E48oHIyLbv4IyFVs8qfroqK6d0r95RTjK578ibJqSCRAgQIAAAQIECBAgQIAAAQIECBAgUAABAesCINuCAAECgxEop4DDYHzMKW2BtAWsk3rmXn9TXDX3R/H8i0v6xE+C0Bf88+w47ZT3RX1dbZ/jNw/Y2NwcP7vl93HJlfPiyWef73Pe3x3/hrj4c6fHIQdOi0xm2x/regpYX37BP8UPbrwlzv/yN2LtusZu+03ZcXL86rqr4rCDpvdZiwEESkVAwKZUOukcBAgMVKBc7z9aGl/cFLR+5a5oWvlgtLc1DYhu9Pj9o3bSISFwPSA2g/MkkASqkxB148oHomnFA9G0+tEB7VRRVRe1E18TY3Y4OvdVXbfrgOYX62Cf/4q1c+omQIAAAQIECBAgQIAAAQIECBAgQIBAfgUErPPra3UCBAgMWqBcAw6DBjOxpATSFLBOgsf/eunX4tvX3Thg43ce9/r45mX/GlN37ftpb0tfWRHnfum/4oc33jqgfZKnZ1923qfjjI+cFFVVlb3O3TpgPefk98XhB0+Pz13yf3oMVycLffxD74pvXHrugELiAyreYAIpFBCwSWFTlESAQEEE3H9EtLWsiaaVD0fjqoeiaeVD0bTqkQHbjxq3X9ROmBGjxk2L0eP2j9Hjp0WmombA65hAoC+BbHtzbFjzZGxoeCI2NjwZG1YviA0NT/Y1rdvf67Y7PGonHhS1Ew/OvVdWjx3wGsU+wee/Yu+g+gkQIECAAAECBAgQIECAAAECBAgQIJAfAQHr/LhalQABAkMWEHAYMqEFilggLQHr1ta2uOLq6+PfLv16F80kMH3koQfGwTP2jcrKymhubok/3/dI3PXXh7qFlZMg81UXn73NkPLLy1bG6edeGr/4zR+77JOEp494zYEx67ADY+yY+lj5YS9wAAAgAElEQVS7bn3cee9D8ce/PNCtu//x+bPinNNP6TVkvXXAetreU6Nh3fpY8vLy3Fpvef0R8cajDs19n6z/uzvvjZ9dc3mc+I5ji/hKUjqBgQsI2AzczAwCBEpDwP1H9z62blwejcv/2hG4fjg2rn1mUM2uGbNnjE4C1+OnbQpej58WldXjB7WWSeUpkIT/kzB1LkidC1U/Gc3rnhsUxujx02PLUHXVqEmDWqeUJvn8V0rddBYCBAgQIECAAAECBAgQIECAAAECBAgMn4CA9fBZWokAAQLDKiDgMKycFisygbQErB967Kl476nnxPMvLskJJoHnKy76bJxy0juidvSobqpJWPlL//Xd+Nb3f9r5t2TOzdd+NRdg7um1vrEpzv3S17rN+dTHPhD/NPvDMWXHyV2mZbPZeG7R4rjgK9+KH//8N132mfufF8Tfv+eEHvfZOmC9eVASFv/PC/8pTnrnsVFRUZH7dbLHkleWx9j6+tyZvQiUk4CATTl121kJENhSwP1H39dDS+PiaFzx11i/4r7cE65bmjZ9RhzMq7p2pxjV8YTrJHw9avy0qB6942CWMqfEBFo2vBwbO0LUm0LVT0RL09JBn7Kmbreom3xE1G13WO4p1dW1rrOtMX3+G/TlZSIBAgQIECBAgAABAgQIECBAgAABAgRKWkDAuqTb63AECBSzgIBDMXdP7UMVSEvA+qq5P4qz//3KzuMk4erPnvYPkcn0/hEqCUx/9qIrY94NN3fOS+YkT5iuqa7uRnPDTb+OUz59Yefvk0Dzt778b/EP73tbZ+C5J8/E6PJvXhf/fsXczj+/+ejD44dfvyR22WmHblN6C1gn408+8e3bPNNQ+2k+gWISELAppm6plQCB4RRw/zFwzeZ1f4v1K/4ajSvui8bl90XylOGhvCprJuSedJ2ErZP3mjF7RPXonaKyxtOuh+Ka1rltzWuiZcPSSK6j5InUm0PVbc2rh1RyZc3EqE8C1R2h6pq6XYe0XjlM9vmvHLrsjAQIECBAgAABAgQIECBAgAABAgQIEBi4gID1wM3MIECAQEEEBBwKwmyTlAqkIWC9YWNznHPxVV2eLH3nL74bR7/24D7V7n3wsXjvJ86J5InWyetNrzssbvjml2LnHbfvMnfVmob45NlfjJt//YfO3ydB7HNOPyWqqir73Kdh7fo464LL4wc/vaVz7DVXXBif/PB7us3tKWB93BuOiB987ZJuT8nuc2MDCJSwgIBNCTfX0QgQ2KaA+4+hXyAbG56KDWueiI1rn+n4ejZaN64Y8sIVlbVRVbtjJE+9TgLXVcl7x1fu+9E7Rqai+3/IN+SNLTBogWx7SyRPom5tWpp7+nTylft+w+bvX472tqZBr795YtWo7WLU2L1j1Nh9cl+jx0+PUeP2HfK65baAz3/l1nHnJUCAAAECBAgQIECAAAECBAgQIECAQP8EBKz752QUAQIECi4g4FBwchumSCANAeuearjtJ9+M4485sk+pZStWxSfOviQ2bNgYh8zcP/bZY9f44LuPjwnjxnaZ+7s77433feJzsXZdY+7323oCdW+bbr3G+//uLXHNVy+M8ePGdJnSU8D6vLNOjS+e+49RWVnR55kMIFAuAgI25dJp5yRAYGsB9x/5uSbamlfFxobNgetN7xvWPhvZtg3DumEStO0MXneGsDeFsquSn0dNGtb9yn2x1o0ro7UjLN3S1BGk7gxPLx2WYP2WxpnK0TF6iyB1LlA9bp9InlbtNXQBn/+GbmgFAgQIECBAgAABAgQIECBAgAABAgQIlKKAgHUpdtWZCBAoCQEBh5Joo0MMUiANAetsNhsXXzkvLr5ibucp3nnc6+Obl/1rTN11yiBP9uq0ZP1L/+vauPDyb3f+Mgk7f/6fPhGZTP8/oi1+eVmcfOYFccef78+ts++eu8eN13wlDpre9cl1PQWsr/uvi+OjH3jnkM9iAQKlJCBgU0rddBYCBAYi4P5jIFpDH9vc+GK34HXzur8NfeFeVshkqqKyZvymr+qu7xXVE3r8fTI2mVfKr2y2Ndqa12z6aun63t6yusffJ2OTefl61YzZo/OJ1JuD1DV1u+ZrO+tGhM9/LgMCBAgQIECAAAECBAgQIECAAAECBAgQ6Emg/+kdfgQIECBQUAEBh4Jy2yxlAmkIWCckWz8dOvldEq4+5aS3x7tPeGO85sD9oqZ6cP/v2JOnVp95/n/ED2+8tVP/J9+5LD707hMG1I3Gpg3xTxd+Na750c875/3i+1fGu084pss6PQWs7/zFd+Po1x48oP0MJlDqAgI2pd5h5yNAoDcB9x8jf21ks225J1wnT7xuXrcwWhoXR3PT4tx78iTskXhVVNV3hK+7h7AzFdWRqaiK3Hsm+f7Vn2Orn7f+e28/J2fMtrdENtuy6b29tV8/Rx/jtw5Pt3WEp9tb148Ea+7J09V1O0dN7c6b3sfslXsidRKozmQqR6Smct7U579y7r6zEyBAgAABAgQIECBAgAABAgQIECBAoHcBAWtXBwECBFIqIOCQ0sYoqyACaQlYN6xdH2ddcHn84Ke39HjuSRPGxVvecES86/hj4phZh8RuO+8YFRUV/TLa+snTyaRPn/rB2HXnHfs1f/OglpbW+N8//Dnu+uvDnfO+85Xz4/SPnNhlna0D1r096XpAmxtMoAQFegjY3FGCx3SkVwUujgg9dkUQiAj3H+m+DNrbmnJB69xX00sd74ujueN37a3r0n2AMquuomrMpuB03c5R3RGirq7dJfe75KuisrbMRNJ9XAHrdPdHdQQIECBAgAABAgQIECBAgAABAgQIEBgpAQHrkZK3LwECBPoQEHBwiZSzQFoC1kkPnnz2+fjk2Zd0CTD31ptpe0+ND7zruNzTrQ85cFpUVfX+9Llk3Q+dfl48/PhTw97qS/7ljLjws7O7rLt1wPrgGfvFf1/95Uhq9iJA4FWBHgI2eEpb4M0C1qXdYKfrv4D7j/5bpXFkW0tDtDS+GrzeFMR+NYCdbd+YxrKLtqZMxageAtSbwtPVdbtEZfW4oj1bORYuYF2OXXdmAgQIECBAgAABAgQIECBAgAABAgQI9C0gYN23kREECBAYEQEBhxFht2lKBNIUsE5Ilq1YFVd85/r41nU/jbXrGvulNHXXKXHWJz4UH//Qu2K7ieO7zRGw7hejQQQKLiBgXXDykd5QwHqkO2D/1Ai4/0hNK/JSSHvr+mhrXhNtLWu2+d7e0rDFmIa81JK2RZMwdGXN+KisHh8VW3y/+Xc9vVdU1aftGOoZgoCA9RDwTCVAgAABAgQIECBAgAABAgQIECBAgEAJCwhYl3BzHY0AgeIWEHAo7v6pfmgCPQWszzvr1Pjiuf8YlZUVQ1r8hpt+Had8+sLONd76pqPihm9+qccQ9NYbvbJ8ZfzPr26P6392a9zzwKP9quPo1x4cX/vSv8ShM/fvMl7Aul98BhEouICAdcHJR3pDAeuR7oD9UyPg/iM1rUhRIdlew9jtLesi294S2WxLZNtbN32f+7nr97H598mY3NjNX1v+/Or3yeEzFdWRyVRHpqKq+/db/S1yP3eM2/r7ZH5uneqoqB6TC1D3FJaO8K9HU3TRjUgpAtYjwm5TAgQIECBAgAABAgQIECBAgAABAgQIpF7A/wUh9S1SIAEC5Sog4FCunXfuRCCbzcbFV86Li6+Y2wly+kdOjKsuPidqR48aEtKXv/69OP/L3+xcYyAB682TkvpeXrYy7n3osbjp1t/HHX++P55/cUmvdR156IHxw69fEvvuuXvnmK0D1gfP2C/+++ovx7S9pw7pfL1NXrFqTZx85gXxmzv+khuS7/3ycgiLEiiAQA8BmySA61U6AhdFxJu2OI6Aden01kmGKOD+Y4iAphMgULQCAtZF2zqFEyBAgAABAgQIECBAgAABAgQIECBAIK8CAtZ55bU4AQIEBi8g4DB4OzNLQ+CquT+Ks//9ys7DvPO41+dCyhPHjxv0AZtbWuLfLv16JGtvfg1HcLu1tS1eXPJy/Pr3f46f3fL7+N2d93ar8YqLPhufPe0fIpPZ9PHrmb+9EH9/xvlx/yMLcj+PHVMXt/34mzHrsJmDPt+2JgpY54XVoiUoIGBTgk3teqQ/CFiXfI8dcJAC7j8GCWcaAQJFL+DzX9G30AEIECBAgAABAgQIECBAgAABAgQIECCQFwEB67ywWpQAAQJDFxBwGLqhFYpb4Je3/Sne8/GzOw8xHE9cXr5ydXzkrC/E//7hz53rXnTOaXHR2XM6g89DVUuebn3fwwvirAsuj3seeLRzua0D4qvWNORqueX2OzvHXP+NL8bJJ759qCX0OF/AOi+sFi1BAQGbEmxq1yMJWJd8ix1wsALuPwYrZx4BAsUu4PNfsXdQ/QQIECBAgAABAgQIECBAgAABAgQIEMiPgIB1flytSoAAgSELCDgMmdACRS7wyIKn4/2z/zWefm5R50l+ds3lceI7jh30ye598LF47yfOiSUvL+9c4xffvzLefcIx3dZ8/sUlcddfH46HHnsq7nv48Xjd4QfFxZ87IyorK/q1f/I063ec8pnOsVsHxHt6mvZnPvn3cfmFn4lRNTX92iMZlAS1Tz/3skjC49P33TP22WO3eNcJb8i9b/kSsO43qYFlLiBgU/IXgIB1ybfYAQcr4P5jsHLmESBQ7AI+/xV7B9VPgAABAgQIECBAgAABAgQIECBAgACB/AgIWOfH1aoECBAYsoCAw5AJLVDkAmsa1sXsz30xbvy/v+s8yQfedVxcffn5MXH8uAGfrrW1LS766tVx2deu7Zy7radiJ+Hqt598Vqxd15gb/7Y3vy5++PVLYvKkCf3a+8lnn48PnX5ePPz4U7nxPe11062/j5Nmn9u5XhKQ/sl3LouDpu/brz2SQbf98e54/5xzO+ucsuPk+NV1V8VhB03vsoaAdb9JDSxzAQGbkr8ABKxLvsUOOFgB9x+DlTOPAIFiF/D5r9g7qH4CBAgQIECAAAECBAgQIECAAAECBAjkR0DAOj+uViVAgMCQBQQchkxogRIQ+O6PfxGzz/lil5P8x+fPinNOPyWqqioHdMI//uWB+Ng/XRTJk6k3v7b1xOjFLy+Lk8+8IO748/254WPH1MWN8y6PE944q1/7bh3QPu4NR8SPvnVpbL/dxM75f3thcZzy6QtzT8re/PrUxz8Ql1/wmaivq+1zn2UrVuWeXn3zr5O84KbXh959Qsz9z8/HuLH1XeYLWPfJaQCBnICATclfCALWJd9iBxysgPuPwcqZR4BAsQv4/FfsHVQ/AQIECBAgQIAAAQIECBAgQIAAAQIE8iMgYJ0fV6sSIEBgyAICDkMmtEAJCPQUQE6O9bl//Eic+6mPdgkr93bcjc3N8dNf3R4XfOXbXcLVU3edEjfO+0ocfvCMHqe2tbXHxVfOjS9edU3n34889MD43lUXRfKk6W291jc2xWcvujLm3XBz57Dzzjo1vnjuP0ZlZUXn77LZbHztuz+Jf/7CFV2W+/dzTotzz/xY1I4e1es2ybmuvPqGOP/L3+wck4TAf/j1L8Z73vrGbvMErEvgfxCOUBABAZuCMI/kJgLWI6lv71QLuP9IdXsUR4BAHgV8/ssjrqUJECBAgAABAgQIECBAgAABAgQIECBQxAIC1kXcPKUTIFDaAgIOpd1fp+u/wE9+cVuc9i9firXrGrtMSgLSn/zwe+J9b39z7LHblBhTX9f593XrG+OFxS/nnj7945//Jv7fPQ9227A/T8J+ZMHT8fdnnB8Lnn6uc/5rXzMjLv23M+PNrzu8x6doJ6HwJPSc7Lv5ta0wd09PoU7mffi9b40LPzs79t9nj8hkun5kS/a46KtXxw9+ekuXc23r6dcC1v2/5owsbwEBm5Lvv4B1ybfYAQcr4P5jsHLmESBQ7AI+/xV7B9VPgAABAgQIECBAgAABAgQIECBAgACB/AgIWOfH1aoECBAYsoCAw5AJLVAiAq2tbXHV3Bvii//nmm4h68Ee8fzPfCLO/8ypUV9Xu80lenvCdDJp2t5T46jDD8oFoJNXEmBOgtx33z+/25p9hbmTAPepn7047nng0W5zDzlwWhx3zJGx3cTx0dzcEn/8ywPxuzvv7TbuhDfOim//x3mx19RdejyTgPVgrxbzyk1AwKbkOy5gXfItdsDBCrj/GKyceQQIFLuAz3/F3kH1EyBAgAABAgQIECBAgAABAgQIECBAID8CAtb5cbUqAQIEhiwg4DBkQguUkEASsv6fX/0292To519cMuiTTZowLi75lzNi9snvjVE1Nf1ap2nDxrj8m9fFv18xt1/jtxw0dkxdnPupj8U5Z5wStaNHbXP+088tik+ff3nc9se7B7xPEq7+xmXnxr577t7rXAHrAbOaUKYCAjYl33gB65JvsQMOVsD9x2DlzCNAoNgFfP4r9g6qnwABAgQIECBAgAABAgQIECBAgAABAvkRELDOj6tVCRAgMGQBAYchE1qgBAUWvbQ0vvX9n8a8G26Olasb+n3CJOj8/nceF184e3bssdvO/Z63eWB7e3v8/H/vyIWs5y94pl/z33DkIfGFs+fEsUcfHhUVFf2as76xKeZef3P81zU/7leQPAmMX/DPs+O0U97X59O4Baz71QKDCISATclfBALWJd9iBxysgPuPwcqZR4BAsQv4/FfsHVQ/AQIECBAgQIAAAQIECBAgQIAAAQIE8iMgYJ0fV6sSIEBgyAICDkMmtEAJCyRB5Iceeyru+uvD8Zf7HsmFkR989MnOE0/ddUrsu+duccjM/eONsw6N1732oJg4ftyQRZInaSf7/O8f/hx3PzA/HntyYWcQOtnzgGl7xaxDZ8Z73/ammL7vnlFVVTmoPZPzJWf7xW/+mAt0P/TYk7F2XWNurVmHzYz999kj3v/Ot0QS4h43tr5fewhY94vJIAIC1qV/DQhYl36PnXCQAu4/BglnGgECRS8gYF30LXQAAgQIECBAgAABAgQIECBAgAABAgQI5EVAwDovrBYlQIDA0AUEHIZuaAUCBAgQIDBQAQGbgYoV3XgB66JrmYILJeD+o1DS9iFAIG0CPv+lrSPqIUCAAAECBAgQIECAAAECBAgQIECAQDoEBKzT0QdVECBAoJuAgIOLggABAgQIFF5AwKbw5gXeUcC6wOC2Kx4B9x/F0yuVEiAwvAI+/w2vp9UIECBAgAABAgQIECBAgAABAgQIECBQKgIC1qXSSecgQKDkBAQcSq6lDkSAAAECRSAgYFMETRpaiQLWQ/Mzu4QF3H+UcHMdjQCBbQr4/OcCIUCAAAECBAgQIECAAAECBAgQIECAAIGeBASsXRcECBBIqYCAQ0oboywCBAgQKGkBAZuSbm9yOAHrkm+xAw5WwP3HYOXMI0Cg2AV8/iv2DqqfAAECBAgQIECAAAECBAgQIECAAAEC+REQsM6Pq1UJECAwZAEBhyETWoAAAQIECAxYQMBmwGTFNkHAutg6pt6CCbj/KBi1jQgQSJmAz38pa4hyCBAgQIAAAQIECBAgQIAAAQIECBAgkBIBAeuUNEIZBAgQ2FpAwME1QYAAAQIECi8gYFN48wLvKGBdYHDbFY+A+4/i6ZVKCRAYXgGf/4bX02oECBAgQIAAAQIECBAgQIAAAQIECBAoFQEB61LppHMQIFByAgIOJddSByJA4P+zcx9gcpXl34Cf2RQggYQqRXpPIHQpIirdhgW74KdCAiiChiBqICK9KKBiEJIoKqD8BbGDVAtIlRqS0LsUqQmkkLLzeSbZJbvZMpudmT3lnuvKFcyc877Pcz+HfGf5/76XAIEMCAjYZGBIvStRwLp3fu7OsYCfP3I8XK0RINClgPc/DwgBAgQIECBAgAABAgQIECBAgAABAgQIdCQgYO25IECAQEoFBBxSOhhlESBAgECuBQRscj3epDkB69yPWINLK+Dnj6WVcx8BAlkX8P6X9QmqnwABAgQIECBAgAABAgQIECBAgAABAvURELCuj6tVCRAg0GsBAYdeE1qAAAECBAj0WEDApsdkWbtBwDprE1NvwwT8/NEwahsRIJAyAe9/KRuIcggQIECAAAECBAgQIECAAAECBAgQIJASAQHrlAxCGQQIEGgvIODgmSBAgAABAo0XELBpvHmDdxSwbjC47bIj4OeP7MxKpQQI1FbA+19tPa1GgAABAgQIECBAgAABAgQIECBAgACBvAgIWOdlkvogQCB3AgIOuRuphggQIEAgAwICNhkYUu9KFLDunZ+7cyzg548cD1drBAh0KeD9zwNCgAABAgQIECBAgAABAgQIECBAgAABAh0JCFh7LggQIJBSAQGHlA5GWQQIECCQawEBm1yPN2lOwDr3I9bg0gr4+WNp5dxHgEDWBbz/ZX2C6idAgAABAgQIECBAgAABAgQIECBAgEB9BASs6+NqVQIECPRaQMCh14QWIECAAAECPRYQsOkxWdZuELDO2sTU2zABP380jNpGBAikTMD7X8oGohwCBAgQIECAAAECBAgQIECAAAECBAikREDAOiWDUAYBAgTaCwg4eCYIECBAgEDjBQRsGm/e4B0FrBsMbrvsCPj5IzuzUikBArUV8P5XW0+rESBAgAABAgQIECBAgAABAgQIECBAIC8CAtZ5maQ+CBDInYCAQ+5GqiECBAgQyICAgE0GhtS7EgWse+fn7hwL+Pkjx8PVGgECXQp4//OAECBAgAABAgQIECBAgAABAgQIECBAgEBHAgLWngsCBAikVEDAIaWDURYBAgQI5FpAwCbX402aE7DO/Yg1uLQCfv5YWjn3ESCQdQHvf1mfoPoJECBAgAABAgQIECBAgAABAgQIECBQHwEB6/q4WpUAAQK9FhBw6DWhBQgQIECAQI8FBGx6TJa1GwSsszYx9TZMwM8fDaO2EQECKRPw/peygSiHAAECBAgQIECAAAECBAgQIECAAAECKREQsE7JIJRBgACB9gICDp4JAgQIECDQeAEBm8abN3hHAesGg9suOwJF+/nj5VenxwGHHxdX//2WHg9p5RWHxNZbbBpDV1g+dtlhq3jvLtvHNltuGgMHDOjxWm54S6D9TLYevmn83wWnxWYbrYeJQF0FvP/VldfiBAgQIECAAAECBAgQIECAAAECBAgQyKyAgHVmR6dwAgTyLlC0gEPe56k/AgQIEMiGgIBNNubUiyoFrHuB59Z8CxTt54/eBKw7ehLWW3vNOOTAj8WoAz4Wq62yUuoflubm5vjHLXfFI088Xak5DR8B6zRMoZg1eP8r5tx1TYAAAQIECBAgQIAAAQIECBAgQIAAge4EBKy7E/I9AQIE+kigaAGHPmK2LQECBAgQaCMgYJP7B0LAOvcj1uDSChTt549aB6xb3JPTln9w4pjY9727RKmUvv/sVi6X44FHnojTf/zz+OVlf4kTv3FYjBs9cmkfm5reJ2BdU06L9UDA+18PsFxKgAABAgQIECBAgAABAgQIECBAgACBAgmk7//SUyB8rRIgQKArgaIFHDwNBAgQIEAgDQICNmmYQl1rELCuK6/FsyxQtJ8/6hWwTp6BFZYfFOecMCa+8MkPRf/+/VL1WFz+5+vjoKNOiNffmFWpS8A6VeNRTB8JeP/rI3jbEiBAgAABAgQIECBAgAABAgQIECBAIOUCAtYpH5DyCBAorkDRAg7FnbTOCRAgQCBNAgI2aZpGXWoRsK4Lq0XzIFC0nz86ClhXGzaePefNeGPmrHjosafiqhv+FRf/9qp48pnn2jwGScj6/DPGxmc/um+qTrK+5Iqr4sCvjmuttdqeG/GMO8G6Ecr26EjA+5/nggABAgQIECBAgAABAgQIECBAgAABAgQ6EhCw9lwQIEAgpQJFCzikdAzKIkCAAIGCCQjY5H7gAta5H7EGl1agaD9/9CZg3d74xZdfje+eNSHO+/llbb5ab+0145LxJ8eu79h6acdS8/sErGtOasEcCHj/y8EQtUCAAAECBAgQIECAAAECBAgQIECAAIE6CAhY1wHVkgQIEKiFQNECDrUwswYBAgQIEOitgIBNbwVTf7+AdepHpMC+Eijazx+1DFgnM3tz7tw4+4JLYuxp49uM8JP77RUXnDk2Vho6pK9G22ZfAetUjEERKRPw/peygSiHAAECBAgQIECAAAECBAgQIECAAAECKREQsE7JIJRBgACB9gJFCzh4AggQIECAQBoEBGzSMIW61iBgXVdei2dZoGg/f9Q6YJ3Mfuas2XHMyT9a4iTr3046M/b/wB6peDwErFMxBkWkTMD7X8oGohwCBAgQIECAAAECBAgQIECAAAECBAikREDAOiWDUAYBAgTaCxQt4OAJIECAAAECaRAQsEnDFOpag4B1XXktnmWBov38UY+AdTL/hx9/Kj5/xHfitrvub30cvvjp/eLHpxwTgwct1+ePiIB1n49AASkU8P6XwqEoiQABAgQIECBAgAABAgQIECBAgAABAikQELBOwRCUQIAAgY4EihZw8BQQIECAAIE0CAjYpGEKda1BwLquvBbPskDRfv6oV8C6XC7Hj356aXz9O2e1Pg5rrr5q/OkX58T2Ww2r6hGZP39BPPTYk3H9TXfEzXfcGw8++mTcff+Drfeut/aascVmG8bO242I9+3+zth2y82if/9+na590jmT4jvfO7+qvQ/9/P5xzgljYrlll+n0+lrX17JR+5lsPXzT+L8LTovNNlovEtfHn3o2Lvy/P8Z1N94et945uXJb0vsuO2wVH9n3PbHbTtt2WXdXAMn6L7z4Svz9ljvjxtvujsnTHol7pjwYr78xq3LbCssPim222CxGDNs4PrDHrpW9hqwwuCrTxS9KTjn/1x33xh+u/kfcNfmB1j5qtX7LXrPnvFkJ+f/uqr/F7fdMad1n5RWHxDu22SJ2fcfW8bH37x7DN90gmpqaetxH3m7w/pe3ieqHAAECBJyn0X4AACAASURBVAgQIECAAAECBAgQIECAAAECtREQsK6No1UIECBQc4GiBRxqDmhBAgQIECCwFAICNkuBlq1bBKyzNS/VNlCgaD9/1CtgnYxsyoOPxScP+WZMe/jx1gmef8bYSMLLXX3enDs3/nztTXHG+J/HHfdMrXr679hmeJz67a/GHrvu0GFYtlYB63rV19JoZwHrtVZfLU7/8c/j3J9d2hp47ggnCT+PPfKg+MQH9+wycL74vUmw+r5pD8cZP/5F/Pr3V1dtngSVj/v6yDjkwI9VdTJ5EniecPEVcc6EX8WTzzzX7T49Xb9lwWRGv/3LDXHi2RMrwfzuPh/ae7c44ehDK0H1Uqm4/5nY+193T4rvCRAgQIAAAQIECBAgQIAAAQIECBAgUEyB4v6X82LOW9cECGRIoGgBhwyNRqkECBAgkGMBAZscD3dhawLWuR+xBpdWoGg/f9QzYJ2cenz42NPjosuvbB1HdydDv/jyqzHmhHPa3NOTWSYnII/7+sgYfcgBS4SLaxGwrmd9LX12FLD+wYlj4rxfXBaX/em6qjmSkPXYI7/UbfA5OYn7/It+G2NP+3GXwe2uNv7kfnvFuScfE6uvtnKnlyXPwzdP+VH85BeXV91Dy4Uf3OtdMf7Ub0Zyanl3n+f/+3Icc/IPe/wMJc9OEtA/7PMfrzqY3l0tWfve+1/WJqZeAgQIECBAgAABAgQIECBAgAABAgQINEZAwLoxznYhQIBAjwWKFnDoMZAbCBAgQIBAHQQEbOqAmq4lBazTNQ/VpEigaD9/1DNgnYz1tHMvjLGnjW+d8F677Ri/Ou+UWG2VlZaY+sxZs+OYk38U5/38sjbfJcHXbbbYLHbefkSsstLQyndJ3TfednfceufkJdZZc/VV49KfnBrv3nm7Nt/95bqb4v4HH6382f0PPBoX//at4PcH9ty1zfXrvn2N+PgH94iBAwa0rlHv+lo2aj+TpJ81Vlsl7r7/wdZakqBxUnPy++tvzIzrbrw9brvr/iUsTj/2iBhz6IGdBoaTk6uTE6sP++apS4Srk9Oct95i09h84/Ur686dOy9uv2dK3HzHvfHKazOW2OvUbx8ex3zlC9GvX9MS3yUh7rMuuDi+dcq5bb5L6t9puy1j6+GbRL9+/Sp73Pzv++Jfd9yzRD2jDvhYnHPCUV0Gxl948ZU49JhT4g9X/2OJZ2jHbbaMnbffMlZYfnDF7Kbb74l/3HJXj81S9NdVzUvx/ldzUgsSIECAAAECBAgQIECAAAECBAgQIEAgFwIC1rkYoyYIEMijQNECDnmcoZ4IECBAIHsCAjbZm1kPKxaw7iGYy4sjULSfP+odsL7kiqviwK+Oa32Ath6+afzfBafFZhutt8RD1f7a5IKjv/z5OOqQAyIJGXf0eeo/z8cpP/xZTLj4ijZfH3nwZ+LMcUfGMgMHdnhf+71O/MZhMW70yC4f9EbV19FMWgpLAsknf/PLkZwYvXhvzc3Nccc9Uyunf//rjntb+0jC6Rede1J8ZN/3dNjbg48+GZ8+9Ntx79SHWr/f5z07xynf+kpsN2LzaGpaMiydBM2TU8mPPX18m6B1EpT+9XmnxgbrrrXEXvdMeSg++qUx8eQzz1W+S+o66/jRceDHPxDLLbvMEtc/98JLcfIPf9ombJ/c87uffT/2fNeOHfbSUQA+uecrX/hkfG3kZ5d4hpJw+eNPPRvHnXFeJWTe8knumfC94+IzH9mnOH/xLerU+1/hRq5hAgQIECBAgAABAgQIECBAgAABAgQIVCUgYF0Vk4sIECDQeIGiBRwaL2xHAgQIECCwpICATe6fCgHr3I9Yg0srULSfP+odsE7Cvu/6yMFtxnHTH34au75j6zZ/9ur0GXHwUSfF765K/npa+Bl75EFxwtGHdnr6cst1b86dGyecNbFyWnbL573v3D4uGX9yrLX6ah0+Cj0NWDeyvs4C1km4+hc/PCHes0vbk7kXb/A/z/83Dv/2GW1OcP7wPu+Oid8/Lt626sptLJKA8TkTflUJZbd8dt91h7jo3BPj7Wu8rct/hZJ7//q3W+LTh32rzUnT11w6PvZ+905L3Jvsc9R3z2798yRcPfqQz0Wp1Pl/kk0C06OPPzsmXvK71vuSe5JTuRc/Wbzly/YzTYLS5532rfjcx97XYVC85b7Zc96MM8f/Ir571oQeOyzt3zNpvc/7X1onoy4CBAgQIECAAAECBAgQIECAAAECBAj0rYCAdd/6250AAQKdChQt4OBRIECAAAECaRAQsEnDFOpag4B1XXktnmWBov38kZaA9Z33TYv9vjA6kpOLk09XpyF39HzdN+3h+MTIb8bDjz9V+XrEsI3jNxecHptvvH6Hj2NPA9aNrK+jmSRh4fPPGBuf/ei+XYaSk2YTi88cNjamPfx4a++/nXRm7P+BPdpYTJ/xRow8+qS4/M/Xd3ldZ/8+v/7GrDh87OmV06xbPkkA/P998oNtbpnz5txKiPu8n1/W+ucdhew72uf2u6fERw8a0/pcdBac7ygAnwSxxxx6YLcB/WTfGa/PjCOOOzN+edlfWsuYdNa4OPizH8nyX2c9rt37X4/J3ECAAAECBAgQIECAAAECBAgQIECAAIFCCAhYF2LMmiRAIIsCRQs4ZHFGaiZAgACB/AkI2ORvpu06ErDO/Yg1uLQCRfv5o94B6/bB52Qul55/anz6w/u0GdEjTzwdf7rmxko4+NEnnonddto2TvzGYdGvX1NVo+yoj65CvD0NWDeyvo56+eKn94sfn3JMDB60XLceCxY0xwlnT4iTzpnUeu2RB38mzhx3ZCwzcGDrnyUB6SuuvCGmPPRY3D35gejfv3/89OxxnZ763dHGyR7f+d75rV8lMxs3emSbS5MTokcff1ZccNEVrX/e2UnX7fd48eVX46CjTow5c96MbUdsHhuvv3Z86sN7x4pDVmhz6fU33R4fO+jo1tO0qz2Je/FF2q/xiQ/tGZO+Py6GDlm+W/O8XOD9Ly+T1AcBAgQIECBAgAABAgQIECBAgAABAgRqKyBgXVtPqxEgQKBmAkULONQMzkIECBAgQKAXAgI2vcDLxq0C1tmYkyr7QKBoP3/UO2D9wCNPxKcO/VZMnvZI6zQv/vFJccD+76/pdOsdsO5tsT2pr6NrOzqBuqua/nXHvfH+A45oDRx3dvJzb/uqJmBdLpfjhLMnxglnTWjd7oN7vSvGn/rNWG/tNXtbQiTrn/LDn8W4M3/SutZJx3w5jv3aQd2e9r345s++8GIccPhx8feb76z88SYbrBuXTzojthq2Sa9rzMoC3v+yMil1EiBAgAABAgQIECBAgAABAgQIECBAoLECAtaN9bYbAQIEqhYoWsChahgXEiBAgACBOgoI2NQRNx1LC1inYw6qSKFA0X7+qHfAOgn6vusjB7eZ9B9+fnZ8eJ9313T6PQkwJxv39ATr3hbbk/raXzti2MbxmwtOj803Xr/qMtqHhVdYflBc8+vxsfP2I6peo5oLqwlYJ+u0Px06+bMkXH3gx98fH97nPbHNlpvGwAEDqtlyiWuSk7gPH3t6XHT5la3fdXRKeneLz5o9J7427vsx6Ve/b720Hs9qd3X05ffe//pS394ECBAgQIAAAQIECBAgQIAAAQIECBBIr4CAdXpnozICBAouULSAQ8HHrX0CBAgQSImAgE1KBlG/MgSs62dr5YwLFO3nj74IWN/0h5/Gru/YutdPyvz5C+KZ516IG2+7J6648oZKiDcJ27Z8utqnEQHrpa2v/Uz2fe8uccn4k2OVlYZWbVar0HH7DZPTol95bUbced+0+PO1N8Yfr/lnPPnMc62XnfiNw2Lc6JFL1Dnj9ZlxxHFnxi8v+0uHPay84pDYc7cdY7+93x3v3nnbWGet1aOpqamqftuHyZObvvqlT8Xaa61e1f0tF82bNz/++rebI/n/FNDyOf+MsXHo5/fv0TpZvtj7X5anp3YCBAgQIECAAAECBAgQIECAAAECBAjUT0DAun62ViZAgECvBIoWcOgVlpsJECBAgECNBARsagSZ3mUErNM7G5X1sUDRfv6od8D62n/eFvt85vDWqfb0JOUk0JuEc5MQbfLrwUeejCkPPRZ3TX4gbr1zcpdPSyMC1vWor/1MRn7uo/HDk46OQcstW/W/HbPnvBmjjz8rLrjoitZ7Lv7xSXHA/u+vao3k/qSOx5/6Tzz97Asx9aHH4t/3Tos77plSCVh39uksYJ1c/+CjT8bBR53YJsDc2TqbbbRefHK/vSqnW2+75WbRv3+/TvdM1v30od+Oe6c+VFVvPbmoq356sk5WrvX+l5VJqZMAAQIECBAgQIAAAQIECBAgQIAAAQKNFRCwbqy33QgQIFC1QNECDlXDuJAAAQIECNRRQMCmjrjpWFrAOh1zUEUKBYr280e9A9ZJwPewb57aOumth28a/3fBaZEEaDv7JCc/33b3/XHhpX+M6268vc0JyT15ZOoVsK53fe1nkpygfM4JY2K5ZZepuv0k+H3C2RPjhLMmtN7TVcA6uT45ifri315VOQ387vsfrHqvxS/sLpD84suvxlnnXxzn/eKyNqeNd7XZemuvGUcc9On44qf36/AUbwHrpRpVhzd5/6udpZUIECBAgAABAgQIECBAgAABAgQIECCQJwEB6zxNUy8ECORKoGgBh1wNTzMECBAgkFkBAZvMjq7awgWsq5VyXeEEivbzRz0D1gsWNMe4M38Sp517Yetz9MG93hUXnXtirDR0yBLPVhLyTYK9x3//gvjztTdW/ewlp2LvuM2W8cgTT7cJY9c6YN2o+moRsO7IvrOA9dKEnpPh7LTdltHc3Bx33DO1dVbdBaxbLvzvS6/Eb/50XVz82yvjtrvur2rWu75j6/jRyd+I7UZs3uZ6Aeuq+Kq6yPtfVUwuIkCAAAECBAgQIECAAAECBAgQIECAQOEEBKwLN3INEyCQFYGiBRyyMhd1EiBAgEC+BQRs8j3fiBCwzv2INbi0AkX7+aOeAeuXXnktPn/Ed+Kvf7u5dRyjD/lcnH7sETFwwIA2I0rCy7+76m9x1HfP6fLE6pVXHBJbb7Fp7LD18Nhmi01j2y03i43WX7tyGvIBhx8XV//9ltZ1axmwbmR97Wcy8nMfjR+edHQMWm7Zqh/r2XPejNHHnxXJCeItn44C1g8//lR8deyZcc0/bu1y7Z23HxGbb7x+vGPr4ZWA87BNNoihQ5aPk86ZFN/53vmt91YbsG65IXF94cVX4vZ7plROzv77zXd2Of8k1J0E9DfZYN3WPdsHrKs5Jb1qyIJd6P2vYAPXLgECBAgQIECAAAECBAgQIECAAAECBKoUELCuEsplBAgQaLRA0QIOjfa1HwECBAgQ6EhAwCb3z4WAde5HrMGlFSjazx/1DFjffveU+OhBY+K5F15qHUdnpyhPe/jx+OyXj417pz7Uem1yMvWH9totPrnfXrHNFpvFGm9bJZZbdpkOR9tRH7UMWDeyvva97PveXeKS8SfHKisNrfqxTgLnh489PS66/MrWe665dHzs/e6dWv/3zFmzY/TxZ8fES37XZt3ddto2PvvRfWOXHbaKDdZZK4asMDhKpY7/02lvA9btG5o/f0E889wLcdUNN8dv/3JDXH/T7Uv0fNbxoyMJ6rfUlJxc/pnDxsad902rXJs8N9f8enwkoXCfngl4/+uZl6sJECBAgAABAgQIECBAgAABAgQIECBQFAEB66JMWp8ECGROoGgBh8wNSMEECBAgkEsBAZtcjnXxpgSscz9iDS6tQNF+/qhXwHrBguY44ewJlROOWz6dnSzc0bWbbbRenH/G2HjPLtt1Gu5dfMb1DFg3ur72vWy/1bC49PxTY+P116n6sX7ymefic185Nm7+932Ve5ITny+fdEZsNWyT1jWS8PLHDjq6cvp38kmCycd9fWR8beRnYpmBA6vaq9YB68U3TU63/ve90+KI486M2+66v/WrD+71rsop1isNHVL5s1enz6iclP6X625qvaazIH9VTRX4Iu9/BR6+1gkQIECAAAECBAgQIECAAAECBAgQINCFgIC1x4MAAQIpFShawCGlY1AWAQIECBRMQMAm9wMXsM79iDW4tAJF+/mjXgHrBx99Mj596LfbnEh95MGfiTPHHblEePfZF16MAw4/Lv5+852tY5vwvWNj5Oc+WlW4OrnpgUeeiE8d+q2YPO2R1jVqdYJ1o+vraCbtT5/u7vluH55+3+7vrISSV115xcqtSWh83Jk/idPOvbB1qf/3yQ/GuScfUzmxuprPrNlz4mvjvh+TfvX71stP/MZhMW70yDa3J2Hvf91xb9wz5aH4971T4507bBUnHH1Y9OvXVM02ldOsP3Dgka3Xtg/qz503L751yrlxzoRftV7T2bPW1YZJUPvQY06Nl155LYZtskEl0L7fPrv1KNheVUMpvsj7X4qHozQCBAgQIECAAAECBAgQIECAAAECBAj0oYCAdR/i25oAAQJdCRQt4OBpIECAAAECaRAQsEnDFOpag4B1XXktnmWBov38UY+A9cxZs+OYk38U5/38stZHYc3VV41Lf3JqvHvn7ZZ4PO6b9nB8YuQ34+HHn6p8l1z7p1+cE8nJzdV+rrjyhvj4yGPaXF6rgHWj6+toJklo+fijDqkqlPzm3LlxzEk/ih/99NJWj/b3J6dWHz729Ljo8itbrzn7u0fF6EM+Vy15PP7Us/HZr4xtc7p0RwHrJFz9/gOOaD0pu33Yu7sN24f1OzoJvf38k4B0cur34id2d7fPNf+4NT4x6pjWOpfmOexuj7R/7/0v7RNSHwECBAgQIECAAAECBAgQIECAAAECBPpGQMC6b9ztSoAAgW4FihZw6BbEBQQIECBAoAECAjYNQO7bLQSs+9bf7ikWKNrPH7UOWM+fvyDOuuDiyonCi3+++qVPxZnjvhbLLbvMEtO/875psd8XRsdzL7xU+W6F5QfFNb8eHztvP6KqJ+U/z/83Pn/Ed+Jv//p3m+trFbBudH0dzWS9tdeMyyeeETtsPbxbkxtuuiMOPGJcq2cSFP79z86KHbfdovXe6TPeiJFHnxSX//n61j879duHx7eP+FK36ycXJHM+/vsXxKk/+lmb6zsKWLc/ATyZ7+UTz4x93rNzVXu1D2jvtduO8avzTonVVlmp9f4nnn42DvzquMpJ2S2fr3zxk3HmcUfG4EHLdbvPiy+/Wjm9+ndXJf/P48LPpz+8TyQnqVd7one3m2TgAu9/GRiSEgkQIECAAAECBAgQIECAAAECBAgQINAHAgLWfYBuSwIECFQjULSAQzUmriFAgAABAvUWELCpt3Cfry9g3ecjUEBaBaZNjNkRsWxLfZu+76Zo6tf6P9Na9lLXVcuAdRKQPvmHP21zcnVS2E7bbRkXnnN8JKcKd/R55Imn4zOHjY0kyNzyOemYL8e3vvrF6N+/X5e9JeHq0cefHZf96bolrvvHFRM6PDE7ufCSK66qBHJbPkmwONmzX7+mJdZpdH0dzSQp6iP7vifGn/bNePsab+vU5P4HHq0Ep2+76/7Waw79/P5xzglj2oTb57w5N8accE6bWX1wr3fFpO+PizXetkqX5skJ2T+cdGmc/INJrac9t9xw/JhD4vijRkWp9NZ/al2woDlOOHtCnHTOpNZ1u3smWi5MTkNP5jvxkt91OatyuVw5sfvr3zmrTe3fHXNIHHP4FzoM9rdcmPRz9gWXxNjTxrfem4TALzr3pIp5UT7NC+bEQ3991+Ltzhk2KrpPpxcFSJ8ECBAgQIAAAQIECBAgQIAAAQIECBAosICAdYGHr3UCBNItIGCd7vmojgABAgTyKSBgnc+5LtaVgHXuR6zBpRWYNjGejYg1W+7feM8ro/+ynQdal3aftNzXm4D1GzNnxWsz3oj7H3gkfvPH6+IPV/89XnltRpvWkpOXf/HDE+I9u2zXactJiParx54ZP/+/P7VekwRcvzN6VHz5C5/o8ATiGa/PjN9eeX2c8eNfxIOPPtnh2hf/+KQ4YP/3d/jdH6/5Z3zki0e1fpcEfpNw8Zabb7TE9Y2ur7OAdVLYru/YOs46fnS8Y5vh0dT0Vhg8OVH66r/fUglNL+6x9fBN49c/OaXDcPtPf/2HGDnmpDb9fvaj+0ZykvX666y1hEOyxy133hdnnvfL+PO1N3bo2lGYO7nwvmkPV0L00x5+vPW+pIdTvnV47P7OHToM0ienUieh51///urWe7o6ybujU6iTG5Oexo0eGZtvvH6b4HfyXbJHchL3Ly/7S5t+enL6dVr+Xe5tHfPn/Dceuf4Diy/z3LBRseSD0NuN3E+AAAECBAgQIECAAAECBAgQIECAAAECmRMQsM7cyBRMgEBRBASsizJpfRIgQIBAmgQErNM0jbrUImBdF1aL5kFg2qSYEuUY3tLLBu++NJZZYeM8tNZhD12FeXvbdBKGPfu7o+Nj7999iWBr+7Wv+cet8YlRxyxxInKyRhJ+3nr4JtGvX794/Y2Zceud98ft99zf5trNNlovNlj37fHXv93cunQS7P5/n/xgh20kp2Xv94XRkZy63fJJQt3bbLFZ5bTjTTZcN0791uExZIXBla8bWV/7mXxyv70qfr/547WttSYme+22Y6yw/OBIrv/j1f9YImjenX9y+vfnj/hO/O1f/25jlDjsuM2WsfP2W1bWX7BgQdw79eHKqdhPPvNcG68kHH3HvVNbHUd+7qPxw5OOjkHLtT31vbMTppPFktntssNWlQB08kn6ufG2u+PWOycvMbvTjz0ixhx6YKcnmycB7i+NPqHNCd4ti2y75Wax17t3ilVWGhpz586Lf9xyV1x/0+1L7LHPe3aOn5z+7dhwvbf39l+BTN3/5uuPxOP//MxbNZdj6rBDYotMNaFYAgQIECBAgAABAgQIECBAgAABAgQIEKiLgIB1XVgtSoAAgd4LCFj33tAKBAgQIECgpwIC1j0Vy9z1AtaZG5mCGyUwbULcEKXYvWW/t293Wqyw5t6N2r7h+9QrYJ2cTvyDE4+OXbYf0W24Omk6OR35nAmXxEk/mLREyLo7lA/tvVt8b9zX4t6pD1VOSW75HD/mkDj+qFEd7v/q9Blx6DGnxmV/uq7D5d/7zu3jkvEnx1qrr1b5vpH1tZ9Jcip0cqLyN078YSXoXc0nCS3/4MQxse97d+nS/5+33hWHfOOUTk8B72yvZP2Tv/mV2Gr4JvG5rxwbSWA9+SSh71+dd0qstspKS9w6e86bceb4X8R3z5pQTQttrklC38d85Qsx5rADKwH4rj4PP/5UfHXsmVVbLb5WEq7+8anHxCYbrNvjGrN+w+vPXRv/uevbb7VRjr8NOyT2yHpf6idAgAABAgQIECBAgAABAgQIECBAgACB3gsIWPfe0AoECBCoi4CAdV1YLUqAAAECBLoUELDO/QMiYJ37EWtwaQWmTYjvRSmObrl/lY2+EKttfsTSLpf6+2odsB4xbOPKCcOf+NCeMXjQcj3qPwkxX/bn6+KEsyZUFfhNQtzfPPyL8aG93xXLDBxYCfkufir1+3Z/Z1x07omx6sordlhHcv3hY8/o8LTjJGB7+aQzYqthm7Te26j6OgpYn3PCmJg+44049vTx8bNL/9ila3Jq9wlHHxrrr7NWVf73THkoxp35k/jztTd2e/3KKw6J0YccEEnoOwlRJzWNPPqkuPzP11fuTYLQV11ybuz6jq07XKu5uTl+/9e/V0LWk6c90u1+yQW77bRtfOeoUbHHrjtEU1NTVffMnDU7Jlz8u/jhpF+3OXW7s5uTvo77+sg45MCP9fi5raqgDFz04gPnxsuP/uKtSsvx/WGHxDcyULoSCRAgQIAAAQIECBAgQIAAAQIECBAgQKDOAgLWdQa2PAECBJZWQMB6aeXcR4AAAQIEll5AwHrp7TJyp4B1RgalzMYLTJ0UnymV49ctOw9edcdYZ6fzGl9Ig3bsTcB6vbXXjE02WCc23Wi9SqA2+bXOWqtXHYLtrMUZr8+Mq/9+S1x5w7/i3ikPxd33P1i5NAnBvmObLSr7JOHpbbfcLPr379e6THIq9cFHnRS/uyr5K25h2PfyiWdGcipxZ58XX341fnnZX+KqG26O2++5v83p2ddcOj72fvdOS9xa7/o6C1gnJzcnAeXb7r4/Lv39NXHjbXe32uy8/YjK6dGf/vA+MXzTDXo8gyQ8nqz7l+tuiptuvyfumfJgq0Wy9nYjNo8P7LFrJew8ZIXBrSblcjnOmfCrGHPCOa1/NvbIgyoB78Vn0x4x2S+Z61//dnPcetfkmPLgY61B6OS52mKzDWPn7UbER9/33hi2yQZdrtXVvypJ0Ppfd9wbf7j6H5VAd/u+Nt94/fjEB/dcoq8G/euXqm2evu0rMfOl29+abSk+O3xkXJqqIhVDgAABAgQIECBAgAABAgQIECBAgAABAn0iIGDdJ+w2JUCAQPcCAtbdG7mCAAECBAjUWkDAutaiqVtPwDp1I1FQWgSmTYhNoxQLE72LPpvsfU30G7hyWkpUBwECBGoqsGDuK/Hwtfu0XbMcmw07JB6q6UYWI0CAAAECBAgQIECAAAECBAgQIECAAIFMCghYZ3JsiiZAoAgCAtZFmLIeCRAgQCBtAgLWaZtIzesRsK45qQXzJDBtYtwZEdu19LTGlt+OFdf7eJ5a1AsBAgRaBV578rfx/P2nLS5y17BRsT0iAgQIECBAgAABAgQIECBAgAABAgQIECCQCAhYew4IECCQUgEB65QORlkECBAgkGsBAetcjzdpTsA69yPWYG8Epk6I40qlOKlljcGr7hTr7DS+N0u6lwABAqkVePq2w2PmS7e11leKOG7zUXFKagtWGAECBAgQIECAAAECBAgQIECAAAECBAg0VEDAuqHcNiNAgED1AgLW1Vu5kgABAgQI1EpAwLpWkqldR8A6taNRWBoEHpoYwxZETvGJCQAAIABJREFUTF28lnV3/kkMWuUdaShPDQQIEKiZwKyX74inbv1ym/X6RQzfdFRMq9kmFiJAgAABAgQIECBAgAABAgQIECBAgACBTAsIWGd6fIonQCDPAgLWeZ6u3ggQIEAgrQIC1mmdTM3qErCuGaWF8iowbWL8MSL2a+lv+dXfE2vvcFZe29UXAQIFFXjm32PijRf+sXj3fxo2Kj5cUA5tEyBAgAABAgQIECBAgAABAgQIECBAgEAHAgLWHgsCBAikVEDAOqWDURYBAgQI5FpAwDrX402aE7DO/Yg12FuBh34Wey1YENcuvs46O/44Bq+2c2+Xdj8BAgRSITDzxVvj6du/2qaWcsQ+w0e1/bsvFcUqggABAgQIECBAgAABAgQIECBAgAABAgT6TEDAus/obUyAAIGuBQSsPSEECBAgQKDxAgLWjTdv8I4C1g0Gt102BaZNjOsjYo+W6pcdOizWf9dF2WxG1QQIEGgn8MRNn48506ct/qc3DBsVe4IiQIAAAQIECBAgQIAAAQIECBAgQIAAAQKLCwhYex4IECCQUgEB65QORlkECBAgkGsBAetcjzdpTsA69yPWYC0Epk6MvUsR1yy+1mqbHR6rbPylWixvDQIECPSZwMuPXBgvPji+zf79+sXemx4U1/VZUTYmQIAAAQIECBAgQIAAAQIECBAgQIAAgVQKCFinciyKIkCAQISAtaeAAAECBAg0XkDAuvHmDd5RwLrB4LbLrsC0CXF+lOLQxTtYd5eJMWjlbbPblMoJECi0wKxX7o6nbhnV1qAcFww7JA4rNIzmCRAgQIAAAQIECBAgQIAAAQIECBAgQKBDAQFrDwYBAgRSKiBgndLBKIsAAQIEci0gYJ3r8SbNCVjnfsQarJXAlEmxclM5HoyIVVvWHLj8+rH+rr+Mpv6DarWNdQgQINAQgeb5s+KJf/2/mPvGE4vv91JzKTbbYmS80pAibEKAAAECBAgQIECAAAECBAgQIECAAAECmRIQsM7UuBRLgECRBASsizRtvRIgQIBAWgQErNMyibrVIWBdN1oL51Fg6oT4fKkUv1y8tyFr7RtrbXtKHtvVEwECORZ49u5jY8azV7fpsBTx+c1HxcU5bltrBAgQIECAAAECBAgQIECAAAECBAgQINALAQHrXuC5lQABAvUUELCup661CRAgQIBAxwIC1rl/MgSscz9iDdZaYOqEOLtUitGLrzt0nY/EmluNq/VW1iNAgEBdBJ6776SY/vQf2q5dirOHjYwxddnQogQIECBAgAABAgQIECBAgAABAgQIECCQCwEB61yMURMECORRoH3AOo896okAAQIECKRdYNio8DNT2ofUs/oErHvm5WoCFYFpE6P9vzux4rr7xxojxhIiQIBAqgWen3xqvPbUFe1r/PuwUbF7qgtXHAECBAgQIECAAAECBAgQIECAAAECBAj0uYCwQJ+PQAEECBDoWEDA2pNBgAABAgT6XkDAuu9nUOMKBKxrDGq5YghM+0msX+ofV5Yjhi3e8UrrfTJW3/KbxUDQJQECmRN44f4z4tUnL2tTdyliWnl+fGDYl+OJzDWkYAIECBAgQIAAAQIECBAgQIAAAQIECBBoqICAdUO5bUaAAIHqBQSsq7dyJQECBAgQqJeAgHW9ZPtsXQHrPqO3cdYFpkyKjUvluKoUsfHivay0wWdj9eFjst6e+gkQyJnAC1PPilcf/3WbrsoRj5RL8f4tRsYjOWtXOwQIECBAgAABAgQIECBAgAABAgQIECBQBwEB6zqgWpIAAQK1EBCwroWiNQgQIECAQO8EBKx755fCuwWsUzgUJWVHYPLEGNa/FFdGOdZfvOqVNzww3jbs69lpRKUECORa4L/TfhCvPHZx2x5L8cT8cnxgxKiYluvmNUeAAAECBAgQIECAAAECBAgQIECAAAECNRMQsK4ZpYUIECBAgAABAq0C5XYW3rk8HAQIEEiHgIB1OuagigwLTLsgRpSa4spyxNqLtzFkrffFmluNi1K/ZTLcndIJEMiyQHnBm/HcfSfFjGf/2qaNUsQz5eb4wLBDY3KW+1M7AQIECBAgQIAAAQIECBAgQIAAAQIECDRWQNinsd52I0CAAAECBIohIGBdjDnrkgCB7AkIWGdvZipOocDDk2LbeeW4qhSx+uLlLbPCxpWQ9bIrbpHCqpVEgECeBea8NqUSrn7z9UfatFmOeGFAKd6/yci4O8/9640AAQIECBAgQIAAAQIECBAgQIAAAQIEai8gYF17UysSIECAAAECBASsPQMECBBIp4CAdTrnoqoMCkyZFDs2leMvEbFq+/LX3Oo7MXSdD2ewKyUTIJBFgelP/6ESru7g81JzKT64xci4PYt9qZkAAQIECBAgQIAAAQIECBAgQIAAAQIE+lZAwLpv/e1OgAABAgQI5FNAwDqfc9UVAQLZFxCwzv4MdZAigSmTYuOmcvw0It7dvqyVN/hcvG34USmqVikECORR4L9Tz45XHv9VR639s7kUB28xMtoeaZ1HBD0RIECAAAECBAgQIECAAAECBAgQIECAQF0EBKzrwmpRAgQIECBAoOACAtYFfwC0T4BAagUErFM7GoVlWWDaxPhxRBzevofBq+4Ua2x1XAxYbs0st6d2AgRSKDBv9nPx/H0nxcyXOjycevywUfHVFJatJAIECBAgQIAAAQIECBAgQIAAAQIECBDIkICAdYaGpVQCBAgQIEAgMwIC1pkZlUIJECiYgIB1wQau3cYJTJkQhzWV4iftd2zqPzhW2+zwWGn9TzWuGDsRIJBrgVef+E28+OD4aJ4/c4k+m8vx5S0OifNzDaA5AgQIECBAgAABAgQIECBAgAABAgQIEGiIgIB1Q5htQoAAAQIECBRMQMC6YAPXLgECmREQsM7MqBSaRYEHJsWu5XL8NCI2a1//oFV2qAStl1tpRBZbUzMBAikQmP3q5EqwetbL/+6omgdLpTh485HxrxSUqgQCBAgQIECAAAECBAgQIECAAAECBAgQyIGAgHUOhqgFAgQIECBAIHUCAtapG4mCCBAgUBEQsPYgEKizwMMXx5D5sysh6090tNXKGx5YCVqXmgbUuRLLEyCQF4Fy87x48cHz4pXHLuqspcv7LxcHb3JgzMhLz/ogQIAAAQIECBAgQIAAAQIECBAgQIAAgb4XELDu+xmogAABAgQIEMifgIB1/maqIwIE8iEgYJ2POeoiAwIP/jSOam6O0yJiYPtyByy3Vqy2+eExZK19M9CJEgkQ6EuBGc9eHS8+MD7mzX62ozLmRsTYYaPirL6s0d4ECBAgQIAAAQIECBAgQIAAAQIECBAgkE8BAet8zlVXBAgQIECAQN8KCFj3rb/dCRAg0JmAgLVng0ADBaZOivWaIk4tl+NzHW27whp7VILWAwev18CqbEWAQBYE5s58shKsfv35Gzor99cxP8YO+3I8kYV+1EiAAAECBAgQIECAAAECBAgQIECAAAEC2RMQsM7ezFRMgAABAgQIpF9AwDr9M1IhAQLFFBCwLubcdd3HAtMmxv6lUiVovVlHpay47v6x8oYHxsDB6/ZxpbYnQKCvBebOfCpeeezieO2pKzospVSKB8vNceywQ+K3fV2r/QkQIECAAAECBAgQIECAAAECBAgQIEAg3wIC1vmer+4IECBAgACBvhEQsO4bd7sSIECgOwEB6+6EfE+gjgLTJsYpETG2sy1WXPfjsfKGBwha13EGliaQVoGFwepL4rWnOs9NJyfibzYqjk1rD+oiQIAAAQIECBAgQIAAAQIECBAgQIAAgXwJCFjna566IUCAAAECBNIhIGCdjjmoggABAu0FBKw9EwT6WGDqBbFdqSlOjYh9OytlxfU+HitvkJxovU4fV2t7AgTqLTB35tPxyuMXx2tPdnkg9dXlfjF2+EFxV73rsT4BAgQIECBAgAABAgQIECBAgAABAgQIEGgRELD2LBAgQIAAAQIEai8gYF17UysSIECgFgIC1rVQtAaBGghMmxBfjFIcFREjOltuxfU+EStvkJxoLWhdA3JLEEiVwMJg9SXx2pOXd1XX5CjH2cMOiZ+nqnjFECBAgAABAgQIECBAgAABAgQIECBAgEAhBASsCzFmTRIgQIAAAQINFhCwbjC47QgQIFClgIB1lVAuI9AogSkT40tNUQlab9nZniuuu38MXWe/WG7FTrPYjSrXPgQI9FJg9muTY/rTf4rXnrqiq5Xub444e4tRcWEvt3M7AQIECBAgQIAAAQIECBAgQIAAAQIECBBYagEB66WmcyMBAgQIECBAoFMBAWsPBwECBNIpIGCdzrmoikA8MDG+1BwxphSxRWccg1beNoauvV8MXefDxAgQyJjA9Kf/GNOf+VPMeuXurn6ImtIUcdbmgtUZm65yCRAgQIAAAQIECBAgQIAAAQIECBAgkE8BAet8zlVXBAgQIECAQN8KCFj3rb/dCRAg0JmAgLVng0DKBR6YFAeVy5UTrTsNWvcbuGIMXfvDseI6+8XA5TdIeUfKI1BcgblvPB6vPf2nmP7MH2PB3Ne6gphSKsXZm4+MnxVXS+cECBAgQIAAAQIECBAgQIAAAQIECBAgkDYBAeu0TUQ9BAgQIECAQB4EBKzzMEU9ECCQRwEB6zxOVU+5FJg6MQ4uJUHrUgzvqsHl37ZbDF1nv1hhjT1y6aApAlkUeP35G2L603+KN/57Y9fll2NquRRnDx8VP81in2omQIAAAQIECBAgQIAAAQIECBAgQIAAgXwLCFjne766I0CAAAECBPpGQMC6b9ztSoAAge4EBKy7E/I9gZQJTJsY+0fElyLiQ12VNmDQ2pUTrVdYY88YuPz6KetCOQTyLzD3jSfi9eevr5xYPW/WM901/OeIuHDYqLiiuwt9T4AAAQIECBAgQIAAAQIECBAgQIAAAQIE+kpAwLqv5O1LgAABAgQI5FlAwDrP09UbAQJZFhCwzvL01F5ogQcvjM0XzI+DSgvD1qt2hbHcSiMqJ1onvwYMenuh3TRPoJ4C82b9J5LTqpNfs1+d3N1WL5UiLiz1j59t9qV4oLuLfU+AAAECBAgQIECAAAECBAgQIECAAAECBPpaQMC6rydgfwIECBAgQCCPAgLWeZyqnggQyIOAgHUepqiHwgtM+2l8sdxcCVvv1h3GoJW3XRi2XnOP6L/s6t1d7nsCBLoRmD/nhXj9uYWh6lmv3N2tVynixuS06s1HxYXdXuwCAgQIECBAgAABAgQIECBAgAABAgQIECCQIgEB6xQNQykECBAgQIBAbgQErHMzSo0QIJAzAQHrnA1UO8UWeOhnsVNzc3ypXI6DImJAdxqDV90xll90snX/ZVbu7nLfEyCwSGD+m69UAtVvPH9DzHzp9mpc5iWh6nLEhcNHxa3V3OAaAgQIECBAgAABAgQIECBAgAABAgQIECCQNgEB67RNRD0ECBAgQIBAHgQErPMwRT0QIJBHAQHrPE5VT4UXePjiGLJgdhzQHPHx/52Wu2c1IINXe2cs/7Z3xuBVd46By69fzS2uIVAogblvPBEzX7o13vjvzTHzxZur6r0ccX2U44oBg+LiTQ6MGVXd5CICBAgQIECAAAECBAgQIECAAAECBAgQIJBSAQHrlA5GWQQIECBAgECmBQSsMz0+xRMgkGMBAescD1drBBKBhyfG2vPK8fFSKfaPiHdXozJw8LoxeNWdYvBqO8WgVXeOpn7LVnObawjkSqB5wZyY9dKtMfPF22LmS7fF3JlPVdvfP0vluGJe/7hixEHxdLU3uY4AAQIECBAgQIAAAQIECBAgQIAAAQIECKRdQMA67RNSHwECBAgQIJBFAQHrLE5NzQQIFEFAwLoIU9YjgUUCD/0sNlzQHPtHOT4eETtXCzN41R1jUBK4XnWnWHbo5tXe5joCmROYM/2BSph61ktJqPr2ntR/a5Tit/2a4opND4rHenKjawkQIECAAAECBAgQIECAAAECBAgQIECAQFYEBKyzMil1EiBAgAABAlkSELDO0rTUSoBAkQQErIs0bb0SWEzgvgti8wFNsX954enW21WL03/Z1SsnWydh60GrbB/9l1m12ltdRyB1AvPffClmvXxnJVSdnFQ9f84LPanxzoi4Yl5zXLHVofFAT250LQECBAgQIECAAAECBAgQIECAAAECBAgQyKKAgHUWp6ZmAgQIECBAIO0CAtZpn5D6CBAoqoCAdVEnr28CiwlMuyBGRP/Yu9Qce0fE3uWIftUCDRy8Xiy30ohYbqWtYrkVR8QyQzap9lbXEWi4wJszHo7Zr90Xs1+dXPk1d+aTVddQilgQEdeWy3FtlOPaYYfG5KpvdiEBAgQIECBAgAABAgQIECBAgAABAgQIEMiBgIB1DoaoBQIECBAgQCB1AgLWqRuJgggQIFARELD2IBAg0EZgym9iYGlG7N20MGi9d5RjeE+I+g1YIZZdFLZuCV439VuuJ0u4lkBNBJoXzI7Zry4KU782Oea8el8smPd6z9YuxdRSxLVNEdfOGxLXbvGpmNuzBVxNgAABAgQIECBAgAABAgQIECBAgAABAgTyIyBgnZ9Z6oQAAQIECBBIj4CAdXpmoRICBAgsLiBg7XkgQKBLgUcmxcbzy4vC1kngOmL5npItO3TYwlOuV9wqll1xeAwcvG5Pl3A9gW4F5s58Kua8NrX1hOo506d1e08HF7yx6JTq66I5rh1+WDy8NIu4hwABAgQIECBAgAABAgQIECBAgAABAgQI5FFAwDqPU9UTAQIECBAg0NcCAtZ9PQH7EyBAoGMBAWtPBgECPRJ4YGLskZxsXS7H7qVS7NSjmxdd3NR/UCyzwsYLfw3ZpPWfk9OvfQh0J5CcQv3m648s/DXj4dZ/bp4/q7tbO/v+1oj4e/OCuG6Lw+L6pV3EfQQIECBAgAABAgQIECBAgAABAgQIECBAIO8CAtZ5n7D+CBAgQIAAgb4QELDuC3V7EiBAoHsBAevujVxBgEAnAo9fGMvOnBu79OsXO0c5dilF7FyOWG1pwQYMevui0PXGsewKC4PXA5dff2mXc18OBOa+8UQlQD3n9YfjzRkLQ9XzZv1nqTsrRbwYpbil3By3Jr/3nx23bHJkvLnUC7qRAAECBAgQIECAAAECBAgQIECAAAECBAgUSEDAukDD1ioBAgQIECDQMAEB64ZR24gAAQI9EhCw7hGXiwkQ6E7g4Z/F8AULYpfmiF0qoetSDO/unq6+L/VbNpZdFLQeMGjtGDjo7VH5ffDa0W/gSr1Z2r0pEVgw99WYO/OZmDfrmZg76z8Lf3/jiZjz+iNRXjCnt1VOKUckJ1TfUu4Xt2xxUEzt7YLuJ0CAAAECBAgQIECAAAECBAgQIECAAAECRRUQsC7q5PVNgAABAgQI1FNAwLqeutYmQIDA0gsIWC+9nTsJEKhC4MELYtXmfrFLNMcuUYqdImJE9OKU68W3bBqwwluB60FrLwpeLwxgD1huzSqqc0mjBObNfm5hcLoSpP5PzJ31VqC6ed7rtSrjxYiYHOW4LZrilqYFcctmh8ZLtVrcOgQIECBAgAABAgQIECBAgAABAgQIECBAoOgCAtZFfwL0T4AAAQIECNRDQMC6HqrWJECAQO8FBKx7b2gFAgR6KDB5fKzTb2CMiHKMKJViq0Wh6yR4XbNPqWnAwsD1oLdH/2VXi/7LrBL9l1k1+i36vf+yq1b+rNQ0sGZ7FnGhcvPcmP/myzH/zZdi/pyXY0Hye+v/frH1ROpy87xa80xOwtSlctzXXIrJC+bG5BGHx9O13sR6BAgQIECAAAECBAgQIECAAAECBAgQIECAwFsCAtaeBgIECBAgQIBA7QUErGtvakUCBAjUQkDAuhaK1iBAoNcC5b9F/2kPxValfguD1xGtwes1er14Fwv0Gzi0ErxOwtb9Fv2+MHy96M8GDo2m/stXfvXrPzii1FTPcvp+7XJzLJg/M5rnv1H5tWDu9DYB6iRIvXiIOvm+zp/nK6dSR9wXpZhcXhCTh20a95V2j/l13tfyBAgQIECAAAECBAgQIECAAAECBAgQIECAQDsBAWuPBAECBAgQIECg9gIC1rU3tSIBAgRqISBgXQtFaxAgUDeBqRfEmtEUWzaVY6NyLPzV1BQblsuxUUQsX7eNO1m4qf+gRWHr5aNpwOC3wteL/3P/wdE0IAllD66ckF0q9Y9SU//K79HUb+H/XvRnsdh3yTVRWvR9y/URUS7Pj3Lz/MrvUV7Q+s/Jn8Vi35XLCyIWXddyfXLCdHMSmJ73RiyohKbb/XPyZ/NmLvou+X5Wo0mT/d6IiMci4tEoxaOlUjxanh+PlfrH/ZsfHM/2RUH2JECAAAECBAgQIECAAAECBAgQIECAAAECBJYUELD2VBAgQIAAAQIEai8gYF17UysSIECgFgIC1rVQtAYBAn0ikISvm/rFhs1J+LocG/UrxYZJADuS8HUp3tYnRdm0M4EXKwHqRSHqWBCPLYh4tCni0eGHxnPYCBAgQIAAAQIECBAgQIAAAQIECBAgQIAAgfQLCFinf0YqJECAAAECBLInIGCdvZmpmACBYggIWBdjzrokUDiBf18QQ4f2iw3nNcf6EbFmUynWKJdijSjHmpH83hxrlpI/i+hXOJzaNtwcUQlIP5/8Xo54viniuebywv8d5XhymYhHNzo0ptd2W6sRIECAAAECBAgQIECAAAECBAgQIECAAAECjRYQsG60uP0IECBAgACBIggIWBdhynokQCCLAgLWWZyamgkQqJnAYxNj9dnlWLNfU6yxoLwwiF0qV4LXa5ai8vuKETG08qsUQ6IcDftvh3c8FNHcHLHT5jVrt5qFyqVSTC+XY0ZE5ffpTU3xXDkJTJfiudKi3xc0x/PLleK5DUfFC9Us6hoCBAgQIECAAAECBAgQIECAAAECBAgQIEAg+wIN+z+SZJ9KBwQIECBAgACBqgUErKumciEBAgQaKiBg3VBumxEgkHWBhy+OIXPmxtB+zTG01BxDmiOG9i8t/D0JYJcjhpbKlUD2kHLyeykGlkrRPyIGlCMGRHMMSP65afE/S/48YkApon/lmkW//t/3YuCceVH6zdh4MyLmJb9Ki34vR8wvt/uzlu/L5Zjfcn1yTRKYjogZ5VJML0VMj3LMaIqYPn/R7/0jps/pHzOWHRjTNzmwEqz2IUCAAAECBAgQIECAAAECBAgQIECAAAECBAgsISBg7aEgQIAAAQIECNReQMC69qZWJECAQC0EBKxroWgNAgQI1F5g54i4ZdGy+0TEtbXfwooECBAgQIAAAQIECBAgQIAAAQIECBAgQIAAgeoFBKyrt3IlAQIECBAgQKBaAQHraqVcR4AAgcYKCFg31ttuBAgQqFbghojYfdHFd0TEjtXe6DoCBAgQIECAAAECBAgQIECAAAECBAgQIECAQD0EBKzroWpNAgQIECBAoOgCAtZFfwL0T4BAWgUErNM6GXURIFBkgV0j4qZ2AO+PiL8WGUXvBAgQIECAAAECBAgQIECAAAECBAgQIECAQN8KCFj3rb/dCRAgQIAAgXwKCFjnc666IkAg+wIC1tmfoQ4IEMifwPURsUe7tm6NiF3y16qOCBAgQIAAAQIECBAgQIAAAQIECBAgQIAAgawICFhnZVLqJECAAAECBLIkIGCdpWmplQCBIgkIWBdp2nolQCALAjtHxC2dFPq+/4Wsr85CE2okQIAAAQIECBAgQIAAAQIECBAgQIAAAQIE8icgYJ2/meqIAAECBAgQ6HsBAeu+n4EKCBAg0JGAgLXnggABAukSaP/38uLVOcU6XbNSDQECBAgQIECAAAECBAgQIECAAAECBAgQKJSAgHWhxq1ZAgQIECBAoEECAtYNgrYNAQIEeiggYN1DMJcTIECgjgK7RsRN3ay/d0RcV8caLE2AAAECBAgQIECAAAECBAgQIECAAAECBAgQ6FBAwNqDQYAAAQIECBCovYCAde1NrUiAAIFaCAhY10LRGgQIEKiNwPURsUc3SznFujbWViFAgAABAgQIECBAgAABAgQIECBAgAABAgR6KCBg3UMwlxMgQIAAAQIEqhAQsK4CySUECBDoAwEB6z5AtyUBAgQ6ENg5Im6pUsYp1lVCuYwAAQIECBAgQIAAAQIECBAgQIAAAQIECBConYCAde0srUSAAAECBAgQaBEQsPYsECBAIJ0CAtbpnIuqCBAonsANEbF7lW07xbpKKJcRIECAAAECBAgQIECAAAECBAgQIECAAAECtRMQsK6dpZUIECBAgAABAi0CAtaeBQIECKRTQMA6nXNRFQECxRLoyenVLTJ7RcT1xWLSLQECBAgQIECAAAECBAgQIECAAAECBAgQINCXAgLWfalvbwIECBAgQCCvAgLWeZ2svggQyLqAgHXWJ6h+AgTyINCT06tb+nWKdR4mrwcCBAgQIECAAAECBAgQIECAAAECBAgQIJAhAQHrDA1LqQQIECBAgEBmBASsMzMqhRIgUDABAeuCDVy7BAikTmBpTq9uaWLPiEjC2T4ECBAgQIAAAQIECBAgQIAAAQIECBAgQIAAgboLCFjXndgGBAgQIECAQAEFBKwLOHQtEyCQCQEB60yMSZEECORYYGlOr27hcIp1jh8MrREgQIAAAQIECBAgQIAAAQIECBAgQIAAgbQJCFinbSLqIUCAAAECBPIgIGCdhynqgQCBPAoIWOdxqnoiQCArAr05vbqlxz0iIvm73IcAAQIECBAgQIAAAQIECBAgQIAAAQIECBAgUFcBAeu68lqcAAECBAgQKKiAgHVBB69tAgRSLyBgnfoRKZAAgRwL9Ob06hYWp1jn+AHRGgECBAgQIECAAAECBAgQIECAAAECBAgQSJOAgHWapqEWAgQIECBAIC8CAtZ5maQ+CBDIm4CAdd4mqh8CBLIiUIvTq1t63T0i/p6VxtVJgAABAgQIECBAgADezHrsAAAgAElEQVQBAgQIECBAgAABAgQIZFNAwDqbc1M1AQIECBAgkG4BAet0z0d1BAgUV0DAuriz1zkBAn0rcH1E7FGjEpJwdRKy9iFAgAABAgQIECBAgAABAgQIECBAgAABAgQI1E1AwLputBYmQIAAAQIECiwgYF3g4WudAIFUCwhYp3o8iiNAIKcCtTy9uoVol4i4Nade2iJAgAABAgQIECBAgAABAgQIECBAgAABAgRSICBgnYIhKIEAAQIECBDInYCAde5GqiECBHIiIGCdk0FqgwCBTAnU8vTqlsaTv89rdSJ2pjAVS4AAAQIECBAgQIAAAQIECBAgQIAAAQIECDRGQMC6Mc52IUCAAAECBIolIGBdrHnrlgCB7AgIWGdnViolQCAfAvU4vbpFxinW+XhGdEGAAAECBAgQIECAAAECBAgQIECAAAECBFIpIGCdyrEoigABAgQIEMi4gIB1xgeofAIEcisgYJ3b0WqMAIGUClwXEXvWqbbkZOy96rS2ZQkQIECAAAECBAgQIECAAAECBAgQIECAAIGCCwhYF/wB0D4BAgQIECBQFwEB67qwWpQAAQK9FhCw7jWhBQgQIFC1QD1Pr24pwinWVY/DhQQIECBAgAABAgQIECBAgAABAgQIECBAgEBPBASse6LlWgIECBAgQIBAdQIC1tU5uYoAAQKNFhCwbrS4/QgQKLJAPU+vbnG9NiL2KTKy3gkQIECAAAECBAgQIECAAAECBAgQIECAAIH6CAhY18fVqgQIECBAgECxBQSsiz1/3RMgkF4BAev0zkZlBAjkS6ARp1e3iDnFOl/Pjm4IECBAgAABAgQIECBAgAABAgQIECBAgEAqBASsUzEGRRAgQIAAAQI5ExCwztlAtUOAQG4EBKxzM0qNECCQcoFGnF7dQnB1RLwv5R7KI0CAAAECBAgQIECAAAECBAgQIECAAAECBDImIGCdsYEplwABAgQIEMiEgIB1JsakSAIECiggYF3AoWuZAIGGC+waETf1YNeXI2KVdtd39GddLekU6x6Au5QAAQIECBAgQIAAAQIECBAgQIAAAQIECBDoXkDAunsjVxAgQIAAAQIEeiogYN1TMdcTIECgMQIC1o1xtgsBAsUWqPb06hcj4nsRMT4iZrYjGxwRX/3fn38jIlatgvOaiNi3iutcQoAAAQIECBAgQIAAAQIECBAgQIAAAQIECBCoSkDAuiomFxEgQIAAAQIEeiQgYN0jLhcTIECgYQIC1g2jthEBAgUVqOb06uR06jMWBatnLXLq7P15UEQcGRFHd3DKdXtip1gX9KHTNgECBAgQIECAAAECBAgQIECAAAECBAgQqIeAgHU9VK1JgAABAgQIFF1AwLroT4D+CRBIq4CAdVonoy4CBPIi0NXp1Umw+qz/BaXP/V9g+o12DXf3/rz8oqD1mIhYuROsqyPifXmB1AcBAgQIECBAgAABAgQIECBAgAABAgQIECDQtwIC1n3rb3cCBAgQIEAgnwLdBUTy2bWuCBAgkH4BAev0z0iFBAhkV+CdEfGvDsp/ZVGw+kcdBKtbLq/2/TkJWh8VEV+PiJU62GuHiLgzu4QqJ0CAAAECBAgQIECAAAECBAgQIECAAAECBNIiIGCdlkmogwABAgQIEMiTQLUBkTz1rBcCBAhkQUDAOgtTUiMBAlkVaH969fSI+H5E/KCLYHVLrz19fx6y6ETroyNi6GJgV0bEB7MKqG4CBAgQIECAAAECBAgQIECAAAECBAgQIEAgPQIC1umZhUoIECBAgACB/Aj0NCCSn851QoAAgXQLCFinez6qI0AguwI7R8Qti8p/7X+h53MWBatnVNnS0r4/J0HrlhOtW4LW20XE3VXu6zICBAgQIECAAAECBAgQIECAAAECBAgQIECAQIcCAtYeDAIECBAgQIBA7QWWNiBS+0qsSIAAAQKLCwhYex4IECBQH4Hk9OodFgWrk3B1tcHqlmp6+/68YkSMjoivR8RNTrGuz5CtSoAAAQIECBAgQIAAAQIECBAgQIAAAQIEiiQgYF2kaeuVAAECBAgQaJRAbwMijarTPgQIECiagIB10SauXwIEGiGwZUR8KiLO/l/AOTm9emk+tXp/XikixkTEr/5X09SlKcQ9BAgQIECAAAECBAgQIECAAAECBAgQIECAAIFEQMDac0CAAAECBAgQqL1ArQIita/MigQIECi2gIB1seevewIE0ivg/Tm9s1EZAQIECBAgQIAAAQIECBAgQIAAAQIECBAopICAdSHHrmkCBAgQIECgzgICInUGtjwBAgSWUkDAeinh3EaAAIE6C3h/rjOw5QkQIECAAAECBAgQIECAAAECBAgQIECAAIGeCQhY98zL1QQIECBAgACBagQERKpRcg0BAgQaLyBg3XhzOxIgQKAaAe/P1Si5hgABAgQIECBAgAABAgQIECBAgAABAgQIEGiYgIB1w6htRIAAAQIECBRIQECkQMPWKgECmRIQsM7UuBRLgECBBLw/F2jYWiVAgAABAgQIECBAgAABAgQIECBAgAABAlkQELDOwpTUSIAAAQIECGRNQEAkaxNTLwECRREQsC7KpPVJgEDWBLw/Z21i6iVAgAABAgQIECBAgAABAgQIECBAgAABAjkXELDO+YC1R4AAAQIECPSJgIBIn7DblAABAt0KCFh3S+QCAgQI9ImA9+c+YbcpAQIECBAgQIAAAQIECBAgQIAAAQIECBAg0JmAgLVngwABAgQIECBQewEBkdqbWpEAAQK1EBCwroWiNQgQIFB7Ae/PtTe1IgECBAgQIECAAAECBAgQIECAAAECBAgQINALAQHrXuC5lQABAgQIECDQiYCAiEeDAAEC6RQQsE7nXFRFgAAB78+eAQIECBAgQIAAAQIECBAgQIAAAQIECBAgQCBVAgLWqRqHYggQIECAAIGcCAiI5GSQ2iBAIHcCAta5G6mGCBDIiYD355wMUhsECBAgQIAAAQIECBAgQIAAAQIECBAgQCAvAgLWeZmkPggQIECAAIE0CQiIpGkaaiFAgMBbAgLWngYCBAikU8D7czrnoioCBAgQIECAAAECBAgQIECAAAECBAgQIFBYAQHrwo5e4wQIECBAgEAdBQRE6ohraQIECPRCQMC6F3huJUCAQB0FvD/XEdfSBAgQIECAAAECBAgQIECAAAECBAgQIECAQM8FBKx7buYOAgQIECBAgEB3AgIi3Qn5ngABAn0jIGDdN+52JUCAQHcC3p+7E/I9AQIECBAgQIAAAQIECBAgQIAAAQIECBAg0FABAeuGctuMAAECBAgQKIiAgEhBBq1NAgQyJyBgnbmRKZgAgYIIeH8uyKC1SYAAAQIECBAgQIAAAQIECBAgQIAAAQIEsiIgYJ2VSamTAAECBAgQyJKAgEiWpqVWAgSKJCBgXaRp65UAgSwJeH/O0rTUSoAAAQIECBAgQIAAAQIECBAgQIAAAQIECiAgYF2AIWuRAAECBAgQaLiAgEjDyW1IgACBqgQErKtichEBAgQaLuD9ueHkNiRAgAABAgQIECBAgAABAgQIECBAgAABAgS6EhCw9nwQIECAAAECBGovICBSe1MrEiBAoBYCAta1ULQGAQIEai/g/bn2plYkQIAAAQIECBAgQIAAAQIECBAgQIAAAQIEeiEgYN0LPLcSIECAAAECBDoREBDxaBAgQCCdAgLW6ZyLqggQIOD92TNAgAABAgQIECBAgAABAgQIECBAgAABAgQIpEpAwDpV41AMAQIECBAgkBMBAZGcDFIbBAjkTkDAOncj1RABAjkR8P6ck0FqgwABAgQIECBAgAABAgQIECBAgAABAgQI5EVAwDovk9QHAQIECBAgkCYBAZE0TUMtBAgQeEtAwNrTQIAAgXQKeH9O51xURYAAAQIECBAgQIAAAQIECBAgQIAAAQIECisgYF3Y0WucAAECBAgQqKOAgEgdcS1NgACBXggIWPcCz60ECBCoo4D35zriWpoAAQIECBAgQIAAAQIECBAgQIAAAQIECBDouYCAdc/N3EGAAAECBAgQ6E5AQKQ7Id8TIECgbwQErPvG3a4ECBDoTsD7c3dCvidAgAABAgQIECBAgAABAgQIECBAgAABAgQaKiBg3VBumxEgQIAAAQIFERAQKcigtUmAQOYEBKwzNzIFEyBQEAHvzwUZtDYJECBAgAABAgQIECBAgAABAgQIECBAgEBWBASsszIpdRIgQIAAAQJZEhAQydK01EqAQJEEBKyLNG29EiCQJQHvz1malloJECBAgAABAgQIECBAgAABAgQIECBAgEABBASsCzBkLRIgQIAAAQINFxAQaTi5DQkQIFCVgIB1VUwuIkCAQMMFvD83nNyGBAgQIECAAAECBAgQIECAAAECBAgQIECAQFcCAtaeDwIECBAgQIBA7QUERGpvakUCBAjUQkDAuhaK1iBAgEDtBbw/197UigQIECBAgAABAgQIECBAgAABAgQIECBAgEAvBASse4HnVgIECBAgQIBAJwICIh4NAgQIpFNAwDqdc1EVAQIEvD97BggQIECAAAECBAgQIECAAAECBAgQIECAAIFUCQhYp2ociiFAgAABAgRyIiAgkpNBaoMAgdwJCFjnbqQaIkAgJwLen3MySG0QIECAAAECBAgQIECAAAECBAgQIECAAIG8CAhY52WS+iBAgAABAgTSJCAgkqZpqIUAAQJvCQhYexoIECCQTgHvz+mci6oIECBAgAABAgQIECBAgAABAgQIECBAgEBhBQSsCzt6jRMgQIAAAQJ1FBAQqSOupQkQINALAQHrXuC5lQABAnUU8P5cR1xLEyBAgAABAgQIECBAgAABAgQIECBAgAABAj0XELDuuZk7CBAgQIAAAQLdCQiIdCfkewIECPSNgIB137jblQABAt0JeH/uTsj3BAgQIECAAAECBAgQIECAAAECBAgQIECAQEMFBKwbym0zAgQIECBAoCACAiIFGbQ2CRDInICAdeZGpmACBAoi4P25IIPWJgECBAgQIECAAAECBAgQIECAAAECBAgQyIqAgHVWJqVOAgQIECBAIEsCAiJZmpZaCRAokoCAdZGmrVcCBLIk4P05S9NSKwECBAgQIECAAAECBAgQIECAAAECBAgQKICAgHUBhqxFAgQIECBAoOECAiINJ7chAQIEqhIQsK6KyUUECBBouID354aT25AAAQIECBAgQIAAAQIECBAgQIAAAQIECBDoSkDA2vNBgAABAgQIEKi9gIBI7U2tSIAAgVoICFjXQtEaBAgQqL2A9+fam1qRAAECBAgQIECAAAECBAgQIECAAAECBAgQ6IWAgHUv8NxKgAABAgQIEOhEQEDEo0GAAIF0CghYp3MuqiJAgID3Z88AAQIECBAgQIAAAQIECBAgQIAAAQIECBAgkCoBAetUjUMxBAgQIECAQE4EBERyMkhtECCQOwEB69yNVEMECOREwPtzTgapDQIECBAgQIAAAQIECBAgQIAAAQIECBAgkBcBAeu8TFIfBAgQIECAQJoEBETSNA21ECBA4C0BAWtPAwECBNIp4P05nXNRFQECBAgQIECAAAECBAgQIECAAAECBAgQKKyAgHVhR69xAgQIECBAoI4CAiJ1xLU0AQIEeiEgYN0LPLcSIECgjgLen+uIa2kCBAgQIECAAAECBAgQIECAAAECBAgQIECg5wIC1j03cwcBAgQIECBAoDsBAZHuhHxPgACBvhEQsO4bd7sSIECgOwHvz90J+Z4AAQIECBAgQIAAAQIECBAgQIAAAQIECBBoqICAdUO5bUaAAAECBAgUREBApCCD1iYBApkTELDO3MgUTIBAQQS8Pxdk0NokQIAAAQIECBAgQIAAAQIECBAgQIAAAQJZERCwzsqk1EmAAAECBAhkSUBAJEvTUisBAkUSELAu0rT1SoBAlgS8P2dpWmolQIAAAQIECBAgQIAAAQIECPx/9u47zLKi2hvwumSGIQxBlIuEi2QBJSgz5IyACSMCF68iInlmSBJEQKIEBckokhQVMVyQJEGJKiIGxBxQQSQpSUBgvmef+/WRzqe76/SuXf2e5/EP6L2rVr2rxBr5dR0CBAgQIEBgAgg0IWDd91+wTIC2WCIBAgQIECBAgAABAgQIECBAgAABAgQIECBAgAABAv9foAn/TlOzCBAgQIAAAQIECBAgQIAAgYIEmvB/RghYF7ThLIUAAQIECBAgQIAAAQIECBAgQIAAAQIECBAgQIDACAWa8O80R7gkjxMgQIAAAQIECBAgQIAAAQI5CzTh/4wQsM55B6mNAAECBAgQIECAAAECBAgQIECAAAECBAgQIECAQHcFmvDvNLsrYHQCBAgQIECAAAECBAgQIEBgXAWa8H9GCFiP65YwGQECBAgQIECAAAECBAgQIECAAAECBAgQIECAAIGsBJrw7zSzAlMMAQIECBAgQIAAAQIECBAgMDaBJvyfEb0C1rNmyVuPreXeJkCAAAECBLot8B//0fuI5fzSbXHjEyBAoDOBTTbZJG6++eb2wzfddFNsvPHGnb3sKQIECBDomoDzc9doDUyAAAECBBor0Pd8EBFN+HeajfVWOAECBAgQIECAAAECBAgQINBfoAn/Z4SAtZ1LgAABAgQINEpAQKRR7VIsAQITSEDAegI121IJEGiUgPNzo9qlWAIECBAgMC4CAtbjwmwSAgQIECBAgAABAgQIECBAYAgBAWvbgwABAgQIECCQWEBAJDGo4QgQIJBIQMA6EaRhCBAgkFjA+TkxqOEIECBAgEABAgLWBTTREggQIECAAAECBAgQIECAQMMFBKwb3kDlEyBAgAABAvkJCIjk1xMVESBAoBIQsLYPCBAgkKeA83OefVEVAQIECBCoU0DAuk59cxMgQIAAAQIECBAgQIAAAQKVgIC1fUCAAAECBAgQSCwgIJIY1HAECBBIJCBgnQjSMAQIEEgs4PycGNRwBAgQIECgAAEB6wKaaAkECBAgQIAAAQIECBAgQKDhAgLWDW+g8gkQIECAAIH8BARE8uuJiggQIFAJCFjbBwQIEMhTwPk5z76oigABAgQI1CkgYF2nvrkJECBAgAABAgQIECBAgACBSkDA2j4gQIAAAQIECCQWEBBJDGo4AgQIJBIQsE4EaRgCBAgkFnB+TgxqOAIECBAgUICAgHUBTbQEAgQIECBAgAABAgQIECDQcAEB64Y3UPkECBAgQIBAfgICIvn1REUECBCoBASs7QMCBAjkKeD8nGdfVEWAAAECBOoUELCuU9/cBAgQIECAAAECBAgQIECAQCUgYG0fECBAgAABAgQSCwiIJAY1HAECBBIJCFgngjQMAQIEEgs4PycGNRwBAgQIEChAQMC6gCZaAgECBAgQIECAAAECBAgQaLiAgHXDG6h8AgQIECBAID8BAZH8eqIiAgQIVAIC1vYBAQIE8hRwfs6zL6oiQIAAAQJ1CghY16lvbgIECBAgQIAAAQIECBAgQKASELC2DwgQIECAAAECiQUERBKDGo4AAQKJBASsE0EahgABAokFnJ8TgxqOAAECBAgUICBgXUATLYEAAQIECBAgQIAAAQIECDRcQMC64Q1UPgECBAgQIJCfgIBIfj1REQECBCoBAWv7gAABAnkKOD/n2RdVESBAgACBOgUErOvUNzcBAgQIECBAgAABAgQIECBQCQhY2wcECBAgQIAAgcQCAiKJQQ1HgACBRAIC1okgDUOAAIHEAs7PiUENR4AAAQIEChAQsC6giZZAgAABAgQIECBAgAABAgQaLiBg3fAGKp8AAQIECBDIT0BAJL+eqIgAAQKVgIC1fUCAAIE8BZyf8+yLqggQIECAQJ0CAtZ16pubAAECBAgQIECAAAECBAgQqAQErO0DAgQIECBAgEBiAQGRxKCGI0CAQCIBAetEkIYhQIBAYgHn58SghiNAgAABAgUICFgX0ERLIECAAAECBAgQIECAAAECDRcQsG54A5VPgAABAgQI5CcgIJJfT1REgACBSkDA2j4gQIBAngLOz3n2RVUECBAgQKBOAQHrOvXNTYAAAQIECBAgQIAAAQIECFQCAtb2AQECBAgQIEAgsYCASGJQwxEgQCCRgIB1IkjDECBAILGA83NiUMMRIECAAIECBASsC2iiJRAgQIAAAQIECBAgQIAAgYYLCFg3vIHKJ0CAAAECBPITEBDJrycqIkCAQCUgYG0fECBAIE8B5+c8+6IqAgQIECBQp4CAdZ365iZAgAABAgQIECBAgAABAgQqAQFr+4AAAQIECBAgkFhAQCQxqOEIECCQSEDAOhGkYQgQIJBYwPk5MajhCBAgQIBAAQIC1gU00RIIECBAgAABAgQIECBAgEDDBQSsG95A5RMgQIAAAQL5CQiI5NcTFREgQKASELC2DwgQIJCngPNznn1RFQECBAgQqFNAwLpOfXMTIECAAAECBAgQIECAAAEClYCAtX1AgAABAgQIEEgsICCSGNRwBAgQSCQgYJ0I0jAECBBILOD8nBjUcAQIECBAoAABAesCmmgJBAgQIECAAAECBAgQIECg4QIC1g1voPIJECBAgACB/AQERPLriYoIECBQCQhY2wcECBDIU8D5Oc++qIoAAQIECNQpIGBdp765CRAgQIAAAQIECBAgQIAAgUpAwNo+IECAAAECBAgkFhAQSQxqOAIECCQSELBOBGkYAgQIJBZwfk4MajgCBAgQIFCAgIB1AU20BAIECBAgQIAAAQIECBAg0HABAeuGN1D5BAgQIECAQH4CAiL59URFBAgQqAQErO0DAgQI5Cng/JxnX1RFgAABAgTqFBCwrlPf3AQIECBAgAABAgQIECBAgEAlIGBtHxAgQIAAAQIEEgsIiCQGNRwBAgQSCQhYJ4I0DAECBBILOD8nBjUcAQIECBAoQEDAuoAmWgIBAgQIECBAgAABAgQIEGi4gIB1wxuofAIECBAgQCA/AQGR/HqiIgIECFQCAtb2AQECBPIUcH7Osy+qIkCAAAECdQoIWNepb24CBAgQIECAAAECBAgQIECgEhCwtg8IECBAgAABAokFBEQSgxqOAAECiQQErBNBGoYAAQKJBZyfE4MajgABAgQIFCAgYF1AEy2BAAECBAgQIECAAAECBAg0XEDAuuENVD4BAgQIECCQn4CASH49UREBAgQqAQFr+4AAAQJ5Cjg/59kXVREgQIAAgToFBKzr1Dc3AQIECBAgQIAAAQIECBAgUAkIWNsHBAgQIECAAIHEAgIiiUENR4AAgUQCAtaJIA1DgACBxALOz4lBDUeAAAECBAoQELAuoImWQIAAAQIECBAgQIAAAQIEGi4gYN3wBiqfAAECBAgQyE9AQCS/nqiIAAEClYCAtX1AgACBPAWcn/Psi6oIECBAgECdAgLWdeqbmwABAgQIECBAgAABAgQIEKgEBKztAwIECBAgQIBAYgEBkcSghiNAgEAiAQHrRJCGIUCAQGIB5+fEoIYjQIAAAQIFCAhYF9BESyBAgAABAgQIECBAgAABAg0XELBueAOVT4AAAQIECOQnICCSX09URIAAgUpAwNo+IECAQJ4Czs959kVVBAgQIECgTgEB6zr1zU2AAAECBAgQIECAAAECBAhUAgLW9gEBAgQIECBAILGAgEhiUMMRIEAgkYCAdSJIwxAgQCCxgPNzYlDDESBAgACBAgQErAtooiUQIECAAAECBAgQIECAAIGGCwhYN7yByidAgAABAgTyExAQya8nKiJAgEAlIGBtHxAgQCBPAefnPPuiKgIECBAgUKeAgHWd+uYmQIAAAQIECBAgQIAAAQIEKgEBa/uAAAECBAgQIJBYQEAkMajhCBAgkEhAwDoRpGEIECCQWMD5OTGo4QgQIECAQAECAtYFNNESCBAgQIAAAQIECBAgQIBAwwUErBveQOUTIECAAAEC+QkIiOTXExURIECgEhCwtg8IECCQp4Dzc559URUBAgQIEKhTQMC6Tn1zEyBAgAABAgQIECBAgAABApWAgLV9QIAAAQIECBBILCAgkhjUcAQIEEgkIGCdCNIwBAgQSCzg/JwY1HAECBAgQKAAAQHrAppoCQQIECBAgAABAgQIECBAoOECAtYNb6DyCRAgQIAAgfwEBETy64mKCBAgUAkIWNsHBAgQyFPA+TnPvqiKAAECBAjUKSBgXae+uQkQIECAAAECBAgQIECAAIFKQMDaPiBAgAABAgQIJBYQEEkMajgCBAgkEhCwTgRpGAIECCQWcH5ODGo4AgQIECBQgICAdQFNtAQCBAgQIECAAAECBAgQINBwAQHrhjdQ+QQIECBAgEB+AgIi+fVERQQIEKgEBKztAwIECOQp4PycZ19URYAAAQIE6hQQsK5T39wECBAgQIAAAQIECBAgQIBAJSBgbR8QIECAAAECBBILCIgkBjUcAQIEEgkIWCeCNAwBAgQSCzg/JwY1HAECBAgQKEBAwLqAJloCAQIECBAgQIAAAQIECBBouICAdcMbqHwCBAgQIEAgPwEBkfx6oiICBAhUAgLW9gEBAgTyFHB+zrMvqiJAgAABAnUKCFjXqW9uAgQIECBAgAABAgQIECBAoBIQsLYPCBAgQIAAAQKJBQREEoMajgABAokEBKwTQRqGAAECiQWcnxODGo4AAQIECBQgIGBdQBMtgQABAgQIECBAgAABAgQINFxAwLrhDVQ+AQIECBAgkJ+AgEh+PVERAQIEKgEBa/uAAAECeQo4P+fZF1URIECAAIE6BQSs69Q3NwECBAgQIECAAAECBAgQIFAJCFjbBwQIECBAgACBxAICIolBDUeAAIFEAgLWiSANQ4AAgcQCzs+JQQ1HgAABAgQKEBCwLqCJlkCAAAECBAgQIECAAAECBBouIGDd8AYqnwABAgQIEMhPQEAkv56oiAABApWAgLV9QIAAgTwFnJ/z7IuqCBAgQGNQWmMAACAASURBVIBAnQIC1nXqm5sAAQIECBAgQIAAAQIECBCoBASs7QMCBAgQIECAQGIBAZHEoIYjQIBAIgEB60SQhiFAgEBiAefnxKCGI0CAAAECBQgIWBfQREsgQIAAAQIECBAgQIAAAQINFxCwbngDlU+AAAECBAjkJyAgkl9PVESAAIFKQMDaPiBAgECeAs7PefZFVQQIECBAoE4BAes69c1NgAABAgQIECBAgAABAgQIVAIC1vYBAQIECBAgQCCxgIBIYlDDESBAIJGAgHUiSMMQIEAgsYDzc2JQwxEgQIAAgQIEBKwLaKIlECBAgAABAgQIECBAgACBhgsIWDe8gconQIAAAQIE8hMQEMmvJyoiQIBAJSBgbR8QIEAgTwHn5zz7oioCBAgQIFCngIB1nfrmJkCAAAECBAgQIECAAAECBCoBAWv7gAABAgQIECCQWEBAJDGo4QgQIJBIQMA6EaRhCBAgkFjA+TkxqOEIECBAgEABAgLWBTTREggQIECAAAECBAgQIECAQMMFBKwb3kDlEyBAgAABAvkJCIjk1xMVESBAoBIQsLYPCBAgkKeA83OefVEVAQIECBCoU0DAuk59cxMgQIAAAQIECBAgQIAAAQKVgIC1fUCAAAECBAgQSCwgIJIY1HAECBBIJCBgnQjSMAQIEEgs4PycGNRwBAgQIECgAAEB6wKaaAkECBAgQIAAAQIECBAgQKDhAgLWDW+g8gkQIECAAIH8BARE8uuJiggQIFAJCFjbBwQIEMhTwPk5z76oigABAgQI1CkgYF2nvrkJECBAgAABAgQIECBAgACBSkDA2j4gQIAAAQIECCQWEBBJDGo4AgQIJBIQsE4EaRgCBAgkFnB+TgxqOAIECBAgUICAgHUBTbQEAgQIECBAgAABAgQIECDQcAEB64Y3UPkECBAgQIBAfgICIvn1REUECBCoBASs7QMCBAjkKeD8nGdfVEWAAAECBOoUELCuU9/cBAgQIECAAAECBAgQIECAQCUgYG0fECBAgAABAgQSCwiIJAY1HAECBBIJCFgngjQMAQIEEgs4PycGNRwBAgQIEChAQMC6gCZaAgECBAgQIECAAAECBAgQaLiAgHXDG6h8AgQIECBAID8BAZH8eqIiAgQIVAIC1vYBAQIE8hRwfs6zL6oiQIAAAQJ1CghY16lvbgIECBAgQIAAAQIECBAgQKASELC2DwgQIECAAAECiQUERBKDGo4AAQKJBASsE0EahgABAokFnJ8TgxqOAAECBAgUICBgXUATLYEAAQIECBAgQIAAAQIECDRcQMC64Q1UPgECBAgQIJCfgIBIfj1REQECBCoBAWv7gAABAnkKOD/n2RdVESBAgACBOgUErOvUNzcBAgQIECBAgAABAgQIECBQCQhY2wcECBAgQIAAgcQCAiKJQQ1HgACBRAIC1okgDUOAAIHEAs7PiUENR4AAAQIEChAQsC6giZZAgAABAgQIECBAgAABAgQaLiBg3fAGKp8AAQIECBDIT0BAJL+eqIgAAQKVgIC1fUCAAIE8BZyf8+yLqggQIECAQJ0CAtZ16pubAAECBAgQIECAAAECBAgQqAQErO0DAgQIECBAgEBiAQGRxKCGI0CAQCIBAetEkIYhQIBAYgHn58SghiNAgAABAgUICFgX0ERLIECAAAECBAgQIECAAAECDRcQsG54A5VPgAABAgQI5CcgIJJfT1REgACBSkDA2j4gQIBAngLOz3n2RVUECBAgQKBOAQHrOvXNTYAAAQIECBAgQIAAAQIECFQCAtb2AQECBAgQIEAgsYCASGJQwxEgQCCRgIB1IkjDECBAILGA83NiUMMRIECAAIECBASsC2iiJRAgQIAAAQIECBAgQIAAgYYLCFg3vIHKJ0CAAAECBPITEBDJrycqIkCAQCUgYG0fECBAIE8B5+c8+6IqAgQIECBQp4CAdZ365iZAgAABAgQIECBAgAABAgQqAQFr+4AAAQIECBAgkFhAQCQxqOEIECCQSEDAOhGkYQgQIJBYwPk5MajhCBAgQIBAAQIC1gU00RIIECBAgAABAgQIECBAgEDDBQSsG95A5RMgQIAAAQL5CQiI5NcTFREgQKASELC2DwgQIJCngPNznn1RFQECBAgQqFNAwLpOfXMTIECAAAECBAgQIECAAAEClYCAtX1AgAABAgQIEEgsICCSGNRwBAgQSCQgYJ0I0jAECBBILOD8nBjUcAQIECBAoAABAesCmmgJBAgQIECAAAECBAgQIECg4QIC1g1voPIJECBAgACB/AQERPLriYoIECBQCQhY2wcECBDIU8D5Oc++qIoAAQIECNQpIGBdp765CRAgQIAAAQIECBAgQIAAgUpAwNo+IECAAAECBAgkFhAQSQxqOAIECCQSELBOBGkYAgQIJBZwfk4MajgCBAgQIFCAgIB1AU20BAIECBAgQIAAAQIECBAg0HABAeuGN1D5BAgQIECAQH4CAiL59URFBAgQqAQErO0DAgQI5Cng/JxnX1RFgAABAgTqFBCwrlPf3AQIECBAgAABAgQIECBAgEAlIGBtHxAgQIAAAQIEEgsIiCQGNRwBAgQSCQhYJ4I0DAECBBILOD8nBjUcAQIECBAoQEDAuoAmWgIBAgQIECBAgAABAgQIEGi4gIB1wxuofAIECBAgQCA/AQGR/HqiIgIECFQCAtb2AQECBPIUcH7Osy+qIkCAAAECdQoIWNepb24CBAgQIECAAAECBAgQIECgEhCwtg8IECBAgAABAokFBEQSgxqOAAECiQQErBNBGoYAAQKJBZyfE4MajgABAgQIFCAgYF1AEy2BAAECBAgQIECAAAECBAg0XEDAuuENVD4BAgQIECCQn4CASH49UREBAgQqAQFr+4AAAQJ5Cjg/59kXVREgQIAAgToFBKzr1Dc3AQIECBAgQIAAAQIECBAgUAkIWNsHBAgQIECAAIHEAgIiiUENR4AAgUQCAtaJIA1DgACBxALOz4lBDUeAAAECBAoQELAuoImWQIAAAQIECBAgQIAAAQIEGi4gYN3wBiqfAAECBAgQyE9AQCS/nqiIAAEClYCAtX1AgACBPAWcn/Psi6oIECBAgECdAgLWdeqbmwABAgQIECBAgAABAgQIEKgEBKztAwIECBAgQIBAYgEBkcSghiNAgEAiAQHrRJCGIUCAQGIB5+fEoIYjQIAAAQIFCAhYF9BESyBAgAABAgQIECBAgAABAg0XELBueAOVT4AAAQIECOQnICCSX09URIAAgUpAwNo+IECAQJ4Czs959kVVBAgQIECgTgEB6zr1zU2AAAECBAgQIECAAAECBAhUAgLW9gEBAgQIECBAILGAgEhiUMMRIEAgkYCAdSJIwxAgQCCxgPNzYlDDESBAgACBAgQErAtooiUQIECAAAECBAgQIECAAIGGCwhYN7yByidAgAABAgTSCvz85z+Pyy67LGbMmBELLbTQqAZPFRD5+9//HieffHLssMMOscoqq4yqFi8RIECAwL8FBKztBgIECOQpkOr8nOfqVEWAAAECBAiMRkDAejRq3iFAgAABAgQIECBAgAABAgRSCghYp9Q0FgECBAgQIFCEwFZbbRXf+973Yr/99msFrRdYYIERrWusAZEqWH3qqafGpz71qZg6dWpcc801I5rfwwQIECAwsICAtZ1BgACBPAXGen7Oc1WqIkCAAAECBMYiIGA9Fj3vEiBAgAABAgQIECBAgAABAikEBKxTKBqDAAECBAgQKErgzjvvbAWbq091i/X06dNbYetOg9ajDYg88cQTrWB19Z9//OMfrfnvuOOOWHfddYvytRgCBAjUJSBgXZe8eQkQIDC0wGjPz1wJECBAgACBcgUErMvtrZURIECAAAECBAgQIECAAIGmCAhYN6VT6iRAgAABAgTGVaC6xfq6665rzzllypTWbdb77LPPsEHrkQZEqmD1aaedFieffHJUt1f3fKoa3F49rm03GQEChQsIWBfeYMsjQKCxAiM9Pzd2oQonQIAAAQIEOhYQsO6YyoMECBAgQIAAAQIECBAgQIBAlwQErLsEa1gCBAgQIECg2QLVzdHTpk3rt4gFF1wwDjzwwFbQevLkyQMustOAyFNPPRWnnHJK6z89N1a/fEC3Vzd7D6meAIH8BASs8+uJiggQIFAJdHp+pkWAAAECBAhMHAEB64nTayslQIAAAQIECBAgQIAAAQK5CghY59oZdREgQIAAAQK1C2y++eZxww03DFjHIossEjNnzoy99967X9B6uIBIFazuubH6scceG3D8LbfcMq699traDRRAgACBkgQErEvqprUQIFCSwHDn55LWai0ECBAgQIBAZwIC1p05eYoAAQIECBAgQIAAAQIECBDonoCAdfdsjUyAAAECBAg0XOD222+P9dZbb8hVVEHr6kbrvfbaKyZNmtR6drCASE+wurqx+tFHHx1yXLdXN3zzKJ8AgSwFBKyzbIuiCBAg4AZre4AAAQIECBDoJyBgbVMQIECAAAECBAgQIECAAAECdQsIWNfdAfMTIECAAAECWQtsttlmceONNw5b42KLLRYHHHBA7LnnnjHffPP1ev7pp5+O008/PU466aR45JFHhh3L7dXDEnmAAAECoxIQsB4Vm5cIECDQdQE3WHed2AQECBAgQKBxAgLWjWuZggkQIECAAAECBAgQIECAQHECAtbFtdSCCBAgQIAAgZQCt912W6y//vodD1kFrR9++OFezy+66KIdBat7XnJ7dcfcHiRAgMCIBASsR8TlYQIECIybgID1uFGbiAABAgQINEZAwLoxrVIoAQIECBAgQIAAAQIECBAoVkDAutjWWhgBAgQIECCQSmDzzTePG264IdVwQ46z1VZbxTXXXDMuc5mEAAECE01AwHqiddx6CRBoioCAdVM6pU4CBAgQIDB+AgLW42dtJgIECBAgQIAAAQIECBAgQGBgAQFrO4MAAQIECBAgMIzAnXfeGVOnTh0XJ7dXjwuzSQgQmKACAtYTtPGWTYBA9gIC1tm3SIEECBAgQGDcBQSsx53chAQIECBAgAABAgQIECBAgEAfAQFrW4IAAQIECBAg0IHApptuGjfddFMHT47+kS233DKuvfba0Q/gTQIECBAYUkDA2gYhQIBAngIC1nn2RVUECBAgQKBOAQHrOvXNTYAAAQIECBAgQIAAAQIECFQCAtb2AQECBAgQIECgA4Gbb745qmBeNz9ur+6mrrEJECAQrX+OV/887/lUvziz8cYboyFAgACBmgUErGtugOkJECBAgECGAgLWGTZFSQQIECBAgAABAgQIECBAYIIJCFhPsIZbLgECBAgQIDB6gQ033DBuueWW0Q8wxJtbbbVVXHPNNV0Z26AECBAg8H8CAtZ2AgECBPIUELDOsy+qIkCAAAECdQoIWNepb24CBAgQIECAAAECBAgQIECgEhCwtg8IECBAgAABAh0KVDedbrrpph0+PbLH3F49Mi9PEyBAYDQCAtajUfMOAQIEui8gYN19YzMQIECAAIGmCQhYN61j6iVAgAABAgQIECBAgAABAuUJCFiX11MrIkCAAAECBLooMHXq1LjzzjuTzrD55pvH9ddfn3RMgxEgQIBAfwEBa7uCAAECeQoIWOfZF1URIECAAIE6BQSs69Q3NwECBAgQIECAAAECBAgQIFAJCFjbBwQIECBAgACBEQjceOONsdlmm43gjeEfdXv18EaeIECAQAoBAesUisYgQIBAegEB6/SmRiRAgAABAk0XELBuegfVT4AAAQIECBAgQIAAAQIEmi8gYN38HloBAQIECBAgMM4CKW+xdnv1ODfPdAQITGgBAesJ3X6LJ0AgYwEB64ybozQCBAgQIFCTgIB1TfCmJUCAAAECBAgQIECAAAECBNoCAtY2AwECBAgQIEBghALf/va3Y4stthjhWwM/7vbqJIwGIUCAQEcCAtYdMXmIAAEC4y4gYD3u5CYkQIAAAQLZCwhYZ98iBRIgQIAAAQIECBAgQIAAgeIFBKyLb7EFEiBAgAABAt0QSHGL9WabbRZVWNuHAAECBMZHQMB6fJzNQoAAgZEKCFiPVMzzBAgQIECgfAEB6/J7bIUECBAgQIAAAQIECBAgQCB3AQHr3DukPgIECBAgQCBLgeuvvz623HLLMdXm9uox8XmZAAECIxYQsB4xmRcIECAwLgIC1uPCbBICBAgQINAoAQHrRrVLsQQIECBAgAABAgQIECBAoEgBAesi22pRBAgQIECAwHgIjOUWa7dXj0eHzEGAAIHeAgLWdgQBAgTyFBCwzrMvqiJAgAABAnUKCFjXqW9uAgQIECBAgAABAgQIECBAoBIQsLYPCBAgQIAAAQKjFLjuuutiq622GtXbbq8eFZuXCBAgMCYBAesx8XmZAAECXRMQsO4arYEJECBAgEBjBQSsG9s6hRMgQIAAAQIECBAgQIAAgWIEBKyLaaWFECBAgAABAnUIjOYW60033TRuuOGGOso1JwECBCa0gID1hG6/xRMgkLGAgHXGzVEaAQIECBCoSUDAuiZ40xIgQIAAAQIECBAgQIAAAQJtAQFrm4EAAQIECBAgMAaBa6+9NrbeeusRjeD26hFxeZgAAQLJBASsk1EaiAABAkkFBKyTchqMAAECBAgUISBgXUQbLYIAAQIECBAgQIAAAQIECDRaQMC60e1TPAECBAgQIJCDwJprrhk/+tGPOirF7dUdMXmIAAECXREQsO4Kq0EJECAwZgEB6zETGoAAAQIECBQnIGBdXEstiAABAgQIECBAgAABAgQINE5AwLpxLVMwAQIECBAgkJvANddcE29605s6Ksvt1R0xeYgAAQJdERCw7gqrQQkQIDBmAQHrMRMagAABAgQIFCcgYF1cSy2IAAECBAgQIECAAAECBAg0TkDAunEtUzABAgQIECCQo0Ant1hXwb4bb7wxx/LVRIAAgQkhIGA9IdpskQQINFBAwLqBTVMyAQIECBDosoCAdZeBDU+AAAECBAgQIECAAAECBAgMKyBgPSyRBwgQIECAAAECwwtcffXVsc022wz54G233RbTpk0bfjBPECBAgEBXBASsu8JqUAIECIxZQMB6zIQGIECAAAECxQkIWBfXUgsiQIAAAQIECBAgQIAAAQKNExCwblzLFEyAAAECBAjkKjDULdZur861a+oiQGAiCQhYT6RuWysBAk0SELBuUrfUSoAAAQIExkdAwHp8nM1CgAABAgQIECBAgAABAgQIDC4gYG13ECBAgAABAgQSCVx11VWx3XbbDTjaHXfcEeuuu26imQxDgAABAqMRELAejZp3CBAg0H0BAevuG5uBAAECBAg0TUDAumkdUy8BAgQIECBAgAABAgQIEChPQMC6vJ5aEQECBAgQIFCjwDrrrBN33XVXrwo23XTTuOGGG2qsytQECBAgUAkIWNsHBAgQyFNAwDrPvqiKAAECBAjUKSBgXae+uQkQIECAAAECBAgQIECAAIFKQMDaPiBAgAABAgQIJBS48sor481vfnOvEW+77baYNm1awlkMRYAAAQKjERCwHo2adwgQINB9AQHr7hubgQABAgQINE1AwLppHVMvAQIECBAgQIAAAQIECBAoT0DAuryeWhEBAgQIECBQs8DLb7Guwnw33nhjzRWZngABAgQqAQFr+4AAAQJ5CghY59kXVREgQIAAgToFBKzr1Dc3AQIECBAgQIAAAQIECBAgUAkIWNsHBAgQIECAAIHEAtdee21svfXWrVHvuOOOWHfddRPPYDgCBAgQGI2AgPVo1LxDgACB7gsIWHff2AwECBAgQKBpAgLWTeuYegkQIECAAAECBAgQIECAQHkCAtbl9dSKCBAg0E/gucd+HM88dHs898jd8fw/fhn/eur+ePHZR+KlF56JiFnECBAgQIBAAwX+I2abY1LMPs+iMefkpWKuBVeMuRddMyYtPi3mXniNBq5HyeMhIGA9HsplzOH8XEYfraI5Ait/qHet953XnNpVSqA5As7PzemVSgkQqAQErO0DAgQIECBAgAABAgQIECBAoG4BAeu6O2B+AgQIdEngn3+7I5747WXx1B+/Ef966o9dmsWwBAgQIEAgP4E5Jy8dk5d+ayyw3Htj3ldMza9AFdUmIGBdG30jJnZ+bkSbFFmogIB1oY21rMYIOD83plUKJTChBASsJ1S7LZYAAQIECBAgQIAAAQIECGQpIGCdZVsURYAAgdELPPm7L8fjP/9MPPPXW0Y/iDcJECBAgEAhApNeuUFMWWWvmP+/3l3IiixjLAIC1mPRK/dd5+dye2tlBAgQIDByAefnkZt5gwCB7ggIWHfH1agECBAgQIAAAQIECBAgQIBA5wIC1p1beZIAAQJZCzzzwI3xyN0fF6zOukuKI0CAAIG6BKqgyKJrfjwmLbFpXSWYNwMBAesMmpBRCc7PGTVDKQQIECCQnYDzc3YtURCBCScgYD3hWm7BBAgQIECAAAECBAgQIEAgOwEB6+xaoiACBAiMXOChO/aNx+89bdAXZ5t9npi06Btj3imrxzwLLB9zTloy5ph7kZhtjkkR0YT/KRi5iTcIECBAoHSBWfHSC8/EC889Gv965s/x7BO/jn8+/pN45pHvxUsvPjvo4qesuk8sPvXTpeNY3yACAta2Ro+A87O9QIAAAQITT8D5eeL13IoJNFtAwLrZ/VM9AQIECBAgQIAAAQIECBAoQaAJqbpZL4eeNavXX5bQA2sgQIDAqAWee+zH8eB3PxjPPvLDAceYvPhGseB/bhPzv6q6rbMJ/8gfNYUXCRAgQIDA/xeYFU8+eGP84y/fiqce+s6AKvMsula8asPPxtwLr0FtggkIWE+whg+wXOdne4AAAQIECPQVcH62JwgQyFNAwDrPvqiKAAECBAgQIECAAAECBAhMJIEmpO0ErCfSjrRWAgQ6Fnjq/ivjgRvfGy+98HS/dxZYYutYeLmdY54FVux4PA8SIECAAIHSBJ594pfx2G8vjiceuKbf0mabY75YYtPLYvJS25W2bOsZQkDAemJvD+fnid1/qydAgACB4QWcn4c38gQBAuMnIGA9ftZmIkCAAAECBAgQIECAAAECBAYWELC2MwgQINBAgSd/9+X4y43v6Vf53PMvF69Yed+Yb7FpDVyVkgkQIECAQHcEnn749vjbfZ+O5578bb8J/nPTL8X8//Xu7kxs1OwEBKyza8m4FeT8PG7UJiJAgACBAgScnwtooiUQKEBAwLqAJloCAQIECBAgQIAAAQIECBBouICAdcMbqHwCBCaeQHXz3p+ve3O/hS+01NvjlasdEhFN+Ef7xOubFRMgQIBA3QKz4q8/PTb+fv/X+hWy5Jb/6ybrutszTvMLWI8TdGbTOD9n1hDlECBAgEBDBJyfG9IoZRIoVkDAutjWWhgBAgQIECBAgAABAgQIEGiMQBNSeLNerjlrVq+/bAy0QgkQIJBC4LnHfhx//OZ68dILT/cabrGV9o5FltslxRTGIECAAAECRQs8+tsL4+FfnN5rjbPNMV8s/ZbbYu6F1yh67RYXIWA98XaB8/PE67kVEyBAgEBaAefntJ5GI0CgcwEB686tPEmAAAECBAgQIECAAAECBAh0R0DAujuuRiVAgEBXBP7w9bXj2Ud+2GvsxVc9MKYs8+6uzGdQAgQIECBQosDjf/hyPHTvib2WNs+ia8Uyb7urxOVa08sEBKwn3nZwfp54PbdiAgQIEEgv4Pyc3tSIBAgMLyBgPbyRJwgQIECAAAECBAgQIECAAIHuCghYd9fX6AQIEEgm8NAd+8bj957Wazw3VyfjNRABAgQITDCBgW7im7LqPrH41E9PMImJtVwB64nVb+fnidVvqyVAgACB7go4P3fX1+gECPQXELC2KwgQIECAAAECBAgQIECAAIG6BQSs6+6A+QkQINCBwDMP3Bj3f2uzXk8utNTb45WrHdrB2x4hQIAAAQIEBhL460+Pib/f/7VeP1pqmxti0hKbAitUQMC60MYOsCzn54nTayslQIAAgfETcH4eP2szESAQIWBtFxAgQIAAAQIECBAgQIAAAQJ1CwhY190B8xMgQKADgfuv3DCe+est7Sfnnn+5WHbDyyKiCf8Y72CBHiFAgAABArUIzIrff/e98dyTv23PPumVG8RS2323lmpM2n0BAevuG+cyg/NzLp1QBwECBAiUJeD8XFY/rYZA3gIC1nn3R3UECBAgQIAAAQIECBAgQGAiCDQhmTfr5Y2YNavXX06EHlkjAQITXODJ3305/nLje3opvPoNp8V8i02b4DKWT4AAAQIExi7w9MO3x5++v0+vgf5z0y/F/P/17rEPboTsBASss2tJVwpyfu4Kq0EJECBAgEBLwPnZRiBAYLwEBKzHS9o8BAgQIECAAAECBAgQIECAwGACAtb2BgECBDIX6Hv73gJLbB1LvP4TmVetPAIECBAg0ByBB350WDzxwDXtgt1i3ZzejbRSAeuRijXzeefnZvZN1QQIECDQHAHn5+b0SqUEmiwgYN3k7qmdAAECBAgQIECAAAECBAiUISBgXUYfrYIAgUIF/vm3O+KP3+x9U/UyG1wa8yywYqErtiwCBAgQIDD+As8+8cv4wy079pp46bfcHvO+Yur4F2PGrgoIWHeVN4vBnZ+zaIMiCBAgQKBwAefnwhtseQQyERCwzqQRyiBAgAABAgQIECBAgAABAhNYQMB6Ajff0gkQyF/goTv2jcfvPa1d6OTFN4ol1z45/8JVSIAAAQIEGibw57tmxlMPfadd9ZRV94nFp366YatQ7nACAtbDCTX/587Pze+hFRAgQIBAMwScn5vRJ1USaLKAgHWTu6d2AgQIECBAgAABAgQIECBQhoCAdRl9tAoCBAoV+O1ly8S/nvpje3X/ueYJMf+rNit0tZZFgAABAgTqE3jywRviL3cf1C5gzslLx3LvzAYyHAAAIABJREFU/UN9BZm5KwIC1l1hzWpQ5+es2qEYAgQIEChYwPm54OZaGoFMBASsM2mEMggQIECAAAECBAgQIECAwAQWELCewM23dAIE8hZ47rEfx++veF27yNlmnydW2PqWiGjCP7rztlUdAQIECBDoLzArfnXNBvHSi8+2f7Ts9vfE3AuvAasgAQHrgpo5wFKcn8vur9URIECAQG4Czs+5dUQ9BEoTELAuraPWQ4AAAQIECBAgQIAAAQIEmifQhJTerJezzprV6y+bJ65iAgQIdCjw+H1nxUO37dF+evLiG8WSa5/c4dseI0CAAAECBEYq0Pdrzhdf78yYsvJHRjqM5zMWELDOuDkJSnN+ToBoCAIECBAgMAIB5+cRYHmUAIERCwhYj5jMCwQIECBAgAABAgQIECBAgEBiAQHrxKCGI0CAQCqBv97yofj7L89vD7fYSnvHIsvtkmp44xAgQIAAAQJ9BB797YXx8C9Ob//dhVbcNV65wXmcChIQsC6omQMsxfm57P5aHQECBAjkJ+D8nF9PVESgJAEB65K6aS0ECBAgQIAAAQIECBAgQKCZAgLWzeybqgkQmAAC91+5YTzz11vaK331G06L+RabNgFWbokECBAgQKAegacfvj3+9P192pNPeuUGsdR2362nGLN2RUDAuius2Qzq/JxNKxRCgAABAhNEwPl5gjTaMgnUJCBgXRO8aQkQIECAAAECBAgQIECAAIG2gIC1zUCAAIFMBX572TLxr6f+2K7uvza+Iuaab6lMq1UWAQIECBBovsDzT98fv7t5+/ZC5py8dCz33j80f2FW0BYQsC57Mzg/l91fqyNAgACB/AScn/PriYoIlCQgYF1SN62FAAECBAgQIECAAAECBAg0U0DAupl9UzUBAhNA4FefnxwvvfB0e6UrbPWdmG2O+SbAyi2RAAECBAjUI1D97+6vrt2oPXn1v7srvP+peooxa1cEBKy7wprNoM7P2bRCIQQIECAwQQScnydIoy2TQE0CAtY1wZuWAAECBAgQIECAAAECBAgQaAsIWNsMBAgQyFTgF+fPFhGz2tWttO0PIqIJ/9jOFFRZBAgQIEBgWIFZ8Yur1nnZU/8RK+360rBveaA5AgLWzenVaCp1fh6NmncIECBAgMBYBJyfx6LnXQIEhhYQsLZDCBAgQIAAAQIECBAgQIAAgboFmpDU+3e6sIoazur1l3X7mZ8AAQJdE/jF+b3/Eb3Stnd1bS4DEyBAgAABAv8n8Iur1u5FsdKu/vxR0t4QsC6pm/3X4vxcdn+tjgABAgTyFHB+zrMvqiJQgoCAdQldtAYCBAgQIECAAAECBAgQINBsAQHrZvdP9QQIFCwgIFJwcy2NAAECBLIVEBDJtjVJChOwTsKY7SDOz9m2RmEECBAgULCA83PBzbU0AjULCFjX3ADTEyBAgAABAgQIECBAgAABAiFgbRMQIEAgUwEBkUwboywCBAgQKFpAQKTo9oaAddn9dX4uu79WR4AAAQJ5Cjg/59kXVREoQUDAuoQuWgMBAgQIECBAgAABAgQIEGi2gIB1s/unegIEChYQECm4uZZGgAABAtkKCIhk25okhQlYJ2HMdhDn52xbozACBAgQKFjA+bng5loagZoFBKxrboDpCRAgQIAAAQIECBAgQIAAATdY2wMECBDIVUBAJNfOqIsAAQIEShYQECm5u+EG67LbG87PhTfY8ggQIEAgSwHn5yzboigCRQgIWBfRRosgQIAAAQIECBAgQIAAAQKNFnCDdaPbp3gCBEoWEBApubvWRoAAAQK5CgiI5NqZNHW5wTqNY66jOD/n2hl1ESBAgEDJAs7PJXfX2gjUKyBgXa+/2QkQIECAAAECBAgQIECAAIFwg7VNQIAAgVwFBERy7Yy6CBAgQKBkAQGRkrvrBuuyuxtusC69wdZHgAABAlkKOD9n2RZFEShCQMC6iDZaBAECBAgQIECAAAECBAgQaLSAG6wb3T7FEyBQsoCAdcndtTYCBAgQyFVAQCTXzqSpyw3WaRxzHcX5OdfOqIsAAQIEShZwfi65u9ZGoF4BAet6/c1OgAABAgQIECBAgAABAgQIuMHaHiBAgEC2AgIi2bZGYQQIECBQsICASMHNDTdYl91dN1iX3l/rI0CAAIE8BZyf8+yLqgiUICBgXUIXrYEAAQIECBAgQIAAAQIECDRbwA3Wze6f6gkQKFhAwLrg5loaAQIECGQrICCSbWuSFOYG6ySM2Q7i/JxtaxRGgAABAgULOD8X3FxLI1CzgIB1zQ0wPQECBAgQIECAAAECBAgQIBAC1jYBAQIEMhUQEMm0McoiQIAAgaIFBESKbm8IWJfdX+fnsvtrdQQIECCQp4Dzc559URWBEgQErEvoojUQIECAAAECBAgQIECAAIFmCwhYN7t/qidAoGABAZGCm2tpBAgQIJCtgIBItq1JUpiAdRLGbAdxfs62NQojQIAAgYIFnJ8Lbq6lEahZQMC65gaYngABAgQIECBAgAABAgQIEHCDtT1AgACBXAUERHLtjLoIECBAoGQBAZGSuxtusC67veH8XHiDLY8AAQIEshRwfs6yLYoiUISAgHURbbQIAgQIECBAgAABAgQIECDQaAE3WDe6fYonQKBkAQGRkrtrbQQIECCQq4CASK6dSVOXG6zTOOY6ivNzrp1RFwECBAiULOD8XHJ3rY1AvQIC1vX6m50AAQIECBAgQIAAAQIECBAIN1jbBAQIEMhVQEAk186oiwABAgRKFhAQKbm7brAuu7vhBuvSG2x9BAgQIJClgPNzlm1RFIEiBASsi2ijRRAgQIAAAQIECBAgQIAAgUYLuMG60e1TPAECJQsIWJfcXWsjQIAAgVwFBERy7UyautxgncYx11Gcn3PtjLoIECBAoGQB5+eSu2ttBOoVELCu19/sBAgQIECAAAECBAgQIECAgBus7QECBAhkKyAgkm1rFEaAAAECBQsIiBTc3HCDddnddYN16f21PgIECBDIU8D5Oc++qIpACQIC1iV00RoIECBAgAABAgQIECBAgECzBdxg3ez+qZ4AgYIFBKwLbq6lESBAgEC2AgIi2bYmSWFusE7CmO0gzs/ZtkZhBAgQIFCwgPNzwc21NAI1CwhY19wA0xMgQIAAAQIECBAgQIAAAQIhYG0TECBAIFMBAZFMG6MsAgQIEChaQECk6PaGgHXZ/XV+Lru/VkeAAAECeQo4P+fZF1URKEFAwLqELloDAQIECBAgQIAAAQIECBBotoCAdbP7p3oCBAoWEBApuLmWRoAAAQLZCgiIZNuaJIUJWCdhzHYQ5+dsW6MwAgQIEChYwPm54OZaGoGaBQSsa26A6QkQIECAAAECBAgQIECAAAE3WNsDBAgQyFVAQCTXzqiLAAECBEoWEBApubvhBuuy2xvOz4U32PIIECBAIEsB5+cs26IoAkUICFgX0UaLIECAAAECBAgQIECAAAECjRZwg3Wj26d4AgRKFhAQKbm71kaAAAECuQoIiOTamTR1ucE6jWOuozg/59oZdREgQIBAyQLOzyV319oI1CsgYF2vv9kJECBAgAABAgQIECBAgACBcIO1TUCAAIFcBQREcu2MuggQIECgZAEBkZK76wbrsrsbbrAuvcHWR4AAAQJZCjg/Z9kWRREoQkDAuog2WgQBAgQIECBAgAABAgQIEGi0gBusG90+xRMgULKAgHXJ3bU2AgQIEMhVQEAk186kqcsN1mkccx3F+TnXzqiLAAECBEoWcH4uubvWRqBeAQHrev3NToAAAQIECBAgQIAAAQIECLjB2h4gQIBAtgICItm2RmEECBAgULCAgEjBzQ03WJfdXTdYl95f6yNAgACBPAWcn/Psi6oIlCAgYF1CF62BAAECBAgQIECAAAECBAg0W8AN1s3un+oJEChYQMC64OZaGgECBAhkKyAgkm1rkhTmBuskjNkO4vycbWsURoAAAQIFCzg/F9xcSyNQs4CAdc0NMD0BAgQIECBAgAABAgQIECAQAtY2AQECBDIVEBDJtDHKIkCAAIGiBQREim5vCFiX3V/n57L7a3UECBAgkKeA83OefVEVgRIEBKxL6KI1ECBAgAABAgQIECBAgACBZgsIWDe7f6onQKBgAQGRgptraQQIECCQrYCASLatSVKYgHUSxmwHcX7OtjUKI0CAAIGCBZyfC26upRGoWUDAuuYGmJ4AAQIECBAgQIAAAQIECBBwg7U9QIAAgVwFBERy7Yy6CBAgQKBkAQGRkrsbbrAuu73h/Fx4gy2PAAECBLIUcH7Osi2KIlCEgIB1EW20CAIECBAgQIAAAQIECBAg0GgBN1g3un2KJ0CgZAEBkZK7a20ECBAgkKuAgEiunUlTlxus0zjmOorzc66dURcBAgQIlCzg/Fxyd62NQL0CAtb1+pudAAECBAgQIECAAAECBAgQCDdY2wQECBDIVUBAJNfOqIsAAQIEShYQECm5u26wLru74Qbr0htsfQQIECCQpYDzc5ZtURSBIgQErItoo0UQIECAAAECBAgQIECAAIFGC7jButHtUzwBAiULCFiX3F1rI0CAAIFcBQREcu1MmrrcYJ3GMddRnJ9z7Yy6CBAgQKBkAefnkrtrbQTqFRCwrtff7AQIECBAgAABAgQIECBAgIAbrO0BAgQIZCsgIJJtaxRGgAABAgULCIgU3Nxwg3XZ3XWDden9tT4CBAgQyFPA+TnPvqiKQAkCAtYldNEaCBAgQIAAAQIECBAgQIBAswXcYN3s/qmeAIGCBQSsC26upREgQIBAtgICItm2JklhbrBOwpjtIM7P2bZGYQQIECBQsIDzc8HNtTQCNQsIWNfcANMTIECAAAECBAgQIECAAAECIWBtExAgQCBTAQGRTBujLAIECBAoWkBApOj2hoB12f11fi67v1ZHgAABAnkKOD/n2RdVEShBQMC6hC5aAwECBAgQIECAAAECBAgQaLaAgHWz+6d6AgQKFhAQKbi5lha//O0f4z0f/mj8+Oe/amvc+o3PxnrrrEGnA4FLr7g6dtrr8PaTRx2wexw+fdcO3vQIAQLDCQiIDCfU7J8LWDe7f8NV7/w8nJCfpxC47Qc/jvXf+sExD7XickvH0ku+KtZYdYVYc7WVYuOpa8Xiiy0cAwSJxjxXUwZ49PF/xI57HhbX3nxHq+Q1VlkhvnTOcVFZ+RAgkK+A83O+vVEZgaYLCFg3vYPqJ0CAAAECBAgQIECAAAECzRcQsG5+D62AAIFCBQRECm2sZbUEBKzHthEErMfm520CQwkIiJS9PwSsy+6v83PZ/c1ldakC1gOt57/ftW0cuf+HY5lXL5HLcse1jlwD1s89/3xcef2tMeecc8RbttxwXE1MRqAJAs7PTeiSGgk0U0DAupl9UzUBAgQIECBAgAABAgQIEChJQMC6pG5aCwECYxZ46qmnYvLkyWMeJ8UAAiIpFI2Rq4CA9dg6I2A9Nj9vExhKQECk7P0hYJ2+v87P6U2NmLdANwPW1cqr25rP/eShseG6a+YN0YXqcgtYv/TSS3H7XT+JE864MK68/pa45DNHx47bv6kLKzckgWYLOD83u3+qJ5CzgIB1zt1RGwECBAgQIECAAAECBAgQmBgCAtYTo89WSYBAhwIHH3xwzD777DFz5sxYeOGFO3yrO48JWHfH1ah5CAhYj60PAtZj8/M2gaEEBETK3h8C1un76/yc3tSIeQv0DVjPP3lSvG7VFWPeeebuuPB/Pvtc3HPvL+PJp54Z8J03rvnauODUI2Ll5ZfteMwSHswtYH3imRfFQZ84rU0rYF3CLrOGbgg4P3dD1ZgECFQCAtb2AQECBAgQIECAAAECBAgQIFC3gIB13R0wPwECWQk8+OCDscwyy8Tcc88de++9d61BawHrrLaGYhILCFiPDVTAemx+3iYwlICASNn7Q8A6fX+dn9ObGjFvgb4B6zVWWSG+dM5xrZunR/Kpbkf+w58ejEu++q349PlfjMf+/kSv19//njfHZ445MOabNO9Ihm30s7kFrI8+9fz42CfPbpsKWDd6eym+iwLOz13ENTSBCS4gYD3BN4DlEyBAgAABAgQIECBAgACBDAQErDNoghIIEMhLYI899oizzjqrVdT8888f++yzT8yYMWPcb7QWsM5rX6gmrYCAdVpPoxEgkE5AQCSdZY4jCVh3pyvOz91xNWqeAqkC1i9f3Q9/cl/secgJ8b27f9b+29XN2F/73Emx2fpvyBNiAlQlYD0BmmyJSQScn5MwGoQAgQEEBKxtCwIECBAgQIAAAQIECBAgQKBuAQHrujtgfgIEshP4y1/+EksuuWSvuuabb75W0Hr//fcft6C1gHV2W0NBCQUErBNiGooAgaQCAiJJObMbTMC6Oy1xfu6Oq1HzFOhGwLpa6XXfuTPe+aED48mnnmkv/PDpu8YRM3aL2WefLU+MwqsSsC68wZaXTMD5ORmlgQgQ6CMgYG1LECBAgAABAgQIECBAgAABAnULCFjX3QHzEyCQpcDuu+8e55xzTr/aqqD19OnTY+bMmbHQQgt1tXYB667yGrxmAQHrmhtgegIEBhUQECl7cwhYd6+/zs/dszVyXgLdClhXweo9Dzk+Lr78W+0Fv3O7zeL8kw6PBReYnBfCBKlGwHqCNNoyxyzg/DxmQgMQIDCIgIC1rUGAAAECBAgQIECAAAECBAjULSBgXXcHzE+AQJYC999/fyy33HLxwgsvDFjfAgss0LrRuptBawHrLLeGohIJCFgngjQMAQLJBQREkpNmNaCAdffa4fzcPVsj5yXQrYB1tcq+gd6tNp4al57xiVhkyoJ5IUyQagSsJ0ijLXPMAs7PYyY0AAECgwgIWNsaBAgQIECAAAECBAgQIECAQN0CAtZ1d8D8BAhkK7DbbrvFeeedN2R93QxaC1hnuzUUlkCg7oD1E08+Hbd870dx+VU3xI/v/VX86Ge/bK1q4YUWiHVet2qst84a8batN46Vl1825phj9lGv+Lnnn4877vppfO3qm+L799wbd/7wp62xXv/aFWODN74+3v2WLeKNr39te45Lr7g6dtrr8PZ8t37js61a+n76PnfUAbtH9RXyfT//fPa5mH7EyXHOxVe0ftQ3pFM5fOvG2+Ib19zcMqj6Un3WXWu1eMPrVu1X36ghvEigQQICIg1q1ihKFbAeBdoIXnF+HgGWRxsrkHPA+qWXXmqd5/73+lvixlt/ED+459547O9PtM93a662Urx1q41a59B555l71D2o5qnOjl+/5ub4zh13xz33/jKqG7hXXG7pmLr26rHD27bqNUdfs0s+c3TsuP2b+s3/6OP/iB33PCyuvfmO1s/WWGWF+NI5x7XGHerzwgsvxn2//n2rnmqul6+7OndX7288be3YZrP1YslXvSIGCGu1hu97dh4OaLAzeN/3Bvuzx9JLvirWWGX52GS9tVt/9qj+erDa+o45mGn1548rr781zrrw8rjh1u+3/nwzbZ014s1bbNCa4xWLLjzcsvycwIgFnJ9HTOYFAgQ6FBCw7hDKYwQIECBAgAABAgQIECBAgEDXBASsu0ZrYAIEmi4w3C18L19fFbTed999Y8aMGbHQQgslWbqAdRJGg2QqUFfA+uFHH2+FjU8999J22GQooip88rEZH4pN11s7Zpttto41Z82aFTfddlccfOzp8YN7fj7ke9ttsUEcfeBH4nWrrhDjFbBecP7J8ZUrvx1HnnxuO1Q9WJHrvG6V+NRR+8fUtVbrOPDRMZQHCWQoICCSYVMSliRgnRBzgKGcn7vra/Q8BLoVsH7xxZfi8BPPiuNOv6C90E5vsK7OnlXg+YiTzokrr79lWKgqcFydcd+x7aYx91xzDfv8yx+4595fteocbp7qDHn8IXu3wsO33/WTWP+tH2wPkypg3XPm/vjJ57Z+ebKTz3+/a9s4cv8PxzKvXqLf46kD1k8/888495KvxSc+dX5Hf/YYqra+xQ4UsN5yo3Vj5pGnxsWXf2tAindut1mcf9LhseACkzuh8gyBjgWcnzum8iABAiMUELAeIZjHCRAgQIAAAQIECBAgQIAAgeQCAtbJSQ1IgEBJArvuumt89rOf7XhJ888/fztoPWXKlI7fG+hBAesx8Xk5c4E6AtZ3//QXsc9hn2zdajeSz/yTJ8WBe+wSM3ffqaOb/qob9M6++KtxyHGfad3k18mnuq3uc6d8LB546OHYee+PtV/pxg3W537y0FbI/NjTPtdJaa1nqpvvzjju4HjPW7YQsu5YzYNNFRAQaWrnOqtbwLozp7E85fw8Fj3vNkGgWwHrv/z1b61zYPVLej2fPd7/rjj5iOkxz9yDh6CrG4urEO+hx5/R8dmzZ/yd37lNa/zFFhn+z65VmLn6VpYZHz81/vjnBztqVXWOPvO4g1s3M2/49g+130kRsK5u0f7C166JPT56/IjXXdVz1vEfja03mdrrbJsyYP2L3/wh9j38pLjuO3d2ZNXzUFXbKR+fHm9/0yZDnrv77sNqPT/9xW/izM9/ZdD5zj/58PjgDm8dUT0eJtCJgPNzJ0qeIUBgNAIC1qNR8w4BAgQIECBAgAABAgQIECCQUkDAOqWmsQgQKE6guoVv6aWH/jrigRa94IILtoLW06dPH/WN1gLWxW0nC3qZwHgHrKuvLt9l3yP6hUGq0Md667wupq29esw115xx/1/+Gjfc8v0Bb3Xed9cd4piD94j5Js07aC+r4MkXv35t7H7Qsf2CHtXXk2++4RtjkSkLRvX159/+7vdaNw32fKowxRvXfG18+ZvXt/9e6oB1dSN3Vcdpn72s17wbT1srVl5+2XjxxRejupWwMuj5OvmeBzv9inYbnUDTBQREmt7BoesXsO5+f52fu29shnoFuhGwrn5B7+RzLomDjzm91+IGCyL3PDTYe9XPqzPf1LVXj6X+85VDnvHeutVGcc6Jh8biiy08JOxg5+nqNuzNNnhDa54nn3o6bv3+PVE92/Opzttv3WrjuOSr/75VOUXAeqB6qrne8LrXxrprvTbmnzxfq4T7fv37uPn2H/b7c0B1tv3iWce0zsA9n+f/9a/46lU3tv5MUH2+e+fd8a0bbmv/fKd3bBOvXWm59l+/dsXlYtvN1+/nVs35P9OPjO/d/bNeP6t+aXHaOmvEG163auvPHgP9maB6oVrH2SccEju8batBQ9Z992HV754/W1TzVHWtuuJyrTm+ee13YqEF548vnnlsLLtU/5u76/1vlNlLEHB+LqGL1kAgTwEB6zz7oioCBAgQIECAAAECBAgQIDCRBASsJ1K3rZUAgVEJfOADH4gLLvj31zSPZJCxBK0FrEci7dmmCYxnwPrXv7+/dRvgywMOVWhh+m47xj4ffG8r8PzyT3Ub3o233dW6gfoH9/y8189OPGyfmPHhnWL22WcbkLwKOuy452G9AhzV16Mf+9G9YtP11o7ZZvv3e0PN0zN46oD1y4uuwjCH7ffBeMe2m/W7mfvhRx+P6qvW+96AV91wOH2397nFumn/hVPviAQEREbE1biHBazHp2XOz+PjbJZ6BFIHrAe7gXrzDd4QF512VLxq8UUHXOhgv9i33RYbxBEzPhRrrrZSr7NnNcgTTz4d515yRRx16nm9fhlwr/95d5x4+L6DflvLQOfp6iz5sRkfindsu2nMPde/b9iu6qqCvkecdE5cef0tA9Y+1oB1tY7dDjgmvvTN69rjf2jHt8eR+394QK/qZurqlyAPOOpTvX6J8PDpu8YRM3Yb9Gx/9Knnx8c+eXZ7juEC79WDDz38WHz4wGPiG9d+p/1eFXg+bL9dW7dHLzD//wW/ez7Vnwmqb9o59Pgze912Xf3y5aVnfCLWW2eNQf/csf5bP9jvZ1tutG58+uj9Y6XXLNP+WRXE//ODD8Wrl3jloGut579NZi1FwPm5lE5aB4H8BASs8+uJiggQIECAAAECBAgQIECAwEQTELCeaB23XgIERiww2lv4Xj5RFbTeb7/9Wv9ZaKGFOqpBwLojJg81VGC8AtZVYKUKK5x89iVtqU6/drsKGc888tS4+PJ/37ZXvXv5eSfE2mus0k++CnrsfdiJcdFXrmr/rLo57oxjD2p9Lfpgn+or1vc85IS46tu39nukWwHr6qbs8086vNcNfH0nf/qZf8aBnzitV8h6602mxcWnHxWLLtzZP8cauj2VPcEFBETK3gAC1uPTX+fn8XE2Sz0CYw1YVwHk6tz4wEMPt25WroK/t3zvR70WU50dL/z0kbHR1DUHXeRA5+mP7PLOOOHQfVo3IA/2qea/5qY74iMHH9f+pcDq+cvPOzGqcG7fTxXOrcLSx572ufaPqrNkdcZda/WVB52n+jaU6kbu8y79Wr9nxhqw/uFP7os37zI9HnzokdbYb3/TJvHZUw6PKQsuMOS6L73i6tYvXvZ8qm+x+cKZxwx6Vh9pwPrFF1+KE8+8MA457oxef/b43Ckfi03WW3vIX1IcyOu/37VtnP6JA/uFsqvB++7D6u8NdCt3Pf8tMetEE3B+nmgdt14C4ycgYD1+1mYiQIAAAQIECBAgQIAAAQIEBhYQsLYzCBAg0IHALrvsEhdddFEHTw79yEiC1gLWY+Y2QMYC4xWwvveXv4t37XZQ66vBez7nfvLQ2PV9b+voFua//PVvrRDGTbfd1X5/5u47xTEH79Hrpr7qhzfc+v14+wf2b98GOFQYu29rfnLfr+O9ux/Sq87qmW4ErKsAzcWnHx3V18EP9/n+j+6Nt31gZju8strKr4kvn3N8rxvxhhvDzwk0TUBApGkdG1m9AtYj8xrL087PY9Hzbs4CAwVbU9Zb3XZ8xnEHx3vessWg59UqJH3quV9o/TJgz6c6251z4qGx+GILD1tO9f75X/h66xbons/73/Pm+MwxB8Z8k+bt9X7f8/RIzpIDnaWrwccasK5urq7Ozj2fow7YParaEaVHAAAgAElEQVTbqIf7PP6PJ+KDM46Or119U/vR6y47I7bY8I0DvjrSgPXv738gdtjjkPY351RWZ59wSOzwtq1G9WeP6v2vfe6k2Gz9N/Srb6B9ONyN3MP5+DmB0Qo4P49WznsECAwnIGA9nJCfEyBAgAABAgQIECBAgAABAt0WELDutrDxCRAoQuA3v/lNrLjiilF9fW+KT0/QesaMGbHAAgPfsiVgnULaGLkKjFfAugqezPj4KW2GTm6362t2xbdujHfsemD7b1c3w33pnOOi+lr0nk91W93hJ54Vx51+QfvvjSTgMFBIphqoGwHrkdxCXd2suOOeh7VuV+z5DFZTrntNXQRGKiAgMlKxZj0vYD1+/XJ+Hj9rM42vQDcD1hu88fVx/KF7x9S1VhsykFvd3Pzf+3wsvn3L91uLH+oG6sF0+o7xqsUXjf+98NR+t1Kfc/EVsftBx7aHGSyIPdg8fc/S1XNjDVhXN1HvtNfh7Sk/uvf/xNEHfiRmn322ITdDdeauQtOV23LLLBmrrvBfUX3jzMrLLzvgeyMNWH/2i9+IXWce3R5rqBuoByu07xjTd3tfa0/MNeecvV4ZaB8OFRYf3/+WmG2iCTg/T7SOWy+B8RMQsB4/azMRIECAAAECBAgQIECAAAECAwsIWNsZBAgQ6FBg5513jksuuaTDpzt7bKGFFor99tsvpk+f3i9oLWDdmaGnmikwHgHrJ596JvY85Pi4+PJvtZGqG+Q+vPP2I0IbKGT8jc+fEm/ZcsP2OH2fqUIuV196eqy3zhodz1XdYv3OXQ+KX//+/vY73QhYdxpAqYoYyFDAuuOWerChAgIiDW1ch2ULWHcIlegx5+dEkIbJSiB1wLq6sboK+e78zm1jw3Vf3+9bUgZafFXDm3bcu/3NKSP5Bbqe8Qb6BcG+Z+WBzoKDhaMHa9JAZ+mxBqy/e+fdsdH2u7WnrL455qzjPxpbbzK1o5uiO91QIwlY//PZ52L6ESdHFUjv+YzUqnqv758JNp62Vlx6xidiicUX61V2333om2Y67arnuiHg/NwNVWMSIFAJCFjbBwQIECBAgAABAgQIECBAgEDdAgLWdXfA/AQINEYg9S18L1/4QEFrAevGbA2FjkJgPALWv/nDn1pfHf7Dn9zXqnCwW/mGK//5f/0rDj7m9NbXsPd8+n4NeTXHm3eZHtVNgNVnsCDEUHNVX1m+894fi6u+fWv7sW4ErC/89JFR3abXyWegoIiAdSdynmmygIBIk7s3fO0C1sMbpXzC+TmlprFyEegbbK1+se51q64Y884z94AlPvzo4/Gjn/2y38+qm6AP+MjO8ZplX93vduLh1tr3Vuk93v+uOPmI6THP3HMN92qvn1/0latil32PaP+9vrcl//HPD8b79jg0br/rJ61nll92qbj8/BNi9ZWX73ieZ597PmYeeWqc+fmvtN8Za8C67+3b1cBVH7bbfIPYcfs3xbR1Vo8pCw78TVEdFx7Ruu36Y588e9i6qwcG+oXL6754Rqy71mojmTKq/VKZ99xOPtifYfruw602ntoKYi8yZcERzedhAikEnJ9TKBqDAIGBBASs7QsCBAgQIECAAAECBAgQIECgbgEB67o7YH4CYxCoAiI+4ytw3333xUMPPdS1SRdccMGYMWNG61brB77c+1+MrrTtXV2b18AExltgPALWfUPP09ZePb5w5jFR3XA30k/fEEt1C/apR85sB2m+ed13463vn9Eedtf3vS0+ffT+MWneeTqeaqDwSTcC1pedfWy85y1bdlSXgHVHTB4qTEBApLCG9llO34D1xhtvXPaCM1id83MGTVBCUoG+wdY1VlkhvnTOcbHicksPOs/fHnksLvzylXH8Zz4fj/39ifZzW260bpxw2D7xulVX6LjGgW6e3maz9WLDddfseIyeB3/2i9/GJV/997e97PzObeKMYw9uhZWrT9/z9OYbvKF1nl5skSkjmuu40y+IQ447o/3OWAPWs2bNivO/8PXY7YBjBq1jo6lrxjabrR+brb9OVLc7zzXnnCOquXp4JAHrvjdPV8Hond+xTSw8wsBzdf7+8jevj/t+/ft2vddddkZsseEbe9Xfdx/27d2IF+sFAmMQcH4eA55XCRAYUkDA2gYhQIAAAQIECBAgQIAAAQIE6hYQsK67A+YnMAaBvgGRMQzl1cwEqhut7/jk33tVJWCdWZOUMyaB8QhYp7zV7dIrro6d9jq8vea+Aeu+t//1/XmnWH1DHN0IWI/kBmoB604757mSBARESupm/7U4P5fbX+fncnub28pGE7DuWcMdP/xJfOSg4+PHP/9Ve1nVL/+ddfxHY+tNpsYAIaJ+yx/ofJbKqO8tyN+98+7YaPvd2sOP9pbkvmfpsQasq4KefuafcejxZ8anz//isMtfeKEFYtvN12/9kuEGb3x9LDD/fMO+Uz0wkoB1333R0QQdPjSQV9/5Rvvnjw5L8BiBIQWcn20QAgS6JSBg3S1Z4xIgQIAAAQIECBAgQIAAAQKdCghYdyrlOQIZCgiIZNiUhCXdd17vwQSsE+IaqnaBpges+4ZL+oYvjjpg9zh8+q4jdhawHjGZFwgkFxAQSU6a1YDOz1m1I3kxzs/JSQ04gMBYAtbVcN+54+7YZd8j4o9/frA9ehWyvvDTR0Z16/Jwn/EMWA/3S4bD1drz824ErKuxn3v++fjqVTfGUaecF9WfLzr5VLdzv3PbzeOAPXaOlV6zzJChdgHrTkQ9QyDC+dkuIECgWwIC1t2SNS4BAgQIECBAgAABAgQIECDQqYCAdadSniOQoYCASIZNSVDSYostFgcccEC8ecqBvUYTsE6Aa4hsBJoesO77FdwC1tlsLYUQGLOAgMiYCbMewPk56/aMujjn51HTeXEUAmMNWM+aNSvO/8LXY7cDjuk1+xvXfG1ccOoRsfLyyw5ZlYB1f57K5ObbfxjnXnJF3HDr9+PJp54ZtrPVrdanfHxG7Lj9m2KOOWYf8HkB62EZPUCgJeD8bCMQINAtAQHrbskalwABAgQIECBAgAABAgQIEOhUQMC6UynPEchQoG9A5KabbsqwynJKevHFF+N973tf/O1vf+vKonqCIXvuuWdMmjQpfnF+739EC1h3hd2gNQk0PWDd9yu4L/rKVa2bCHs+o/2KbjdY17QhTUvgZQICImVvh5tvvrnsBWa2OufnzBqinCQCYw1YV0U8/cw/Y/oRp8R5l36tV017vP9dceJh+8R8k+YdtNaBAtaXfOboVlA49ee7d94dG22/W3vYvt/i0ul83brBeqD5K9t77v1VXHPT7XHVt2+NH/3sl4OWWd1mfe4nD4v3vnXLAZ8ZS8B6tFadmvbdh6P980en83mOwFACzs/2BwEC3RIQsO6WrHEJECBAgAABAgQIECBAgACBTgUErDuV8hyBDAUGClhvvPHGGVZaRkkXXHBBfOADH0i+mEUXXbR1Y/Vee+3VClb3fASsk1MbMCOB8QhY//An98Wbd5keDz70SGvl09ZePb5w5jFRfQX7SD+nnvuFmPHxU9qvVeGXk4+YHvPMPVfr733pm9fFe3c/pP3zXd/3tvj00fvHpHnn6XiqZ597PmYeeWqc+fmvtN+59RufjfXWWaPfGH1DKkcdsHscPn3Xfs8NFMAZbMyBCh3r+x0v3oMEMhIQEMmoGUppvIDzc+NbaAEDCKQIWFfD3vfr38cOHzk0fvzzX/Wa5eLTj2qFpQcIFLWeG+jMeOxH94yP7v0/yft15w9/GlvusGf7RujNN3hD6zy92CJTRjTXcadfEIccd0b7ncEC4Y8+/o/Ycc/D4tqb72g9u8YqK8SXzjkuVlxu6RHN1/NwdVv4Y39/Iqp1VOf1KnBd/fXLP29/0ybx2VMOjykLLtBvjpEErPtarbX6ynHZ2cfGa5Z59ahqH+4lAevhhPx8PAWcn8dT21wEJpaAgPXE6rfVEiBAgAABAgQIECBAgACBHAUErHPsipoIdCggYN0hVILHXnjhhVhuueXi/vvvTzDa/w1RBav333//2HvvvXsFq3smELBORm2gDAXGI2D9xz8/GO/b49C4/a6ftASqG+qu++IZse5aq41IpJMQS99AxcbT1opLz/hELLH4Yh3P9Y8nnopd9z86Lr/yhvY7AtYd83mQQDIBAZFklAaa4ALOzxN8AxS8/FQB6yr8e/4Xvh67HXBML603rvnaqELWyy+71KCKfQPL3bq9+Dd/+FPrlwirX1ysPlVNl59/Qqy+8vIdd/j5f/0rDj7m9Kh+YbHnM14B675FPvzo43Ho8Wf2ujl8qD8jjCRg3deqGvfqS08f8JclO8Yb4kEB6xSKxkgl4PycStI4BAj0FRCwticIECBAgAABAgQIECBAgACBugUErOvugPkJjEFAwHoMeCN89cILL4z3v//9I3xr4McXWWSRVrB6n332GTBY3fOWgHUSboNkKjAeAesnn3om9jzk+Lj48m+1Fc4+4ZCoAigj+Tzw0MOtm/Ruvv2H7de+8flT4i1bbtj+677PvGrxRePrnzs53vD6VTue6if3/TreuetB8evf//sXOQSsO+bzIIFkAgIiySgNNMEFnJ8n+AYoePmpAtYV0eP/eCI+fOCx8ZX//XYvsZm77xTHHLxHzD3X/31bSt/PN6/7brz1/TPaf7sKZX/xzGNj2aWW6Fi+CnhXoeevXPntWGbJV8VqK78m1l1ztdho6lox++yztcYZ6Dz91fNPjO232bTjeQY6S48lYF3VdNsP7om7f/qL+ME9P48XXnwxzjnxkI5/sfHPD/6t9UuYt3zvR+01DFbPSALWA/2yZPWNN9N3e9+gt5EPhPj7+x+ID8w4MuaYffZ4/WortXrzjm03i8UXW7jX4wLWHW9BD46DgPPzOCCbgsAEFRCwnqCNt2wCBAgQIECAAAECBAgQIJCRgIB1Rs1QCoGRCghYj1RsdM+/9NJLseKKK8ZvfvOb0Q3w/9+qgtUzZ85s3Vg9efLkYccSsB6WyAMNFhiPgHXFU4VGZnz8lLZUFYo+76TD4hWL9g4oDEV56RVXx057Hd5+ZKCvKh/oZr7Dp+8aR8zYrR1QGWqOwW4wFLBu8CZXemMFBEQa2zqFZyTg/JxRM5SSXCBlwLoqrhqv+mW+6ttXej7VL+tdcvrRsen66wxYfxXC3WGPQ+J7d/+s/fNzP3lo7Pq+t3Uc5v3LX/8WO+/9sbjptrvaY5zy8RmtQPDLP33P0+9/z5vjM8ccGPNNmrcj2+u+c2e880MHtsLaPZ+xBKwfeezvrbqvuen21nAjvSn6n88+F9OPODnOufiKYesZScC6J7A+88hT2+Nust7ardvI//OVr+jIaqA/E0xbe/X4wpnHxNJLvqrXGALWHZF6aJwEnJ/HCdo0BCaggID1BGy6JRMgQIAAAQIECBAgQIAAgcwEBKwza4hyCIxEQMB6JFqjf/aiiy6KXXbZZdQDLLzwwq1gdXVjdSfB6p6JBKxHTe7FBgiMV8D63l/+Lt6120Fx369/31YZSfhkoODJPh98b5x4+D79bhS84dbvx9s/sH87PLLy8svGZWcf29FXqFe3VldBkZeHZKqCBawbsJmVWJyAgEhxLbWgGgScn2tAN+W4CaQOWL/wwotxxEnnxLGnfa7XGt7+pk1aNzMvtsiUfmt77vnn49Djz4yTz76k/bPqFusLTj0iqjPocJ8XX3wpTjnnkjjwE6e1H60CvF+/4OR43aor9Hq973m6CjRfft6JseVG6w43TTz86OOtG7q/dvVNvZ4dS8C6qv3wE8+K406/oD3mIft8II7c/8MxxxyzD1tT34B29cJ3rjg3Nlx3zX7vjiRgXb18149/Hu/80EG9wvLHH7p3zPzwTh3VNtCfCQ7c47/j6IM+EnPNOWev+gSsh221B8ZRwPl5HLFNRWCCCQhYT7CGWy4BAgQIECBAgAABAgQIEMhQQMA6w6YoiUCnAgLWnUqN/rmx3L5XBatnzJgR++6774iC1T3VCliPvm/ezF9gvALWA4VPFl5ogTjjuIPjPW/ZYsgb/qpASHUD3cWXf6sNWgVPLj3jE7HeOmv0Q37iyadj78NOjIu+clX7Z2/daqM447iDhry1bqB5egYQsM5/L6uwPAEBkfJ6akXjK+D8PL7eZht/gdQB62oFf/jTA61vTKnGfvlnqF8MHCjMu+3m68cZxx7U77bjl49Z3ZJc3Vr9gRlH9QoCz9x9pzjm4D36/RLhQAHwKsx9/kmHx2tXWm7QBjz9zD/j2NMu6Bccr14YS8C6er/vLzZWoe+zTzgkdnjbVkOe76u1V99OU/1iY89n42lrtc73Syy+WL+19A1YV3N8eOftB13zQH/2qGo79ciZscu7thsyZF3d8H3QMafFWRde3uvPHpefd0KsvcYq/eYUsB7//+6bcXAB52e7gwCBbgkIWHdL1rgECBAgQIAAAQIECBAgQIBApwIC1p1KeY5AhgIC1t1vyiWXXBI777zziCaaMmVKK1i93377jSpY3TOZgPWI2D3cMIHxClhXLAPdBFcFHfbY5V1RBUn63gpYBcNu/f49cchxZ/QLuQx3A91AX/FehbH/H3v3AWZXWe6N+/kCEkIIGECaSihSQu8tVNGASBWpoanxANK+wCfSo3TwIEiTKtKrIE2JtGCoEYSAVPFQjoC0cKRJOEj+17v+zk5msmf2nuwpq9z7us51zsy8a63nuZ+15yxy/fY7Jxy2b6y35soxYMCA2qTSdf705LPZ7oPpT6fXewlYF+zGVm4pBARESjFGTfSjgOfnfsR36T4R6I2Adb3gb2pmpWWXiqt+cXzdXanr7ULddkwKSn9tgzVnCEun0PP5l98Yx51+YUz+n/dqXo12v673PL30EsPixMP3i803GdHuOqmXF195LY48+Zy46jfj6s6k1YB1vQ82pg9RHvl/R8f3dt465hoyeIbrpt5TePmY0y6o/cWZtOj0Yw6O9Bdq6gS44rTzr4yDfvyz2rma+fBkZ3+ZZsx/7BL/9/u7xCJfXLBdbcnrsT8/l+1ifusdE9r9rKv/9hCw7pO3u4s0KeD5uUkoywgQ6LaAgHW3yRxAgAABAgQIECBAgAABAgQI9LCAgHUPgzodgb4UELDuXe3u7r6XgtVjxozJdqyea665Wi5OwLplQifIsUC9gHVPlNtZIPneB/8Uexw4tt0ufel6KWg9Yo2VY93VV4zZZvtcvPLq3+OuCRMj1dfx9YM9t49TjjwgBs8xqNNSU0DijIuujv979KkzrFll+aXjaxusFfMOnTveefcfcecfHs7CFG2v+eebJ/758cftAh8C1j1xVzgHge4JCIh0z8tqAtMLeH52P1RBoDcC1snt3X+8F3sdckJcd8ud7Rg721k6LUqh4UOOOyPO+dV1M9Cnv7ySdmcevuRi2c+eeu6vcdud97ULVqfvp3UpZLzNZht1Ob6bxt0bu+1/VLtn1XRAClpvsv6aWXD4/Q8+zD6omJ69217peXvQ7LPHm29Prn2v1YB1OlG9HbzT91PQet01Voo1V14ue77/5JP/jYmPPxUP/HHSDL2nwPR5pxwRC3xhnrq93/z7P8TWex7U7mfp/Cstt1R8btZZsw9Q/mi/PWK2z32u3ZrO/tsjLdpwnVWz44bMOTjzunPCxHj4T3+e4fp77LBFnDp2TPbfDvVeAtZV+G1TnB49PxdnViolUDQBAeuiTUy9BAgQIECAAAECBAgQIECgfAIC1uWbqY4qJCBg3bvDvvLKK2PUqFENL/L5z38+C1anHat7IljddkEB64b0FhRYoK8D1onqoUefjAOO+mn88fGnuyWXQiEHjt45Dt1vzy7D1W0nTX9G/bTzr4hjT79whgBKZxdOuxMec8jeWThm3PgHa8sErLs1KosJ9IiAgEiPMDpJRQU8P1d08BVru7cC1omx3l9DSc+i119wSozccO260ilkfcIZF8cJZ/yy25NI4eqf/XhMbPuNjevu4Dz9CdMHCa+5+Y7Y97CTZggqd3bhdP5jD9knJjz8WFxwxY21ZT0RsE713H7Pg7HPoSfO8CHKZiBSz6f95KAsYN7Z66X/fi123e+oGf6qTdv63b69eZx9wqHZhzY7vh589InY50cnxaSnn2+mnHZr0nlTuLrjX9qZfpGAdbdZHdCLAp6fexHXqQlUXEDAuuI3gPYJECBAgAABAgQIECBAgEAOBASsczAEJRCYWQEB65mVa+64ZZZZJp57btrush2PmnvuuePggw/usR2rO55fwLq5OVlVTIH+CFgnqbfeeTdOv+CqOPfS65sKhmzx9fXj8AO+E2uvukLD0Mn0k0g7eN59/yNx+IlnNQx0t4U75hw8R4za98hawDoFNX5/1dmx9morzDDkK274XRb2aHsd88O946gxo2dY98+Pp8SYsafGeZfdUPtZZ6HtendSq8cX8+5UddUFBESqfgfovxUBz8+t6Dm2KAK9GbBOH9Qb+5/nzRCWTs+L551yeKeB27Znz2N+dkEWZm7mtfv234yf/L+9YtEvL9zM8mxNCjWnv8CSarz1jgldHjdijZXijON+mO2g3fF59OpzT4gdtxo5w/Hpr7xM/zycPoR4zXknZrtkd/Z69oWX4vATz44bf3dPU32kQHX68OR/7Lptww9PNgpxpx3Crzj7uFh4gS/UvXZ3/9sj9Xn0Qd+P7b751Rg422xd9iNg3dS4LeojAc/PfQTtMgQqKCBgXcGha5kAAQIECBAgQIAAAQIECORMQMA6ZwNRDoHuCAhYd0ere2uvuuqq2GWXXeoelILVabfqgw46qEd3rO54MQHr7s3M6mIJ9FfAuk0p/YnyFIBOu0VPeur5LCiSXilwsdKyS8bGI1aPTTdaJwtzDBgwYKZxU0A5hVzSn1R/8JEnatdZZfmlY/21VomdthkZa62yfHaN7gRKBKxneiQOJNBQQECkIZEFBOoKeH52Y1RFoDcD1smws12TTz/m4Djgezt1+aG/FNB+5i8vxm9uHx8P/enJeOq5/6rt7pyea1PYOe2EnT5E+KWF5u/WBwinn2+6zsOP/Tluu/O+uOeBR7K/FJNe6RrrrL5i7LLtZrHB2qtkIeHufGCvO8/D09eTgtB/e/3N+O1d98f4Bx6J9N8abc/36UOLKy+3dKww/Cux9aYbRgp+D55jULdu1zSTi666Ke6cMLHWazrBkostEtdfeHKsOHzJLs/37j/eizv/MDF+e/f9kQLhbV5ttaX/Nkgh+rVWXT4GzT6wqdoErJtisqiPBDw/9xG0yxCooICAdQWHrmUCBAgQIECAAAECBAgQIJAzAQHrnA1EOQS6IyBg3R2t7q1ddtll45lnnml30JAhQ2rB6s9//vPdO+FMrBawngk0hxAosMBrb7yV7dg3/oFHsy5WW3F4pN39vrLolwvcldIJFE9AQKR4M1NxPgQ8P+djDqogkDeB9z/4KPY9/KS47PrfZqV19Vda8la7eggQaE7A83NzTlYRINB9AQHr7ps5ggABAgQIECBAgAABAgQIEOhZAQHrnvV0NgJ9KiBg3Tvc1113Xeywww61k/d1sLrtwgLWvTNfZyWQV4G0m90Oex0aTz7zQlZi2kE7/cnxeYfOndeS1UWglAICIqUcq6Z6WcDzcy8DOz2BAgu89c67scsPjsh2f06vlZZdKq4578Rst2svAgTKIeD5uRxz1AWBPAoIWOdxKmoiQIAAAQIECBAgQIAAAQLVEhCwrta8dVsyAQHrnh9o+tPCyy+/fDz99NMx11xzxYEHHhgHHXRQ9MWO1R27EbDu+fk6I4HeEkh/+vxHx52R/Un2VVZYJguMpD9BPt88ze92f8Nv747tRh9SK/EHe24fp44dE7MPnK23ynZeAgTqCAiIuC0IdE/A83P3vKwmUDSB43/+y7jrvokxfMnFYrmlFo/NNl43Fh/2xabbmPjYU7HNdw+O1994Ozvmm19bLy4785gYOvdcTZ/DQgIE8i3g+Tnf81EdgSILCFgXeXpqJ0CAAAECBAgQIECAAAEC5RAQsC7HHHVRUQEB654f/LXXXhujR4/OgtUHH3xwvwSr27oSsO75+Tojgd4UOPa0C+Pon55bu8S5Jx8ee+32raYu+d77H8b+R54Sl15320wd39RFLCJAoCkBAZGmmCwiUBPw/OxmIFBugStu+F3sut9RtSYP2/87cewh+8Qsswxo2Pinn/4rxv7neXHCGb+cqeMbXsACAgRyIeD5ORdjUASBUgoIWJdyrJoiQIAAAQIECBAgQIAAAQKFEhCwLtS4FEugvYCAdc/fEVdeeWVsttlmMc888/T8ybt5RgHrboJZTqCfBTqGT9LufBf+51Gx4PzzdllZCp6cet7lcejxZ9bWpR0Crzv/5Fhu6cX7uSuXJ1A9AQGR6s1cx60JeH5uzc/RBPIucP8fJ8U3Ru0f73/wUVbqSssuFVf94vhsR+uuXml3+6t+My72/tEJtWOHzDlH3PjL/4xN1lsz722rjwCBbgh4fu4GlqUECHRLQMC6W1wWEyBAgAABAgQIECBAgAABAr0gIGDdC6hOSaCvBASs+0q6f64jYN0/7q5KYGYFnvvry7HjXofFpKefr51ii6+vH2MP+n6susIyMWDAjLv8pT+V/vMLr4pzLrmuFjxJB59y5AFx0F67NrUz4MzW6zgCBOoLCIi4MwgUV8Dzc3Fnp/L8Crz59uT4/v87Lm7+/R9qRa6x8rJx/KH7xsbrrh6zzjrLDMWnv85y0VU3xXGnXxiT/+e92s/3+84OccpRB8ag2Qfmt2GVESDQbQHPz90mcwABAk0KCFg3CWUZAQIECBAgQIAAAQIECBAg0GsCAta9RuvEBHpfQMC694378woCIv2p79oEui+Qduk746Kr4/8efeoMB6+y/NKxzuorxiJfXDD72Tvv/iMmPPxYPPTokzOs3WOHLeLUsWNi3qFzd78IRxAg0LKAgJRf2osAACAASURBVEjLhE5AoN8EPD/3G70Ll1zgpnH3xm77H9XuA4Gp5aWXGJY94y7zlUUzgfc/+DAeevTPMfHxP8+wduSGa8cvTjosFh/2xZJraY9A9QQ8P1dv5jom0FcCAtZ9Je06BAgQIECAAAECBAgQIECAQGcCAtbuDQIFFhCwLvDwmihdQKQJJEsI5Ezgnx9PiVPOviR+fOr5M1XZD/bcPo49ZJ+Y5/NzzdTxDiJAoHUBAZHWDZ2BQH8JeH7uL3nXLbvAp5/+Ky657tYYM/bUGYLTzfS+7Tc2jtN+clAM+9JCzSy3hgCBggl4fi7YwJRLoEACAtYFGpZSCRAgQIAAAQIECBAgQIBASQUErEs6WG1VQ0DAutxzFhAp93x1V16Bzz77LO6+/5E4/MSz4o+PP91UoysM/0octv934lubbxwDZ5utqWMsIkCgdwQERHrH1VkJ9IWA5+e+UHaNqgqkv9by2J+fi7H/eV7ceseEphhSoPrA0TvHf+y6bQyeY1BTx1hEgEDxBDw/F29mKiZQFAEB66JMSp0ECBAgQIAAAQIECBAgQKC8AgLW5Z2tziogIGBd7iELiJR7vrorv0Da6S+FUG6/54F46E9PxlPP/Ve8/LfXs8bTDtVrrLxcjFhjpdhs43VjleWXjllnnaX8KDokUAABAZECDEmJBDoR8Pzs1iDQ+wLpw4TP/fXlGDf+wbj3wT/FM395Mfs6vYbMOUesvNzSsd6aK8fIDdeOtVZdPgbNPrD3i3IFAgT6VcDzc7/yuziBUgsIWJd6vJojQIAAAQIECBAgQIAAAQKFEBCwLsSYFEmgvoCAdbnvDAGRcs9XdwQIECCQTwEBkXzORVUEmhHw/NyMkjUECBAgQKBnBTw/96ynsxEgME1AwNrdQIAAAQIECBAgQIAAAQIECPS3gIB1f0/A9Qm0ICBg3QJeAQ4VECnAkJRIgAABAqUTEBAp3Ug1VCEBz88VGrZWCRAgQCA3Ap6fczMKhRAonYCAdelGqiECBAgQIECAAAECBAgQIFA4AQHrwo1MwQSmCQhYl/tuEBAp93x1R4AAAQL5FBAQyedcVEWgGQHPz80oWUOAAAECBHpWwPNzz3o6GwEC0wQErN0NBAgQIECAAAECBAgQIECAQH8LCFj39wRcn0ALAgLWLeAV4FABkQIMSYkECBAgUDoBAZHSjVRDFRLw/FyhYWuVAAECBHIj4Pk5N6NQCIHSCQhYl26kGiJAgAABAgQIECBAgAABAoUTELAu3MgUTGCagIB1ue8GAZFyz1d3BAgQIJBPAQGRfM5FVQSaEfD83IySNQQIECBAoGcFPD/3rKezESAwTUDA2t1AgAABAgQIECBAgAABAgQI9LeAgHV/T8D1CbQgIGDdAl4BDhUQKcCQlEiAAAECpRMQECndSDVUIQHPzxUatlYJECBAIDcCnp9zMwqFECidgIB16UaqIQIECBAgQIAAAQIECBAgUDgBAevCjUzBBKYJCFiX+24QECn3fHVHgAABAvkUEBDJ51xURaAZAc/PzShZQ4AAAQIEelbA83PPejobAQLTBASs3Q0ECBAgQIAAAQIECBAgQIBAfwsIWPf3BFyfQAsCAtYt4BXgUAGRAgxJiQQIECBQOgEBkdKNVEMVEvD8XKFha5UAAQIEciPg+Tk3o1AIgdIJCFiXbqQaIkCAAAECBAgQIECAAAEChRMQsC7cyBRMYJqAgHW57wYBkXLPV3cECBAgkE8BAZF8zkVVBJoR8PzcjJI1BAgQIECgZwU8P/esp7MRIDBNQMDa3UCAAAECBAgQIECAAAECBAj0t4CAdX9PwPUJtCAgYN0CXgEOFRApwJCUSIAAAQKlExAQKd1INVQhAc/PFRq2VgkQIEAgNwKen3MzCoUQKJ2AgHXpRqohAgQIECBAgAABAgQIECBQOAEB68KNTMEEpgkIWJf7bhAQKfd8dUeAAAEC+RQQEMnnXFRFoBkBz8/NKFlDgAABAgR6VsDzc896OhsBAtMEBKzdDQQIECBAgAABAgQIECBAgEB/CwhY9/cEXJ9ACwIC1i3gFeBQAZECDEmJBAgQIFA6AQGR0o1UQxUS8PxcoWFrlQABAgRyI+D5OTejUAiB0gkIWJdupBoiQIAAAQIECBAgQIAAAQKFExCwLtzIFExgmoCAdbnvBgGRcs9XdwQIECCQTwEBkXzORVUEmhHw/NyMkjUECBAgQKBnBTw/96ynsxEgME1AwNrdQIAAAQIECBAgQIAAAQIECPS3gIB1f0/A9Qm0ICBg3QJeAQ4VECnAkJRIgAABAqUTEBAp3Ug1VCEBz88VGrZWCRAgQCA3Ap6fczMKhRAonYCAdelGqiECBAgQIECAAAECBAgQIFA4AQHrwo1MwQSmCQhYl/tuEBAp93x1R4AAAQL5FBAQyedcVEWgGQHPz80oWUOAAAECBHpWwPNzz3o6GwEC0wQErN0NBAgQIECAAAECBAgQIECAQH8LCFj39wRcn0ALAgLWLeAV4FABkQIMSYkECBAgUDoBAZHSjVRDFRLw/FyhYWuVAAECBHIj4Pk5N6NQCIHSCQhYl26kGiJAgAABAgQIECBAgAABAoUTELAu3MgUTGCagIB1ue8GAZFyz1d3BAgQIJBPAQGRfM5FVQSaEfD83IySNQQIECBAoGcFPD/3rKezESAwTUDA2t1AgAABAgQIECBAgAABAgQI9LeAgHV/T8D1CbQgIGDdAl4BDhUQKcCQlEiAAAECpRMQECndSDVUIQHPzxUatlYJECBAIDcCnp9zMwqFECidgIB16UaqIQIECBAgQIAAAQIECBAgUDgBAevCjUzBBKYJCFiX+24QECn3fHVHgAABAvkUEBDJ51xURaAZAc/PzShZQ4AAAQIEelbA83PPejobAQLTBASs3Q0ECBAgQIAAAQIECBAgQIBAfwsIWPf3BFyfQAsCAtYt4BXgUAGRAgxJiQQIECBQOgEBkdKNVEMVEvD8XKFha5UAAQIEciPg+Tk3o1AIgdIJCFiXbqQaIkCAAAECBAgQIECAAAEChRMQsC7cyBRMYJqAgHW57wYBkXLPV3cECBAgkE8BAZF8zkVVBJoR8PzcjJI1BAgQIECgZwU8P/esp7MRIDBNQMDa3UCAAAECBAgQIECAAAECBAj0t4CAdX9PwPUJtCAgYN0CXgEOFRApwJCUSIAAAQKlExAQKd1INVQhAc/PFRq2VgkQIEAgNwKen3MzCoUQKJ2AgHXpRqohAgQIECBAgAABAgQIECBQOAEB68KNTMEEpgkIWJf7bhAQKfd8dUeAAAEC+RQQEMnnXFRFoBkBz8/NKFlDgAABAgR6VsDzc896OhsBAtMEBKzdDQQIECBAgAABAgQIECBAgEB/CwhY9/cEXJ9ACwIC1i3gFeBQAZECDEmJBAgQIFA6AQGR0o1UQxUS8PxcoWFrlQABAgRyI+D5OTejUAiB0gkIWJdupBoiQIAAAQIECBAgQIAAAQKFExCwLtzIFExgmoCAdbnvBgGRcs9XdwQIECCQTwEBkXzORVUEmhHw/NyMkjUECBAgQKBnBTw/96ynsxEgME1AwNrdQIAAAQIECBAgQIAAAQIECPS3gIB1f0/A9Qm0ICBg3QJeAQ4VECnAkJRIgAABAqUTEBAp3Ug1VCEBz88VGrZWCRAgQCA3Ap6fczMKhRAonYCAdelGqiECBAgQIECAAAECBAgQIFA4AQHrwo1MwQSmCQhYl/tuEBAp93x1R4AAAQL5FBAQyedcVEWgGQHPz80oWUOAAAECBHpWwPNzz3o6GwEC0wQErN0NBAgQIECAAAECBAgQIECAQH8LCFj39wRcn0ALAgLWLeAV4FABkQIMSYkECBAgUDoBAZHSjVRDFRLw/FyhYWuVAAECBHIj4Pk5N6NQCIHSCQhYl26kGiJAgAABAgQIECBAgAABAoUTELAu3MgUTGCagIB1ue8GAZFyz1d3BAgQIJBPAQGRfM5FVQSaEfD83IySNQQIECBAoGcFPD/3rKezESAwTUDA2t1AgAABAgQIECBAgAABAgQI9LeAgHV/T8D1CbQgIGDdAl4BDhUQKcCQlEiAAAECpRMQECndSDVUIQHPzxUatlYJECBAIDcCnp9zMwqFECidgIB16UaqIQIECBAgQIAAAQIECBAgUDgBAevCjUzBBKYJCFiX+24QECn3fHVHgAABAvkUEBDJ51xURaAZAc/PzShZQ4AAAQIEelbA83PPejobAQLTBASs3Q0ECBAgQIAAAQIECBAgQIBAfwsIWPf3BFyfQAsCAtYt4BXgUAGRAgxJiQQIECBQOgEBkdKNVEMVEvD8XKFha5UAAQIEciPg+Tk3o1AIgdIJCFiXbqQaIkCAAAECBAgQIECAAAEChRMQsC7cyBRMYJqAgHW574ZnLxwQEVNrTS7zzT9GRBF+bZd7LrojQIAAgTILTI1nb1tjugb/Tywz+rMyN6w3AqUS8PxcqnFqhgABAgQKIeD5uRBjUiSBggoIWBd0cMomQIAAAQIECBAgQIAAAQIlEihCUm9aujBFDae2+7JEo9AKge4LCFh336xIRzz/qznjs08/rJW81Kb3xoBZBxepBbUSIECAAIFCCaT/v/v8uA1rNaf/v7vUnh8UqgfFEqiygOfnKk9f7wQIECDQHwKen/tD3TUJVEdAwLo6s9YpAQIECBAgQIAAAQIECBDIq4CAdV4noy4CTQgIWDeBVOAlf7160fjfD16udbD4RjfEbIMXKXBHSidAgAABAvkW+OTDV+K/xn+rVuTn5hwWS+z0Ur6LVh0BAjUBz89uBgIECBAg0LcCnp/71tvVCFRNQMC6ahPXLwECBAgQIECAAAECBAgQyJ+AgHX+ZqIiAk0LCFg3TVXIha/cukF89PcJtdq/vOYZMfgL6xayF0UTIECAAIEiCHz41gPx3xMPqJU6x4LrxyJb/KEIpauRAIGI8PzsNiBAgAABAn0r4Pm5b71djUDVBASsqzZx/RIgQIAAAQIECBAgQIAAgfwJCFjnbyYqItC0gIB101SFXPj3Cd+P/3nuwlrtX1hm/5h3iT0K2YuiCRAgQIBAEQTe+esl8dazZ9ZK/fzSo2PB9S8oQulqJEAgIjw/uw0IECBAgEDfCnh+7ltvVyNQNQEB66pNXL8ECBAgQIAAAQIECBAgQCB/AgLW+ZuJigg0LSBg3TRVIRe++8wv4o37f1Crfc4FNowvrX5qIXtRNAECBAgQKILA3x45OD54495aqQuMOCeGDt+nCKWrkQCBiPD87DYgQIAAAQJ9K+D5uW+9XY1A1QQErKs2cf0SIECAAAECBAgQIECAAIH8CQhY528mKiLQtICAddNUhVw4ZfKkePGGlWu1D5hl9lhqswkRUYRf3YUkVzQBAgQIVFpgajx/+/rx2b8+riks9q3HY+A8K1VaRfMEiiTg+blI01IrAQIECBRfwPNz8WeoAwL5FhCwzvd8VEeAAAECBAgQIECAAAECBKogUISU3tTpBzF1arsvqzAjPRLoVEDAuvw3x1+vXjT+94OXa41+cdWTY8hCm5S/cR0SIECAAIE+Fnj/9bvi1T/9qHbVz805LJbY6aU+rsLlCBBoVcDzc6uCjidAgAABAs0JeH5uzskqAgRmXkDAeubtHEmAAAECBAgQIECAAAECBAj0jICAdc84OguBfhEQsO4X9j696BsPHhjvPnVG7ZpzLrBhfGn1U/u0BhcjQIAAAQJVEOj4582HLndALLDOz6vQuh4JlErA83OpxqkZAgQIEMixgOfnHA9HaQRKIiBgXZJBaoMAAQIECBAgQIAAAQIECBRYQMC6wMNTOgEB6/LfA/9888F4+eZ12zW66PpXxOxzLV3+5nVIgAABAgT6SODj956LlyaMane1YVs9EIPmX6ePKnAZAgR6SsDzc09JOg8BAgQIEOhcwPOzu4MAgb4QELDuC2XXIECAAAECBAgQIECAAAECBLoSELB2fxAosICAdYGH143SX7l1g/jo7xNqR8y18Gax8CrHdeMMlhIgQIAAAQJdCbz22JHx3mu315bMseD6scgWf4BGgEBBBTw/F3RwyiZAgACBwgh4fi7MqBRKoNACAtaFHp/iCRAgQIAAAQIECBAgQIBAKQQErEsxRk1UVUDAuhqTf/+/ro1X796xXbNfXvOMGPyF9jtbV0NDlwQIECBAoGcFPnzrgfjviQe0O+kXv3pNDFl8h569kLMRINBnAp6f+4zahQgQIECgggKenys4dC0T6CcBAet+gndZAgQIECBAgAABAgQIECBAoCYgYO1mIFBgAQHrAg+vm6V33IVv4JAlYrENro6IIvwa72azlhMgQIAAgT4TmBov/mGnmPL+X2tXtHt1n+G7EIFeFfD83Ku8Tk6AAAEClRXw/FzZ0WucQD8ICFj3A7pLEiBAgAABAgQIECBAgAABAu0EipDMmzp9xVOntvvSOAlUWkDAujrj/+i1u+OV327SruHPL7JtLLjCEdVB0CkBAgQIEOhhgb8/eXz8zys3tjvrIpvfFXMs/NUevpLTESDQ1wKen/ta3PUIECBAoAoCnp+rMGU9EsiPgIB1fmahEgIECBAgQIAAAQIECBAgUFUBAeuqTl7fpRAQsC7FGJtu4o0HD4x3nzqj3fovLLN/zLvEHk2fw0ICBAgQIEDg/xd456+XxFvPntmOY+hyB8QC6/wcEQECJRHw/FySQWqDAAECBHIh4Pk5F2NQBIFKCQhYV2rcmiVAgAABAgQIECBAgAABArkUELDO5VgURaA5AQHr5pzKtOql36weH7/9aLuWFljukBi66A5lalMvBAgQIECgVwXefenaeOOpU9pdY/b5VotFt3mkV6/r5AQI9L2A5+e+N3dFAgQIECifgOfn8s1URwSKICBgXYQpqZEAAQIECBAgQIAAAQIECJRbQMC63PPVXckFBKxLPuA67U2ZPClevnlEfPbph+1+aifr6t0LOiZAgACBmROot/PegFkHx7Ct7o+B86w0cyd1FAECuRXw/Jzb0SiMAAECBAoi4Pm5IINSJoESCghYl3CoWiJAgAABAgQIECBAgAABAgUTELAu2MCUS2B6AQHrat4PH7xya/zt91vO0PznF9k2Flzh8Igowq/2as5O1wQIECDQnwJT4+9PnhD/88qNMxTxpZG3xJyLbNGfxbk2AQK9KOD5uRdxnZoAAQIESizg+bnEw9UagUIICFgXYkyKJECAAAECBAgQIECAAAECpRYoQgpv6vQTmDq13ZelHo7mCDQSELBuJFTen7//X9fGq3fvOEODA4csEfMPPzAGf2Hd8javMwIECBAg0E2BD996IN585ucx5f2/znDkF796TQxZfIduntFyAgSKJuD5uWgTUy8BAgQI9KeA5+f+1HdtAgTaBASs3QsECBAgQIAAAQIECBAgQIBAfwsIWPf3BFyfQAsCAtYt4JXg0LQT32t37xSfffrhDN3MtfBmMc8Su8Xscy1dgk61QIAAAQIEZk7g4/eei8l/vSzee+32GU4wYNbBsfBXr7Zz9czROopAIQU8PxdybIomQIAAgT4U8Pzch9guRYBAQwEB64ZEFhAgQIAAAQIECBAgQIAAAQK9LCBg3cvATk+gNwUErHtTtxjnnjJ5Urz+h+/Fx28/WrfgORfYMOb+4uYxZKGvRkQRfuUXw12VBAgQIJBnganx/ut3xz9e/W188Ma9dQudfb7VYqENLoqB86yU50bURoBALwh4fu4FVKckQIAAgYILeH4u+ACVT6C0AgLWpR2txggQIECAAAECBAgQIECAQGEEipC2mzq95tSp7b4sDLRCCfSGgIB1b6gW85xvPHhgvPvUGZ0WP2CW2WOO+daKQUNXjNnnWjI+N8eXYtaB88aAWecQvC7myFVNgAABAjE1Pvv0o/h0yjvxvx/9LT5+7y/xz3efiI/efjg++9fHnfoMXe6AWGCdn/MjQKDiAp6fK34DaJ8AAQKVFPD8XMmxa5pAgQUErAs8PKUTIECAAAECBAgQIECAAIGSCAhYl2SQ2qimgIB1NefeWdcfvXZ3vP2nH8dHf58AhgABAgQIEOggMMeC68d8q/445lg4/VUHLwIECER4fnYXECBAgACBzgU8P7s7CBDobwEB6/6egOsTIECAAAECBAgQIECAAAECAtbuAQIFFhCwLvDwerH09//r2nj36bMErXvR2KkJECBAoDgCKRgydNn9YsjiOxSnaJUSINCnAp6f+5TbxQgQIEAg5wKen3M+IOURqJCAgHWFhq1VAgQIECBAgAABAgQIECCQUwEB65wORlkEmhEQsG5Gqbpr/vnmg/HeX6+OD16+Kf73g5erC6FzAgQIEKicwOfmHBZzDts65lpipxg0/zqV61/DBAjMnIDn55lzcxQBAgQIFF/A83PxZ6gDAmUUELAu41T1RIAAAQIECBAgQIAAAQIEiiUgYF2seamWQDsBAWs3RLMCUyZPio/eeCCmvP2n+OQfz8X/fvBK/Ovjt+OzTz+KiKnNnsY6AgQIECCQI4H/EwNmnSNmmX2++Nyci8Rscy8dA+dbNeZYYN0YOM9KOapTKQQIFFHA83MRp6ZmAgQIEOhawPOzO4QAgWIJCFgXa16qJUCAAAECBAgQIECAAAECZRQQsC7jVPVUGQEB68qMWqMECBAgQIAAAQIECBAgQIAAAQIECBAgQKAyAgLWlRm1RgkQIECAAAECBAgQIECAQG4FBKxzOxqFEWgsIGDd2MgKAgQIECBAgAABAgQIECBAgAABAgQIECBAoFgCAtbFmpdqCRAgQIAAAQIECBAgQIBAGQUErMs4VT1VRkDAujKj1igBAgQIECBAgAABAgQIECBAgAABAgQIEKiMgIB1ZUatUQIECBAgQIAAAQIECBAgkFsBAevcjkZhBBoLCFg3NrKCAAECBAgQIECAAAECBAgQIECAAAECBAgQKJaAgHWx5qVaAgQIECBAgAABAgQIECBQRgEB6zJOVU+VERCwrsyoNUqAAAECBAgQIECAAAECBAgQIECAAAECBCojIGBdmVFrlAABAgQIECBAgAABAgQI5FZAwDq3o1EYgcYCAtaNjawgQIAAAQIECBAgQIAAAQIECBAgQIAAAQIEiiUgYF2seamWAAECBAgQIECAAAECBAiUUUDAuoxT1VNlBASsKzNqjRIgQIAAAQIECBAgQIAAAQIECBAgQIAAgcoICFhXZtQaJUCAAAECBAgQIECAAAECuRUQsM7taBRGoLGAgHVjIysIECBAgAABAgQIECBAgAABAgQIECBAgACBYgkIWBdrXqolQIAAAQIECBAgQIAAAQJlFBCwLuNU9VQZAQHryoxaowQIECBAgAABAgQIECBAgAABAgQIECBAoDICAtaVGbVGCRAgQIAAAQIECBAgQIBAbgUErHM7GoURaCwgYN3YyAoCBAgQIECAAAECBAgQIECAAAECBAgQIECgWAIC1sWal2oJECBAgAABAgQIECBAgEAZBQSsyzhVPVVGQMC6MqPWKAECBAgQIECAAAECBAgQIECAAAECBAgQqIyAgHVlRq1RAgQIECBAgAABAgQIECCQWwEB69yORmEEGgsIWDc2soIAAQIECBAgQIAAAQIECBAgQIAAAQIECBAoloCAdbHmpVoCBAgQIECAAAECBAgQIFBGAQHrMk5VT5URELCuzKg1SoAAAQIECBAgQIAAAQIECBAgQIAAAQIEKiMgYF2ZUWuUAAECBAgQIECAAAECBAjkVkDAOrejURiBxgIC1o2NrCBAgAABAgQIECBAgAABAgQIECBAgAABAgSKJSBgXax5qZYAAQIECBAgQIAAAQIECJRRQMC6jFPVU2UEBKwrM2qNEiBAgAABAgQIECBAgAABAgQIECBAgACByggIWFdm1BolQIAAAQIECBAgQIAAAQK5FRCwzu1oFEagsYCAdWMjKwgQIECAAAECBAgQIECAAAECBAgQIECAAIFiCQhYF2teqiVAgAABAgQIECBAgAABAmUUELAu41T1VBkBAevKjFqjBAgQIECAAAECBAgQIECAAAECBAgQIECgMgIC1pUZtUYJECBAgAABAgQIECBAgEBuBQSsczsahRFoLCBg3djICgIECBAgQIAAAQIECBAgQIAAAQIECBAgQKBYAgLWxZqXagkQIECAAAECBAgQIECAQBkFBKzLOFU9VUZAwLoyo9YoAQIECBAgQIAAAQIECBAgQIAAAQIECBCojICAdWVGrVECBAgQIECAAAECBAgQIJBbAQHr3I5GYQQaCwhYNzayggABAgQIECBAgAABAgQIECBAgAABAgQIECiWgIB1sealWgIECBAgQIAAAQIECBAgUEYBAesyTlVPlREQsK7MqDVKgAABAgQIECBAgAABAgQIECBAgAABAgQqIyBgXZlRa5QAAQIECBAgQIAAAQIECORWQMA6t6NRGIHGAgLWjY2sIECAAAECBAgQIECAAAECBAgQIECAAAECBIolIGBdrHmplgABAgQIECBAgAABAgQIlFFAwLqMU9VTZQQErCszao0SIECAAAECBAgQIECAAAECBAgQIECAAIHKCAhYV2bUGiVAgAABAgQIECBAgAABArkVELDO7WgURqCxgIB1YyMrCBAgQIAAAQIECBAgQIAAAQIECBAgQIAAgWIJCFgXa16qJUCAAAECBAgQIECAAAECZRQQsC7jVPVUGQEB68qMWqMECBAgQIAAAQIECBAgQIAAAQIECBAgQKAyAgLWlRm1RgkQIECAAAECBAgQIECAQG4FBKxzOxqFEWgsIGDd2MgKAgQIECBAgAABAgQIECBAgAABAgQIECBAoFgCAtbFmpdqCRAgQIAAAQIECBAgQIBAGQUErMs4VT1VRkDAujKj1igBAgQIECBAgAABAgQIECBAgAABAgQIEKiMgIB1ZUatUQIECBAgQIAAu86ZsQAAIABJREFUAQIECBAgkFsBAevcjkZhBBoLCFg3NrKCAAECBAgQIECAAAECBAgQIECAAAECBAgQKJaAgHWx5qVaAgQIECBAgAABAgQIECBQRgEB6zJOVU+VERCwrsyoNUqAAAECBAgQIECAAAECBAgQIECAAAECBCojIGBdmVFrlAABAgQIECBAgAABAgQI5FZAwDq3o1EYgcYCAtaNjawgQIAAAQIECBAgQIAAAQIECBAgQIAAAQIEiiUgYF2seamWAAECBAgQIECAAAECBAiUUUDAuoxT1VNlBASsKzNqjRIgQIAAAQIECBAgQIAAAQIECBAgQIAAgcoICFhXZtQaJUCAAAECBAgQIECAAAECuRUQsM7taBRGoLGAgHVjIysIECBAgAABAgQIECBAgAABAgQIECBAgACBYgkIWBdrXqolQIAAAQIECBAgQIAAAQJlFBCwLuNU9VQZAQHryoxaowQIECBAgAABAgQIECBAgAABAgQIECBAoDICAtaVGbVGCRAgQIAAAQIECBAgQIBAbgUErHM7GoURaCwgYN3YyAoCBAgQIECAAAECBAgQIECAAAECBAgQIECgWAIC1sWal2oJECBAgAABAgQIECBAgEAZBQSsyzhVPVVGQMC6MqPWKAECBAgQIECAAAECBAgQIECAAAECBAgQqIyAgHVlRq1RAgQIECBAgAABAgQIECCQWwEB69yORmEEGgsIWDc2soIAAQIECBAgQIAAAQIECBAgQIAAAQIECBAoloCAdbHmpVoCBAgQIECAAAECBAgQIFBGAQHrMk5VT5URELCuzKg1SoAAAQIECBAgQIAAAQIECBAgQIAAAQIEKiMgYF2ZUWuUAAECBAgQIECAAAECBAjkVkDAOrejURiBxgIC1o2NrCBAgAABAgQIECBAgAABAgQIECBAgAABAgSKJSBgXax5qZYAAQIECBAgQIAAAQIECJRRQMC6jFPVU2UEBKwrM2qNEiBAgAABAgQIECBAgAABAgQIECBAgACByggIWFdm1BolQIAAAQIECBAgQIAAAQK5FRCwzu1oFEagsYCAdWMjKwgQIECAAAECBAgQIECAAAECBAgQIECAAIFiCQhYF2teqiVAgAABAgQIECBAgAABAmUUELAu41T1VBkBAevKjFqjBAgQIECAAAECBAgQIECAAAECBAgQIECgMgIC1pUZtUYJECBAgAABAgQIECBAgEBuBQSsczsahRFoLCBg3djICgIECBAgQIAAAQIECBAgQIAAAQIECBAgQKBYAgLWxZqXagkQIECAAAECBAgQIECAQBkFBKzLOFU9VUZAwLoyo9YoAQIECBAgQIAAAQIECBAgQIAAAQIECBCojICAdWVGrVECBAgQIECAAAECBAgQIJBbAQHr3I5GYQQaCwhYNzayggABAgQIECBAgAABAgQIECBAgAABAgQIECiWgIB1sealWgIECBAgQIAAAQIECBAgUEYBAesyTlVPlREQsK7MqDVKgAABAgQIECBAgAABAgQIECBAgAABAgQqIyBgXZlRa5QAAQIECBAgQIAAAQIECORWQMA6t6NRGIHGAgLWjY2sIECAAAECBAgQIECAAAECBAgQIECAAAECBIolIGBdrHmplgABAgQIECBAgAABAgQIlFFAwLqMU9VTZQQErCszao0SIECAAAECBAgQIECAAAECBAgQIECAAIHKCAhYV2bUGiVAgAABAgQIECBAgAABArkVELDO7WgURqCxgIB1YyMrCBAgQIAAAQIECBAgQIAAAQIECBAgQIAAgWIJCFgXa16qJUCAAAECBAgQIECAAAECZRQQsC7jVPVUGQEB68qMWqMECBAgQIAAAQIECBAgQIAAAQIECBAgQKAyAgLWlRm1RgkQIECAAAECBAgQIECAQG4FBKxzOxqFEWgsIGDd2MgKAgQIECBAgAABAgQIECBAgAABAgQIECBAoFgCAtbFmpdqCRAgQIAAAQIECBAgQIBAGQUErMs4VT1VRkDAujKj1igBAgQIECBAgAABAgQIECBAgAABAgQIEKiMgIB1ZUatUQIECBAgQIAAAQIECBAgkFsBAevcjkZhBBoLCFg3NrKCAAECBAgQIECAAAECBAgQIECAAAECBAgQKJaAgHWx5qVaAgQIECBAgAABAgQIECBQRgEB6zJOVU+VERCwrsyoNUqAAAECBAgQIECAAAECBAgQIECAAAECBCojIGBdmVFrlAABAgQIECBAgAABAgQI5FZAwDq3o1EYgcYCAtaNjawgQIAAAQIECBAgQIAAAQIECBAgQIAAAQIEiiUgYF2seamWAAECBAgQIECAAAECBAiUUUDAuoxT1VNlBASsKzNqjRIgQIAAAQIECBAgQIAAAQIECBAgQIAAgcoICFhXZtQaJUCAAAECBAgQIECAAAECuRUQsM7taBRGoLGAgHVjIysIECBAgAABAgQIECBAgAABAgQIECBAgACBYgkIWBdrXqolQIAAAQIECBAgQIAAAQJlFBCwLuNU9VQZAQHryoxaowQIECBAgAABAgQIECBAgAABAgQIECBAoDICAtaVGbVGCRAgQIAAAQIECBAgQIBAbgUErHM7GoURaCwgYN3YyAoCBAgQIECAAAECBAgQIECAAAECBAgQIECgWAIC1sWal2oJECBAgAABAgQIECBAgEAZBQSsyzhVPVVGQMC6MqPWKAECBAgQIECAAAECBAgQIECAAAECBAgQqIyAgHVlRq1RAgQIECBAgAABAgQIECCQWwEB69yORmEEGgsIWDc2soIAAQIECBAgQIAAAQIECBAgQIAAAQIECBAoloCAdbHmpVoCBAgQIECAAAECBAgQIFBGAQHrMk5VT5URELCuzKg1SoAAAQIECBAgQIAAAQIECBAgQIAAAQIEKiMgYF2ZUWuUAAECBAgQIECAAAECBAjkVkDAOrejURiBxgIC1o2NrCBAgAABAgQIECBAgAABAgQIECBAgAABAgSKJSBgXax5qZYAAQIECBAgQIAAAQIECJRRQMC6jFPVU2UEBKwrM2qNEiBAgAABAgQIECBAgAABAgQIECBAgACByggIWFdm1BolQIAAAQIECBAgQIAAAQK5FRCwzu1oFEagsYCAdWMjKwgQIECAAAECBAgQIECAAAECBAgQIECAAIFiCQhYF2teqiVAgAABAgQIECBAgAABAmUUELAu41T1VBkBAevKjFqjBAgQIECAAAECBAgQIECAAAECBAgQIECgMgIC1pUZtUYJECBAgAABAgQIECBAgEBuBQSsczsahRFoLCBg3djICgIECBAgQIAAAQIECBAgQIAAAQIECBAgQKBYAgLWxZqXagkQIECAAAECBAgQIECAQBkFBKzLOFU9VUZAwLoyo9YoAQIECBAgQIAAAQIECBAgQIAAAQIECBCojICAdWVGrVECBAgQIECAAAECBAgQIJBbAQHr3I5GYQQaCwhYNzayggABAgQIECBAgAABAgQIECBAgAABAgQIECiWgIB1sealWgIECBAgQIAAAQIECBAgUEYBAesyTlVPlREQsK7MqDVKgAABAgQIECBAgAABAgQIECBAgAABAgQqIyBgXZlRa5QAAQIECBAgQIAAAQIECORWQMA6t6NRGIHGAgLWjY2sIECAAAECBAgQIECAAAECBAgQIECAAAECBIolIGBdrHmplgABAgQIECBAgAABAgQIlFFAwLqMU9VTZQQErCszao0SIECAAAECBAgQIECAAAECBAgQIECAAIHKCAhYV2bUGiVAgAABAgQIECBAgAABArkVELDO7WgURqCxgIB1YyMrCBAgQIAAAQIECBAgQIAAAQIECBAgQIAAgWIJCFgXa16qJUCAAAECBAgQIECAAAECZRQQsC7jVPVEgAABAgQIECBAgAABAgQIECBAgAABAgQIECBAoKACAtYFHZyyCRAgQIAAAQIECBAgQIBAiQQErEs0TK0QIECAAAECBAgQIECAAAECBAgQIECAAAECBAgQKLqAgHXRJ6h+AgQIECBAgAABAgQIECBQfAEB6+LPUAcECBAgQIAAAQIECBAgQIAAAQIECBAgQIAAAQIESiMgYF2aUWqEAAECBAgQIECAAAECBAgUVkDAurCjUzgBAgQIECBAgAABAgQIECBAgAABAgQIECBAgACB8gkIWJdvpjoiQIAAAQIECBAgQIAAAQJFExCwLtrE1EuAAAECBAgQIECAAAECBAgQIECAAAECBAgQIECgxAIC1iUertYIECBAgAABAgQIECBAgEBBBASsCzIoZRIgQIAAAQIECBAgQIAAAQIECBAgQIAAAQIECBCogoCAdRWmrEcCBAgQIECAAAECBAgQIJBvAQHrfM9HdQQIECBAgAABAgQIECBAgAABAgQIECBAgAABAgQqJSBgXalxa5YAAQIECBAgQIAAAQIECORSQMA6l2NRFAECBAgQIECAAAECBAgQIECAAAECBAgQIECAAIFqCghYV3PuuiZAgAABAgQIECBAgAABAnkSELBucRr//Oc/Y8yYMXHeeefVznTffffFiBEjWjxztQ7v6LjpppvGFVdcEfPOO287iHfeeSdGjRoV48aNy76/1157xWmnnRaDBg3qMbBjjz02jj766Ox8K620UlxzzTWx9NJL99j5OzvR1KlT429/+1tMmDAh7rjjjnj22WfjoYceqi1fZZVVsnrWW2+9GDlyZHzpS1+KOv/A2Ot15ukCzz33XOy4444xadKkrKxjjjkmjjrqqDyV2G+19MV7pZnmmn1vN3MuawgQIECAAAECBAgQIECAAAECBAgQIECgGgIC1tWYsy4JECBAgAABAgQIECBAgECeBQSsW5yOgHWLgP8+vNkQZl+ERvs6YD1lypS488474+STT87C1c2+dt555/jRj34UK664YmWD1lUNWKd75te//nUW/F9ttdXq3jJ98V5p5l5t9r3dzLmsIUCAAAECBAgQIECAAAECBAgQIECAAIFqCAhYV2POuiRAgAABAgQIECBAgAABAnkWELBucToC1i0C/vvwZkOYfREa7cuA9eOPP57tuHzrrbfOFOSQIUPikEMOiYMPPrhHd/GeqWL64aCqBazTLuePPfZYjB07Nrtnutotvy/eK82MvNn3djPnsoYAAQIECBAgQIAAAQIECBAgQIAAAQIEqiEgYF2NOeuSAAECBAgQIECAAAECBAjkWUDAusXpCFi3CPjvw5sNYfZFaLQvAtYpKHvjjTfGQQcdFC+//PIMiKusskqstNJKscwyy2Q/++STT2LixInxwAMPxOTJk2dYf+CBB8bxxx8fgwcP7pmBFOQsVQtYX3/99fHd73433n///WxCAtYFuVGVSYAAAQIECBAgQIAAAQIECBAgQIAAAQLdEhCw7haXxQQIECBAgAABAgQIECBAgEAvCAhYt4gqYN0i4L8PbzZg3TNX6/osvR2wTuHqa665Jvbdd992Yel55pknUlB69913j2HDhkWdfzzMgtbjx4+PI488Mv74xz+2a+Skk07KdrKeddZZ+4IpF9eoWsD6iiuuiF133bVm31XAOhcDiog8vbfzYqIOAgQIECBAgAABAgQIECBAgAABAgQIEOhaQMDaHUKAAAECBAgQIECAAAECBAj0t4CAdYsTELBuEfDfh+cphNnbAev7778/Ro0a1W7n6pEjR8bPf/7z2o7VjVTTDsZHHHFEnHnmmbWlQ4YMicsuuyy23nrrRoeX5ucC1vfFiBEjcj3PPL23cw2lOAIECBAgQIAAAQIECBAgQIAAAQIECBCoCQhYuxkIECBAgAABAgQIECBAgACB/hYQsG5xAgLWLQL++/A8hTB7M2D97rvvxl577RXXXXddDS4Fos8777xYYIEFuoX54YcfxpgxY+KCCy6oHbfVVltlX88///zdOldRFwtYC1gX9d5VNwECBAgQIECAAAECBAgQIECAAAECBAh0LiBg7e4gQIAAAQIECBAgQIAAAQIE+ltAwLrFCQhYtwj478OrErC+4oorYtddd62hrbXWWnHxxRfH8OHDZwryiSeeiJ122imeeeaZ2vG//vWv41vf+tZMna9oBwlYC1gX7Z5VLwECBAgQIECAAAECBAgQIECAAAECBAg0FhCwbmxkBQECBAgQIECAAAECBAgQINC7AgLWLfoKWLcI+O/DqxCwTrtXf+9734sbb7yxhnb++efH6NGjo84/FDYF+69//St+8pOfRNp1u+2Vdsg+7bTTYtCgQU2do8iLBKwFrIt8/6qdAAECBAgQIECAAAECBAgQIECAAAECBOoLCFi7MwgQIECAAAECBAgQIECAAIH+FhCwbnEC3QlYd1x7zDHHxFFHHZVVMGXKlHjwwQez8O2ECRPisccey76/yiqrxPrrrx877LBDpN2OZ5111roV33HHHTFy5Mjaz0499dQYM2ZM08HdjrWla1111VWx2GKL1b3e1KlT429/+1v89re/jfHjx0cKurbV3Fb30ksvHV/72tdiyy23jPnnn79L6WYD1u+8806MGjUqxo0bl52v2TDxp59+Gg8//HBce+217XzXXnvtrMYdd9wxll122RgwYEAWVj766KOz86+00kpxzTXXROql1dddd90V2267bbz//vvZqRoZN3u9iRMnZvfReuutF1/96ldj+eWXj7nnnrvd4Z3dex9++GFceumlcckll2Q+w4YNi4022ih22WWX7L7rLKT93nvvZTNI8580aVJt9skp3bPNzr2zHt988834zW9+E7fccks88MADMXny5Ky2ZJYMN99885hrrrmy+y7NLtWQXtO/pxr59WQPvfnevv/++7PZNnp1vFdn9r3SX+/t6ftre7/edtttcd9998Xjjz+evW+GDBkSK6+8cqywwgqx9dZbd3mPNvLycwIECBAgQIAAAQIECBAgQIAAAQIECBDIr4CAdX5nozICBAgQIECAAAECBAgQIFAVAQHrFifdEwHrP/3pT3HAAQdEClJ29dpiiy2y8G8KGHZ8vf7667H77rvHnXfemf1os802i8suuyzmm2++pjp86qmnYvvtt49nnnkmW5/C2SeddFLMNtts7Y5P4csUpD7uuOPa7cTc1UVSKPIHP/hBHHLIITHPPPPUXdpbAeu2eseOHRu33nprlxapxuR79tln93jAOtVx/PHH1wL1XRk3NbBuLqoXAP6P//iP2H///eO6666b4WxpZinsv8kmm7T7WTrPueeem80/hZ5bnXvH41PgO+3q3ej8Kch9+umnZx8A6G7Aujd66Cxg3RPv7b4KWPf3ezvdC6mGe+65Jw499ND44x//2PAuT/dB+jDEdtttFwMHDmy43gICBAgQIECAAAECBAgQIECAAAECBAgQKIaAgHUx5qRKAgQIECBAgAABAgQIECBQZgEB6xan22rAeoMNNog99tgjXn755aYqSYHCK664IlZbbbV26zsGeDsLyHZ2kYsuuihGjx6d/bizY9M10m7O++67b8Nwbb3rpADzKaecEoMHD57hx70RsJ6ZetOuuEOHDo1f/epXWY09tYN12n03uaXQe9vr8ssvz3bj7otXR9+DDjooPv744zjnnHPqXj7tEp3uiWTR9nr11Vez4H29QHZXPYwYMSI7V6NdwN94441OA9/1zp/u07333jtuv/32ePLJJ7MljXaw7q0e6gWse+q93RcB65l5r0w/k554b7dSw4EHHph9gKHe75a+eH+5BgECBAgQIECAAAECBAgQIECAAAECBAj0rICAdc96OhsBAgQIECBAgAABAgQIECDQfQEB6+6btTuilYB12mX63XffjYcffjgLNaewbQq2plDvgAED4vnnn4+rr746LrnkkkgB3bbXnnvuGWedddYMYcKJEyfGNttsE2k36/Q66qijIu3cPMsss3TZZcfwb2e7X997770zhMHTrtc777xztqv2XHPNlV3nzTffjEceeSQLgo8bN67dtS+88ML43ve+N0M9vRGwrlfvGmuskYV4N9544xg0aFBmlXZqTgHgeiH3ngpYv/baa9l8x48fn/W+0EILxS233DJDUL7F27HTw+vdp22L99lnnyyo/MUvfjFeeumluO2222KppZaKnXbaqXa+FH7ea6+94qabbqp9L+1Gno7bfPPNs/Xpnv3v//7vSO7Jsy30nA5Ya6214uKLL47hw4fXrTHtXJ12OJ8+8J3eE+nDB7vttlssscQS8emnn2bvlQsuuKDT3ci7Clj3Zg8dfXvyvf3JJ5/U3v833HBDpJ3H216/+93vIt3T6ZX8k9mss86aff3OO+9k91zbezDN77TTTsvu+46vPLy3n3jiieyea9tFP91fafbpd1q6b1Jf6R6YNGlS9gGIq666qtZG6jvtfD79Pdtb7yXnJUCAAAECBAgQIECAAAECBAgQIECAAIHeFxCw7n1jVyBAgAABAgQIECBAgAABAgS6FhCwbvEOaSVg3XbptMPv6aefnoVtO/6DUdrV9Z577onvfve7tQBwCuf+5je/iTXXXLNd9R2D0htttFEWcl544YW77LJjMPvUU0/NdiqevpYUBE8Bzbbdi1OgMYVhd9lllyzYWe81ZcqUSLs0p3O1BcRTYPLss8/OgqDTv3o6YJ1C3t///vfj5ptvrl0mhc1/+MMf1t3lNoWrU50pbD39q6cC1s8991zsuOOOWTg0vdKsU3j+K1/5Sot3YHOHdxawPumkk+Lggw+uhXLrnS2FWpPdCSecUPtxmmPajXzBBResW0AKTP/0pz+Nn/zkJ7Wf77ffftkx9QK+6T7ddddda2tTIPvMM8+M1VdffYb3RKonrU+7cE+ePLnd9TsLWPd2D5359tR7u63Jjk733XdfpGvUezUbsM7De7vjDvzDhg2LX/7yl9kHIer8I3p89tlnceWVV0baObvtd8u3v/3tSB/gmHvuuZt7U1hFgAABAgQIECBAgAABAgQIECBAgAABArkVELDO7WgURoAAAQIECBAgQIAAAQIEKiMgYN3iqFsNWKedWVPQdsUVV+y0kn/9619ZMPXwww+vrTn33HOzwHPHV9o5ePTo0bVvpx2Ht9pqq07PnYKNaVfbFLJNr852Vr7rrruy3bXbwoxp/fHHHx8DBw7sUjCFN9OO1W3B5XXXXTcLRqYA5fSvng5Yd3RIQcxkOHjw4E7rrbfDcU8FrO+///5Yb731atfedNNNs5DwvPPO2+Id2Nzh9e7TNM/kNHTo0C5P0jGAn+6vn/3sZzOE5DueJIWaU4A77aSeXilUn+6DTTbZpN3StIv47rvvHnfeeWf2/XRvpF3bN9xwwy7v27SDcdpBe/rd3TsLWPd2D/V8e/q9nTB6I2Cdh/f2P/7xj+z31vXXX5/NvKvdtttuivQBjrTr+RlnnJF9a8kll8yO7+p3aXPvFqsIECBAgAABAgQIECBAgAABAgQIECBAoL8FBKz7ewKuT4AAAQIECBAgQIAAAQIECAhYt3gPtBqwTuHTtDvwLLPM0mUlKaD7jW98oxYm7SxI+uKLL8bOO+8cDz/8cHa+Aw44IAsWdxaEfvvttyPtRnz77bdn6/fcc88466yz2gWRO+4u29kO2vUaSMemXYzbdjLuLLDckwHrjjt5NxN0bav997//faSdcNtCu2UOWKeQdNq1u6tXCven2R177LHZshR+TiHWtLN0M6+O92O6XgpdzzbbbLXD77jjjhg5cmTt6/RBgnTNWWedtctLvPfee7H//vvHpZdeWltX733RFz3U+z3Q0+/t1GRPB6zz8t5udrftjjdE2qH+xBNPjEUXXTRWWGGF2H777bOgtRcBAgQIECBAgAABAgQIECBAgAABAgQIFFtAwLrY81M9AQIECBAgQIAAAQIECBAog4CAdYtTbDVgnQK9X//61xtW8dxzz8WOO+4YkyZNytYedthhWei1YzC7466ua621VqSdfhdbbLG61+i4e+3ll18eo0aNarf2k08+iV//+tfx2GOPZf8z55xzxgUXXBDzzTdfw7rTglTn0Ucfna3ti4B1R6tmdsNta6Rj4LzMAet77703Nthggy5n+Nprr2X3w/jx47N1KYx/9tlnN9y9uu2kHd8fG220URYSXnjhhbMlHQO+aZfr3/3udzFixIim7q2OgeN6Aeve7iEVWu/3QE+/t9N1ejpgnZf3dscPRaQgf7rP0odKBgwY0NS9YBEBAgQIECBAgAABAgQIECBAgAABAgQIlEdAwLo8s9QJAQIECBAgQIAAAQIECBAoqoCAdYuTayVgnXZaTbsBr7jiig2r6E5ouJnQdLpgx519G4WxGxb57wUptPnqq6/G448/HjfeeGPcdtttMXny5OynfRGw7rgj8rnnnhspZN3MK5mknYfTrrhd1dvMuaZf88QTT2Q7Y//lL3/Jvr3ppptmYdl55523u6eaqfUd79O02++1114byyyzTJfne/TRR2PLLbeM119/PVuXdpc+6KCDulVD2in7hBNOyI5Ju5/fcsstsdpqq2VfdwzWdgxgN7pQR9d6Aeve7iHV2NG3t97bPR2wbuTb8ee99d5OQfvTTjstDj744HaX3GKLLbId+dN9seCCCwpbd3dg1hMgQIAAAQIECBAgQIAAAQIECBAgQKCgAgLWBR2csgkQIECAAAECBAgQIECAQIkEBKxbHGYrAevu7I7cnYB1CsPuvvvuceedd2bd7bnnnnHWWWfF4MGD23XbcWffznbF7ozogw8+iBdeeCFefPHFeOaZZ+LJJ5+MVGfa5bqzV18ErC+99NLYY489aiXcdNNNsdVWWzU96emP786MurpAx/n11HmbbarjfbruuuvGlVdeGWmn4K5eN998c2y99dbNXqapddPv7PzWW2/FLrvsUrtXUwj9wgsvjLnnnrupc3U8vl7Aurd7SIV29O3OfLvz3u6rgHV/vLdfeuml2HXXXeP++++vO/ull15LZLXSAAAgAElEQVQ6Ntlkk9h8880j3b9Dhw5t6h6xiAABAgQIECBAgAABAgQIECBAgAABAgSKJyBgXbyZqZgAAQIECBAgQIAAAQIECJRNQMC6xYnmMWDdcTfY4cOHx3XXXRfLLbdcu25vuOGG2G677bLvDRkyJNttOgUYu3qlfm+99dY488wzY8KECd3W64uA9bHHHhtHH310rbb77rsvRowY0XSt11xzTey0007Z+u4EZbu6wDvvvBOjRo2KcePG1bxT0Hjttdduuq5WFna8T5vdQbtjoLeVGtqOvfzyyzOL9OpOuLjetd99993Ybbfdsl3S06tewLq3e0jXLUPAur/f28nxwQcfjH322ScmTZrU8FZLv6vS76+0y/WXvvSlqPOP7Q3PYQEBAgQIECBAgAABAgQIECBAgAABAgQI5FNAwDqfc1EVAQIECBAgQIAAAQIECBCokoCAdYvTzmPAOrU0ceLE2GabbSLtZp1e5557buy11161bqdMmRKHHHJInHHGGdn3Nttss7jssstivvnm61Tk2WefjQMPPDBSMLjRK+2MvNFGG8U3v/nNePjhh+PUU0/NDilCwDrtoLveeut1WW+j/jv+/OOPP46DDz44zjnnnNqPpg8ad/d83V1f1oB1x74ErKfdGR1D/en9f9ppp8WgQYNmuH3y8N5uKyrtSn7BBRfE+eefHy+//HLDWz19OCR9ICLNfsEFF2y43gICBAgQIECAAAECBAgQIECAAAECBAgQyL+AgHX+Z6RCAgQIECBAgAABAgQIECBQdgEB6xYnnNeA9Ycffhj77bdf/OpXv8o6/Pa3vx0XXnhhzD333NnXHXcOTgHoMWPGdLoL7DPPPBPf+c53srD09K955pkn1lhjjVh99dVj2WWXjSWXXDIWX3zxGDp0aAwYMCBbOv2O0kUIWN9xxx0xcuTIrPae2sE6neu8886Lvffeu8aXvE866aSYbbbZWroLP/nkkxg7dmz84x//yILya665ZiywwALtZtlTAeueDoW3uoP1+++/H/vuu2/24YD0aiZg3dM9pOsWeQfrvLy3O74J0n39+OOPxy233JLtwJ/ula5eW2+9dfYeS/e+FwECBAgQIECAAAECBAgQIECAAAECBAgUW0DAutjzUz0BAgQIECBAgAABAgQIECiDgIB1i1PMa8A6tXXRRRfF6NGjsw4XWmihLKi42mqrZV9P/7MUir7++utjxRVXrKtRr8cRI0Zkwen0v7sKCE+dOjV+8pOfZP+TXn0RsL700ktjjz32qPVy0003xVZbbdX0pK+44orYddddu6y36ZNNt/CJJ57Igu5/+ctfsu+utdZacdVVV8Viiy02M6erHfPaa6/FqFGjYvz48bXvpV3Gv/71r9e+ntmA9TXXXJPtDtz2+tnPfpYF8XvqlXYr3mWXXeLOO+/MTtnxgwCNrtNxl+Z6Aeve7iHVWNSAdZ7e213NOv0emTx5cjz66KNx2223xbhx4+oGrtMu8ccff3wMHDiw0a3j5wQIECBAgAABAgQIECBAgAABAgQIECCQYwEB6xwPR2kECBAgQIAAAQIECBAgQKAiAgLWLQ46zwHrF198MXbeeefartNtu1R/9NFH7Xa33nPPPeOss86KwYMH19VIocYtt9wyXn/99eznKRh88cUXx/DhwxvqNRs8bTYA3DFQu9dee8Vpp50WgwYNqtUy/Q7U6ZvdDQWfeOKJcfjhh2fn68kdrDvuKp7Of/7552ch+Dr/UNjQtm3B9IHw9L2NNtoo0vcWXnjh2jma9e140YceeijbzTvtFJ1e9bybLrTOwo47UK+77rpx5ZVXxrBhw5o67QsvvJAFwNM9ml71Ata93UO6brP3eb2murOLd8dZ33fffdmHHOq9mnmv5Om93dTA/73os88+i6effjp++tOfRvpARduru/dPd65pLQECBAgQIECAAAECBAgQIECAAAECBAj0nYCAdd9ZuxIBAgQIECBAgAABAgQIECBQX0DAusU7I88B608++SQOPfTQLICcXm27A7/88svtdlK+/PLLsx2QO3t1DHWmnauPOOKIpkLBHXdX7osdrDsGVnfbbbc4++yzY8iQIQ2n3THw25MB63TxG264IbbbbrtaHd0Jq9cr/tVXX43U3z333FP78VFHHRVjx46NWWaZpfa9mQ1Yp3sl7TD9wAMPZOfqqV232wpLOxOnHYdTzW2vjrtvdzW0jmH6egHr3u4h1VfUgHVe3tuTJk3KdjF/5JFH4pVXXokzzjijttt+V/N/7733Yv/996+FrNN7PN0/a6+9dsP3ugUECBAgQIAAAQIECBAgQIAAAQIECBAgkF8BAev8zkZlBAgQIECAAAECBAgQIECgKgIC1i1OOs8B69TaXXfdFdtuu222A/FCCy0Ut9xySxZi3HvvvbPOmwnMdgxhXnLJJbH77rs3JXfTTTdlAeC2HZD7ImDdcSap76uvvjo22GCDhjVPnDgxttlmm9pu3T0dsH733XezXaCvu+66Wi1bb711nHfeebHAAgs0rG/6BWlH7EMOOSTOOeec2rdb9e1YwJQpU7JrpMBr2+v000+PAw44oKmAfVsA9vnnn4955503Vl111Ug7pi+++OK1891///3xjW98o9u7ZNerrV7Aui96KEvAur/e2zfffHOk90Hb68ILL4zvfe97Tb0f0gc+jj766GytgHVTZBYRIECAAAECBAgQIECAAAECBAgQIEAg9wIC1rkfkQIJECBAgAABAgQIECBAgEDpBQSsWxxx3gPWb7/9dhZwvv3227NOTz755Pjzn/8cl112Wfb1YYcdFimgOP1uxx1JOgasU7j2lFNOiYEDB3ap98wzz8R3vvOdePjhh2vrOgtANrvD8jvvvJPttj1u3LjsnCmsnHboHjRoULta0i62acfutmB3MyHmjrvhphP2dMA6nfPee++NPfbYI9LOym2vkSNHxs9//vNYZpllmroj33rrrfjxj3/cLlydDuws/Nysb72LTx/STz8fNmxYpCDuhhtu2GWtaXfqq666Kgvzt80hhf0vuuiiGDp0aO3YersQn3vuubHzzjt3GeLuOON0wnoB6/T93u6hLAHr/npvv/jii9m8235XfPOb34wUsl5wwQW7vMc63jvrrrtuXHnlldk96kWAAAECBAgQIECAAAECBAgQIECAAAECxRUQsC7u7FROgAABAgQIECBAgAABAgTKIiBg3eIk8x6wTiHXFEA++OCDs06//OUvR9r5ePLkydlurzfeeGNssskmXSo8+uijseWWW9Z2dU7hxV/84hex2Wab1Q3AfvbZZ1mg9Yc//GFMmjRphnPfd999MWLEiHbfbzYA3GzAOvU4ZsyYuOCCC2rXSUHzFAyvF9pMHoceemi79enA3ghY1wsep2vNM8888f3vfz8LJCfjOv94GClQmmZ26qmnxpNPPtnO8Ac/+EHW3+DBg2cwb9a33o2Qjk27WJ911lm1Hy+99NJZDWnn6QEDBsxwWLoHfv3rX2f3QFuQPN1vKdg//U7FbQfefffdseuuu7a7x37605/GdtttN8P5k1/6wMA+++zTLqSeztVZwLq3e+ivgPX5558fo0ePrnuvNPNeyct7+9NPP42xY8fGCSecULuX0nvh+OOPjy984Qt1fz+lnclT/0cccUQtwJ9+z6VjGn34o8Vf+w4nQIAAAQIECBAgQIAAAQIECBAgQIAAgV4WELDuZWCnJ0CAAAECBAgQIECAAAECBBoKCFg3JOp6Qd4D1qn6jiHKto5SQDoFXuebb74um0xh5f322y9+9atf1dalsGzahXmnnXaKpZZaKgvBvvnmm/HII4/EtddeG7feemtt7ZJLLhl/+ctfal/3RcA6XazeDtopGJx2vU69zz///Flg+eabb852Ve4YWE7n6I2AdTpvCpSm4HvaPbxtd+fph5DqXGeddWo7Wqc1Dz30UEycOLHu+hQeT4HnzsKorQSsU10vvPBC7LnnnnH//fe3u1e23377LBi96qqrZruIJ8803473QDqoqwB48kj1p5D79K+0q3G6bppDuseeeuqpuPjii7OQeT23zgLWvd1DXwWs//CHP7TbOTy9D3fcccf4yle+ErPNNlv2fy+88MIZYTMB6zy9t9PviHQfT7/jfXofpF3wv/a1r8Wiiy6a9ZXusfQ7Le2iPv3vmXSPpB3Thw8f3uJvdYcTIECAAAECBAgQIECAAAECBAgQIECAQH8LCFj39wRcnwABAgQIECBAgAABAgQIEBCwbvEeKELAul6IMrWdAq1pl+d6OyV3ZKkXVm5El3ZkToHXVVZZJb797W/XdidOwcjdd9+93eHNBoCbCY1Of+IUxNx3333bhTa7qnuttdbKdtf+2c9+li3rrYB1Onfa5fmGG26II488Mp577rlGnHV/ngK2+++/fxZMTv93Z69mfbsqIgVgU9D+97//fbdrTTWmnYUb1Zh24P7xj3/c9PkPOOCAeOyxx2LChAnZMV0FrNPPe6uHvgpYp93Ad9lll3jggQfqGk3/4YVm3yt5eW+nhu69997sgxttu543eyOkHd9/+ctfxsYbb9zU77Nmz2sdAQIECBAgQIAAAQIECBAgQIAAAQIECPSPgIB1/7i7KgECBAgQIECAAAECBAgQIDBNQMC6xbuhCAHr1OIVV1yR7TTc9kq7Sl9//fWx4oorNi3w7LPPxg9/+MN2u8Z2dnDaefiwww6LFVZYIQtLTh8KTaHuk046Kdtxt+3VbAC42dDo9HX9/e9/jyOOOCILYHb1GjlyZJx88snZLsltVr0ZsG6r5a233orTTz89zj333Jg8eXLT89h2222zcHYKsDcKyTfr2+jiKax//vnnx3HHHddUrWkH4qOPPjq22267GDhwYKPTNx06T0HtsWPHZjs2jx49OsaNG5edu1HAOq3pjR76KmA9derUbJfmvffeu+4O3pdffnmMGjUqs+jOeyUP7+22m+Pxxx+Po446qqnfM+mY9D444YQTaru9N7zJLCBAgAABAgQIECBAgAABAgQIECBAgACB3AsIWOd+RAokQIAAAQIECBAgQIAAAQKlFxCwbnHERQlYv/jii5FCzw8//HDW8Z577hlnnXVWDB48uFsCU6ZMiQcffDBuvPHGbNfgtHtweqUdZFMYOe0gu80222Rft/3jVzrmkEMOiTPOOCNbO3z48LjuuutiueWWq1272QBwd0Kj0zeWgqnPP/983HTTTdkOzBMnTswCqikAvM4662QB8A022CALAU8fRu+LgHVbnSn4m8Kld999dzanF154od3O1muvvXYWIt10001jo402igUWWKBhsLrt3M36NnszvPfee1mo+be//W1MmjSpdh+k4PPKK68c6623XqTAetoRfNCgQc2etrYuWYwfPz77EEC639IO3+nca665ZnbenXbaKRZZZJEZQsTNBKzbLtKTPfRVwDrVnu7lJ554Inv/pvfg9LufT99/d98r/f3env4mSbu7P/3009nvmYceeij70EPbrtbT/67ZaqutYtFFF40BAwZ0+x5zAAECBAgQIECAAAECBAgQIECAAAECBAjkV0DAOr+zURkBAgQIECBAgAABAgQIEKiKgIB1VSatTwIECBAgQIAAAQIECBAgQIAAAQIECBAgQIAAAQIFEBCwLsCQlEiAAAECBAgQIECAAAECBEouIGBd8gFrjwABAgQIECBAgAABAgQIECBAgAABAgQIECBAgECRBASsizQttRIgQIAAAQIECBAgQIAAgXIKCFiXc666IkCAAAECBAgQIECAAAECBAgQIECAAAECBAgQIFBIAQHrQo5N0QQIECBAgAABAgQIECBAoFQCAtalGqdmCBAgQIAAAQIECBAgQIAAAQIECBAgQIAAAQIECBRbQMC62PNTPQECBAgQIECAAAECBAgQKIOAgHUZpqgHAgQIECBAgAABAgQIECBAgAABAgQIECBAgAABAiURELAuySC1QYAAAQIECBAgQIAAAQIECiwgYF3g4SmdAAECBAgQIECAAAECBAgQIECAAAECBAgQIECAQNkEBKzLNlH9ECBAgAABAgQIECBAgACB4gkIWBdvZiomQIAAAQIECBAgQIAAAQIECBAgQIAAAQIECBAgUFoBAevSjlZjBAgQIECAAAECBAgQIECgMAIC1oUZlUIJECBAgAABAgQIECBAgAABAgQIECBAgAABAgQIlF9AwLr8M9YhAQIECBAgQIAAAQIECBDIu4CAdd4npD4CBAgQIECAAAECBAgQIECAAAECBAgQIECAAAECFRIQsK7QsLVKgAABAgQIECBAgAABAgRyKiBgndPBKIsAAQIECBAgQIAAAQIECBAgQIAAAQIECBAgQIBAFQUErKs4dT0TIECAAAECBAgQIECAAIF8CQhY52seqiFAgAABAgQIECBAgAABAgQIECBAgAABAgQIECBQaQEB60qPX/MECBAgQIAAAQIECBAgQCAXAgLWuRiDIggQIECAAAECBAgQIECAAAECBAgQIECAAAECBAgQSAIC1u4DAgQIECBAgAABAgQIECBAoL8FBKz7ewKuT6AFgY033jjGjx9fO8M999wTG220UQtndCgBAgQIECBAgAABAgQIEPj/2LsTeBvrvf//nx8yJByEKAenJMkQiVCIDE3mkzkdY8Y2ZR5ChpzYGTMeQihTSOYpMyGVVHJwGoRwspPhoP//c517rbPX2mvtda29pmtd1+t6PM7jvrO+13d4fr6L7uO9PzcCCCCAAAIIIIAAAgjEVoCAdWz9WR0BBBBAAAEEEEAAAQQQQAABBEQIWHMLEIhjAQLWcVw8to4AAggggAACCCCAAAIIIIAAAggggAACCCCAAAI+BQhYczEQQAABBBBAAAEEEEAAAQQQQCDWAgSsY10B1kcgBAEC1iHg8SoCCCCAAAIIIIAAAggggAACCCCAAAIIIIAAAghYUoCAtSXLwqYQQAABBBBAAAEEEEAAAQQQcJQAAWtHlZvD2k2AgLXdKsp5EEAAAQQQQAABBBBAAAEEEEAAAQQQQAABBBBAgIA1dwABBBBAAAEEEEAAAQQQQAABBGItQMA61hVgfQRCECBgHQIeryKAAAIIIIAAAggggAACCCCAAAIIIIAAAggggIAlBQhYW7IsbAoBBBBAAAEEEEAAAQQQQAABRwkQsHZUuTms3QQIWNutopwHAQQQQAABBBBAAAEEEEAAAQQQQAABBBBAAAEECFhzBxBAAAEEEEAAAQQQQAABBBBAINYCBKxjXQHWRyAEAQLWIeDxKgIIIIAAAggggAACCCCAAAIIIIAAAggggAACCFhSgIC1JcvCphBAAAEEEEAAAQQQQAABBBBwlAABa0eVm8PaTYCAtd0qynkQQAABBBBAAAEEEEAAAQQQQAABBBBAAAEEEECAgDV3AAEEEEAAAQQQQAABBBBAAAEEYi1AwDrWFWB9BEIQIGAdAh6vIoAAAggggAACCCCAAAIIIIAAAggggAACCCCAgCUFCFhbsixsCgEEEEAAAQQQQAABBBBAAAFHCRCwdlS5OazdBAhY262inAcBBBBAAAEEEEAAAQQQQAABBBBAAAEEEEAAAQQIWHMHEEAAAQQQQAABBBBAAAEEEEAg1gIErGNdAdZHIAQBAtYh4PEqAggggAACCCCAAAIIIIAAAggggAACCCCAAAIIWFKAgLUly8KmEEAAAQQQQAABBBBAAAEEEHCUAAFrR5Wbw9pNgIC13SrKeRBAAAEEEEAAAQQQQAABBBBAAAEEEEAAAQQQQICANXcAAQQQQAABBBBAAAEEEEAAAQRiLUDAOtYVYH0EQhAgYB0CHq8igAACCCCAAAIIIIAAAggggAACCCCAAAIIIICAJQUIWFuyLGwKAQQQQAABBBBAAAEEEEAAAUcJELB2VLk5rN0ECFjbraKcBwEEEEAAAQQQQAABBBBAAAEEEEAAAQQQQAABBAhYcwcQQAABBBBAAAEEEEAAAQQQQCDWAgSsY10B1kcgBAEC1iHg8SoCCCCAAAIIIIAAAggggAACCCCAAAIIIIAAAghYUoCAtSXLwqYQQAABBBBAAAEEEEAAAQQQcJQAAWtHlZvD2k2AgLXdKsp5EEAAAQQQQAABBBBAAAEEEEAAAQQQQAABBBBAgIA1dwABBBBAAAEEEEAAAQQQQAABBGItQMA61hVgfQRCECBgHQIeryKAAAIIIIAAAggggAACCCCAAAIIIIAAAggggIAlBQhYW7IsbAoBBBBAAAEEEEAAAQQQQAABRwkQsHZUuTms3QQIWNutopwHAQQQQAABBBBAAAEEEEAAAQQQQAABBBBAAAEECFhzBxBAAAEEEEAAAQQQQAABBBBAINYCBKxjXQHWRyAEAQLWIeDxKgIIIIAAAggggAACCCCAAAIIIIAAAggggAACCFhSgIC1JcvCphBAAAEEEEAAAQQQQAABBBBwlAABa0eVm8PaTYCAtd0qynkQQAABBBBAAAEEEEAAAQQQQAABBBBAAAEEEECAgDV3AAEEEEAAAQQQQAABBBBAAAEEYi1AwDrWFWB9BEIQIGAdAh6vIoAAAggggAACCCCAAAIIIIAAAggggAACCCCAgCUFCFhbsixsCgEEEEAAAQQQQAABBBBAAAFHCRCwdlS5OazdBAhY262inAcBBBBAAAEEEEAAAQQQQAABBBBAAAEEEEAAAQQIWHMHEEAAAQQQQAABBBBAAAEEEEAg1gIErGNdAdZHIAQBAtYh4PEqAggggAACCCCAAAIIIIAAAggggAACCCCAAAIIWFKAgLUly8KmEEAAAQQQQAABBBBAAAEEEHCUAAFrR5Wbw9pNgIC13SrKeRBAAAEEEEAAAQQQQAABBBBAAAEEEEAAAQQQQICANXcAAQQQQAABBBBAAAEEEEAAAQRiLUDAOtYVYH0EQhAgYB0CHq8igAACCCCAAAIIIIAAAggggAACCCCAAAIIIICAJQUIWFuyLGwKAQQQQAABBBBAAAEEEEAAAUcJELB2VLk5rN0ECFjbraKcBwEEEEAAAQQQQAABBBBAAAEEEEAAAQQQQAABBAhYcwcQQAABBBBAAAEEEEAAAQQQQCDWAgSsY10B1kcgBAEC1iHg8SoCCCCAAAIIIIAAAggggAACCCCAAAIIIIAAAghYUoCAtSXLwqYQQAABBBBAAAEEEEAAAQQQcJQAAWtHlZvD2k2AgLXdKsp5EEAAAQQQQAABBBBAAAEEEEAAAQQQQAABBBBAgIA1dwABBBBAAAEEEEAAAQQQQAABBGItQMA61hVgfQRCECBgHQIeryKAAAIIIIAAAggggAACCCCAAAIIIIAAAggggIAlBQhYW7IsbAoBBBBAAAEEEEAAAQQQQAABRwkQsHZUuTms3QQIWNutopwHAQQQQAABBBBAAAEEEEAAAQQQQAABBBBAAAEECFhzBxBAAAEEEEAAAQQQQAABBBBAINYCBKxjXQHWRyAEAQLWIeDxKgIIIIAAAggggAACCCCAAAIIIIAAAggggAACCFhSgIC1JcvCphBAAAEEEEAAAQQQQAABBBBwlAABa0eVm8PaTYCAtd0qynkQQAABBBBAAAEEEEAAAQQQQAABBBBAAAEEEECAgDV3AAEEEEAAAQQQQAABBBBAAAEEYi1AwDrWFWB9BEIQIGAdAh6vIoAAAhESuPz9Gkk69aEknVxurJCtcAPJVqi+ZC1YN0IrMi0CCCCAAAIIIIAAAggggAACCCCAAAL2EiBgba96choEEEAAAQQQQAABBBBAAAEE4lGAgHU8Vo09I/B/AgSsuQoIIICANQSSh6pvXj3nc1PpM+chbG2NcrELBBBAAAEEEEAAAQQQQAABBBBAAAGLCxCwtniB2B4CCCCAAAIIIIAAAggggAACDhAgYO2AInNE+woQsLZvbTkZAghYX8BMqNrfKQhbW7++7BABBBBAAAEEEEAAAQQQQAABBBBAIHYCBKxjZ8/KCCCAAAIIIIAAAggggAACCCDwXwEC1twEBOJYgIB1HBePrSOAQFwKhBKq9ndgwtZxeRXYNAIIIIAAAggggAACCCCAAAIIIIBABAUIWEcQl6kRQAABBBBAAAEEEEAAAQQQQMCUAAFrU0wMQsCaAgSsrVkXdoUAAvYSCDZUnT7jnyTbXdXljnzVDIjfzmyVpJ+3yM3r/w4IQ9g6IBEDEEAAAQQQQAABBBBAAAEEEEAAAQQcIEDA2gFF5ogIIIAAAggggAACCCCAAAIIWFyAgLXFC8T2EEhNgIA19wMBBBCIjEAooeo78lb2uanfzu4kbB2ZcjErAggggAACCCCAAAIIIIAAAggggIDNBAhY26ygHAcBBBBAAAEEEEAAAQQQQACBOBQgYB2HRWPLCLgECFhzFxBAAIHwCUQiVO1vd4Stw1c3ZkIAAQQQQAABBBBAAAEEEEAAAQQQsJ8AAWv71ZQTIYAAAggggAACCCCAAAIIIBBvAgSs461i7BeBZAIErLkOCCCAQGgC0QxV+9spYevQasjbCCCAAAIIIIAAAggggAACCCCAAAL2EyBgbb+aciIEEEAAAQQQQAABBBBAAAEE4k2AgHW8VYz9IpBMgIA11wEBBBAIXsAKoWp/uyZsHXw9eQMBBBBAAAEEEEAAAQQQQAABBBBAwH4CBKztV1NOhAACCCCAAAIIIIAAAggggEC8CRCwjreKsV8EkgkQsOY6IIAAAuYErByq9ncCwtbmassoBBBAAAEEEEAAAQQQQAABBBBAAAH7CRCwtl9NORECCCCAAAIIIIAAAggggAAC8SZAwDreKsZ+EUgmQMCa64AAAgj4F4jHULW/0xC25qYjgAACCCCAAAIIIIAAAggggAACCDhJgIC1k6rNWRFAAAEEEEAAAQQQQAABBBCwpgABa2vWhV0hYEqAgLUpJgYhgICDBOwUqvZXNsLWDrrQHBUBBBix+ZAAACAASURBVBBAAAEEEEAAAQQQQAABBBBwqAABa4cWnmMjgAACCCCAAAIIIIAAAgggYCEBAtYWKgZbQSBYAQLWwYoxHgEE7CjghFC1v7oRtrbjjeZMCCCAAAIIIIAAAggggAACCCCAAAIErLkDCCCAAAIIIIAAAggggAACCCAQawEC1rGuAOsjEIIAAesQ8HgVAQTiWsDJoWp/hSNsHddXms0jgAACCCCAAAIIIIAAAggggAACCCQTIGDNdUAAAQQQQAABBBBAAAEEEEAAgVgLELCOdQVYH4EQBAhYh4DHqwggEHcChKrNl4ywtXkrRiKAAAIIIIAAAggggAACCCCAAAIIWE+AgLX1asKOEEAAAQQQQAABBBBAAAEEEHCaAAFrp1Wc89pKgIC1rcrJYRBAwIcAoerQrwVh69ANmQEBBBBAAAEEEEAAAQQQQAABBBBAILoCBKyj681qCCCAAAIIIIAAAggggAACCCCQUoCANbcCgTgWIGAdx8Vj6wgg4FeAUHXkLgdh68jZMjMCCCCAAAIIIIAAAggggAACCCCAQPgECFiHz5KZEEAAAQQQQAABBBBAAAEEEEAgbQIErNPmxlsIWEKAgLUlysAmEEAgDAKEqsOAGOQUhK2DBGM4AggggAACCCCAAAIIIIAAAggggEDUBAhYR42ahRBAAAEEEEAAAQQQQAABBBBAwI8AAWuuBgJxLEDAOo6Lx9YRQEAIVVvnElw+u1OSzmyVpJ+3yM3r/w64sfSZ80i2wg0kW6H6krVg3YDjGYAAAggggAACCCCAAAIIIIAAAggggEAwAgSsg9FiLAIIIIAAAggggAACCCCAAAIIREKAgHUkVJkTgSgJELCOEjTLIIBA2AQIVYeNMmIT0dk6YrRMjAACCCCAAAIIIIAAAggggAACCCBgUoCAtUkohiGAAAIIIIAAAggggAACCCCAQMQECFhHjJaJEYi8AAHryBuzAgIIhC5AqDp0w1jNQGfrWMmzrt0E9u3bJ/Xr15fTp08bRytevLgsXrxYSpQoEZajnjp1Spo3by67du0y5qtQoYIsXLhQihQpEpb5fU2yc+dOqVKlivuj+fPnS4sWLVIM/eabb+SFF16Qw4cPG58NGzZMBg0aFLZ9nT9/3lh33bp1xpwdO3aUxMREyZIlS9jW8DfRlStX5ODBg7J582bZs2ePHDlyRLQW+uTKlUvKly8vFStWlGrVqhk1icaeIn7oEBd47733pGXLlu5ZduzYIZUrVw5xVnu8Hunvilklq+zD7H4ZhwACCCCAAAIIIGBfAQLW9q0tJ0MAAQQQQAABBBBAAAEEEEAgXgQIWMdLpdgnAj4ECFhzLRBAwKoCaQ1VZ8tXTbLmJWhlxbrS2dqKVWFP8SKQlJQkXbp0kXnz5rm3PHXqVCMMHI5n2bJl0qhRI/dUCQkJMnr0aMmYMWM4pvc5h5MD1v/6179kypQpMmPGDLlw4YIp42LFikm3bt2kTZs2kjVrVlPv2HGQUwPW586dkwULFkjr1q0lZ86cPktrlWCzVfZhx/vPmRBAAAEEEEAAAQSCEyBgHZwXoxFAAAEEEEAAAQQQQAABBBBAIPwCBKzDb8qMCERNgIB11KhZCAEETAgQqjaBZJMhdLa2SSE5RlQFZs2aJe3atXOv2apVK5k8ebJky5YtpH1oF2UNVE+bNs2YR+dbvny51KhRI6R5A73sxIC1Wmsw/o033jAdrPZ21G7NEyZMkLJlywYituXnTgtYX7t2TZYuXWp0bi9cuLDo+XPnzu2ztlYJNltlH7b8AnAoBBBAAAEEEEAAgaAECFgHxcVgBBBAAAEEEEAAAQQQQAABBBCIgAAB6wigMiUC0RIgYB0tadZBAAF/AoSquRuErbkDCJgTOHHihDRr1kz27t1rvJA/f35ZtWqVlCtXztwEfkYdOXJEmjRpIkePHjVGNGjQQDTM7a9LbkiLJXvZaQFr7UDcq1cvjy7kLo5cuXJJ+fLl5ZFHHnEH5rXL9e7du+XQoUMpyLWb9fTp0+WJJ54IVzniZh4nBayvXr0qffv2lfHjxxv1qV27NgHruLmpbBQBBBBAAAEEEEDACgIErK1QBfaAAAIIIIAAAggggAACCCCAgLMFCFg7u/6cPs4FCFjHeQHZPgJxKkCoOk4LF4VtE7aOAjJLxK3A9evXjbBlYmKi+wxjx441uk/7+Etj0+f07owdjjnNLG42YG1mrlDGnD9/Xlq0aCHr1q0zpunYsaNhnCVLllCm9Xj3zJkz0q1bN1m8eLHHr2tgtkePHlKtWjWf6/3xxx/y008/ycSJE2XKlCmSlJTkfr9ChQoye/ZsKV68eNj2GQ8TOSlg7d1dPlDA2ir1o4O1VSrBPhBAAAEEEEAAAQQIWHMHEEAAAQQQQAABBBBAAAEEEEAg1gIErGNdAdZHIAQBAtYh4PEqAggEJUCoOiguBosIYWuuAQIpBTZt2mR0mHYFbUPtNv3rr79Ku3btZMmSJcZiGtbVEHCJEiUizu+UgLWGZHv37i2TJk1ym2bLlk1GjBghHTp0kEyZMgW01qD1tm3bpFOnTqLhVdejncenTZsW8W7jATcYxQEErN+T3LlzR1E8+KUIWAdvxhsIIIAAAggggAACkREgYB0ZV2ZFAAEEEEAAAQQQQAABBBBAAAHzAgSszVsxEgHLCRCwtlxJ2BACthIgVG2rcsb0MIStY8rP4hYS+OWXX6RVq1aydu1aY1ca1F2zZo1Urlw5Tbvct2+f1K9fX06fPm28H4nuzf425pSA9YoVK4yauULxWrOpU6dKs2bNgu48vnnzZmnZsqW7Xmo7f/58owO3Ux4C1gSsnXLXOScCCCCAAAIIIIBA6AIErEM3ZAYEEEAAAQQQQAABBBBAAAEEEAhNgIB1aH68jUBMBQhYx5SfxRGwpQChaluW1VKHImxtqXKwmSgLaCfjxMRE6dWrl3vl4cOHy4ABA4IO6/qaa+nSpdKwYcOonMoJAeuzZ89K+/btZeXKlW7T0aNHG/XLkCFD0M43btyQIUOGyMiRI93vhtrFPOhNxPgFAtYErGN8BVkeAQQQQAABBBBAII4ECFjHUbHYKgIIIIAAAggggAACCCCAAAI2FSBgbdPCcixnCBCwdkadOSUCkRYgVB1pYeb3J0DYmrvhRIHPP/9cGjduLMeOHTOOX7NmTZk7d67kz58/KA7tWt26dWvZuHFjSPMEtWiywU4IWC9btkwaNWrkPrX+u/e8efPk7rvvTiubHDlyRJo0aSJHjx415gi1i3maNxKjFwlYE7CO0dVjWQQQQAABBBBAAIE4FCBgHYdFY8sIIIAAAggggAACCCCAAAII2EyAgLXNCspxnCVAwNpZ9ea0CIRTgFB1ODWZKxwChK3Docgc8SBw+fJl6dq1q8yZM8fYrgZsly9fLjVq1Ahq+5s2bRLtfpyUlGS8N2jQIKM7cvr06X3Oo92TDx06JGvXrpU9e/YYQd9Tp06591CmTBkpWbKk1KtXTx5//HHJkiVLqvsxG7D+5ptv5IUXXpDDhw8b8w0bNszYa6Dn0qVL8vHHHxs2e/fuNfaaK1cuqVSpkjz33HNSv359yZs3r5w/f15atGgh69atM6bs2LGj0SU80P4Dre9dJx0/duxYSUhICLrbePK1rl27JgMHDpRz585JrVq1jPPcc889KTpie7vt2LFDKleuLCdPnpQJEyaIhr/V5OGHH5ZnnnnGMH7wwQclXbp0KY6m3c517IcffihbtmwxauGqfcWKFaVs2bKm6+7L7datW/LVV1/J+++/bwT+9X7po3vTu/TXv/5VKlSoYJwxrQHrcJ/Bn6/uW++U3qcVK1a4755+Tx999FGjZnqeQoUK+b0H2pV+8ODBga5Yirua1u9KuL/badnHlStXZPv27YbZwYMH3XdAv7OlS5cWvWd6T133ICAOAxBAAAEEEEAAAQQQEPH179zx8Hea1A4BBBBAAAEEEEAAAQQQQAABBGwkEA//ZcQfyb31L1Z5EEDgvwIErLkJCCAQjACh6mC0GBtLAcLWsdRn7WgIeHdG7tevn2go01842ntPN2/eNELKo0aNMj7S7tcantUAqPejgV5dT8d+8cUXpo5XrFgxI6ytnZY1FOvriVTAWve7dOlSI4itQU9/jwY3x40bJ3Xq1JEXX3wx7AFr75CpGq9atUrKlStnyjDUQb4CwFr3Dh06+HTx1wn9+++/NwLd2iU90GOm7t5zaOBb70qg+fWHATT4rkHxli1buqdxBcdT21skzuDLV8O/GgDv2bOnXLhwwe+WNGzduXNn6d27txH6936iFbCO1Hc7mIC1hrsXL14sQ4cOTfX76jIqX768jBw5Up588kmfPwwQ6I7yOQIIIIAAAggggICzBOhg7ax6c1oEEEAAAQQQQAABBBBAAAEErChAwNqKVWFPCJgUIGBtEophCDhYgFC1g4tvk6MTtrZJITmGh4B2D27evLns2rXL+PVq1aoZwc4CBQqYkjpx4oQ0a9bM6K6rT5s2bWTSpEmSNWtWj/e1C/OAAQNk/PjxpuZNPkhDpFOnTjXW8fGX2hKJgHVa9tu9e3ejM7d2z9UnXB2sN2zYYHQrdj0a5J43b57ceeedQVum5QXvkOs777xjdD131dx7Tu/u2vqDydu2bZNOnTqZCr4mn69Hjx4yYsSIFPfJe81PPvnEb+Db15k1wKxduDUY73pSC1hH8gzevlu3bjW6Lvft29d0ubRz+sSJEyVnzpwe70QjYJ2W74prk4G+22YD1hqu1tC8ntfVSd8Mnq6vPyCi3eD9/QCHmXkYgwACCCCAAAIIIGB/AQLW9q8xJ0QAAQQQQAABBBBAAAEEEEDA6gIErK1eIfaHQCoCBKy5Hggg4EuAUDX3wq4ChK3tWlnnnUs7EWvHVw0mup4VK1bI888/bwrDuwP2zJkzpW3bth7vavhRQ7fJA6PabVcDt0899ZQUL17cCDfeunVLjh8/boRxZ8+e7RHG1THanbZEiRIp9hXugLWv/eqiGvDWrs2uPRw5csTY5/Lly32GOsMVsJ42bZph5Xo0DDp69GjJmDGjqRqFOsg75Oqar1ChQkYwtVGjRnLbbbfJ4cOHje7lGorWDtSuR+upnb01zO96tHvwSy+9ZAT68+bNK2p+9OhR430Njyfv2qwdmseMGeM3ZK3v6VzJA9+6vvrXr19fsmfPLpcuXZKVK1fKrFmz/HZPTy1gHckzePtqV239DmpQWM+hZ9Ou4IULF5YrV67I/v37Re/EunXrPErr67v322+/iXaXvnr1qhEk1vuqT40aNYwfWnAFsvX7p06u0EgwweZIfrfN7mP9+vXSuHFj9/dQ76b+PqS/v9x7771Gh2p/djpWf6hEA/c8CCCAAAIIIIAAAgj4EyBgzd1AAAEEEEAAAQQQQAABBBBAAIFYCxCwjnUFWB+BEAQIWIeAx6sI2EyAULXNCspxAgoQtg5IxACLC2hAuW7duu5wonZi1kBrpkyZUt25BhY1YKthT320K/DChQulSJEiHu99+umnRvjRFbDVcRoGfeihh/zOf+7cOaPj9YwZM9xjNBCqoVnvJ9wBa+2G3LRpUzl9+rSxlAYwJ0+ebBhpUDP5o52NNej6yiuvpOjOHK6AtXcX4pEjR0q/fv2idqt8BazV5N1335WqVaumuo8ff/xRWrVqJVu2bDHGacdg7UitQXV/9+uf//yn6B1cvXq1+53p06cbNfF+vO+gft6+fXtjjTx58qQYr8FtDRpPmTIlxWf+AtaRPoO/ALsGy19//XWf59DQtHbf7t+/v/scDRo0MALk3l2sdYC3U+3atY1Qce7cuX3Wz2ywOdLfbTP78PX7UGq/v/iyi/YPLUTty8tCCCCAAAIIIIAAAmETIGAdNkomQgABBBBAAAEEEEAAAQQQQACBNAoQsE4jHK8hYAUBAtZWqAJ7QCB2AoSqY2fPytYSIGxtrXqwG3MCFy9eNLq9aidmffwFpb1n0w7OTZo0MToP66OhXw0Dp0+f3j3Uu0O2Bmy1Q3G9evUCbm7fvn1GB2JX0NlfCDKcAevLly9L165dZc6cOcb+dL8a7Nbu1T7+Qt19Bl8djsMRsPYVIJ4/f760aNEioF+4BvgKAGvXYq1HaiYaPk9MTJRevXq5t6KuGrj2Dqp77/Xnn3+Wdu3auUPW2sF57ty5kj9/fo+hmzZtEg0Wa7dnffReaeA/X758fo+vNe7du3eKkLWvgHU0zuDLt3Xr1jJx4kSjq7S/5+zZs0aYXDtz61O0aFFZsmSJlCpVKsUrkQhYR+O7bSZgrT+40bx5c9m1a5dxbv09SH84I7W76f17nnZS18B5gQIFwvW1YR4EEEAAAQQQQAABmwkQsLZZQTkOAggggAACCCCAAAIIIIAAAnEoQMA6DovGlhFwCRCw5i4g4DwBQtXOqzknDk6AsHVwXoyOrYB2vtVAq+tZunSpNGzYMNVNaZC1U6dOxhgNImtAu0aNGh7v/PLLL0agdu3atcavp9Zl13sx7WKtwcmNGzcaH/kLLIczYP35558b3baPHTtmrGkm6Krjbty4IUOGDBHtLu167Bqw1pDzqlWrpFy5cqneDw3Gq5+rfhrG1zvjq8Oyr4mWLVsmjRo1cn+0YsUKef75593/rAFf7UY9atQo9x3UgHGtWrUCfpm0ztoR2/XDAfqCr4B1pM+g63qHiP19l7wPpeFv7dStBq7HXxfuSASso/HdNhOw9h5jJmCtXuPHjxf9fe7ee++V0qVLG/fhrrvuCnh3GIAAAggggAACCCDgTAEC1s6sO6dGAAEEEEAAAQQQQAABBBBAwEoCBKytVA32gkCQAgSsgwRjOAJxKkCoOk4Lx7ZjLkDYOuYlYAMBBLy7UQcKB//6669GIFsDrfr4C05rJ+JFixbJ4cOH5fjx41K7dm3p379/qt1lXVs9f/680al53bp1xi9FI2CtXWxbtmzp1gqmW7QGvevWrevuphzI0MyltGIHa+0mvWDBAsmTJ0+qR9iwYYNH2Fk7gauJ2cc7OOvdId074FunTh2jO/qdd94ZcAlfrr7CyZE+g27U+5zBdFP2vq/r16+Xp556KsX5IxGwjsZ320zA+qeffjJ+n9i6datxbu3Ar92/H3nkEVO/zwS8LAxAAAEEEEAAAQQQQEDE179bxsPfaVI7BBBAAAEEEEAAAQQQQAABBBCwkUA8/JcRfyT31o5RPAgg8F8BAtbcBATsK0Co2r615WSxESBsHRt3Vk1d4Nq1a9K7d2+ZMGGCMbB48eKyePFiKVGihM8X9+3bJ/Xr1xft8KvPuHHjJCEhIWTm3377Tb777jvZvXu30V1206ZN7jkjHbD27ohctGhRI0BeqlQpU+fyDnqGI2DtvSfdSDChb1MbDzDIO+SqwXrt/nv77ben+mZiYqL07NnTPWbNmjVSvnx501u6ePGi0SHddQe0s/jMmTMlR44cxhze3ca9A9iBFkregV3H+gpYR/oMuq63r3Z8nzx5stEVPtBj9gcCIhGwDrQ378/T8t02E7D2/r1L11W7Z5991gheV6xYUXLlykXYOtiCMR4BBBBAAAEEEEDAQ4AO1lwIBBBAAAEEEEAAAQQQQAABBBCItQAB61hXgPURCEGAgHUIeLyKgAUFCFVbsChsyZYChK1tWda4PdTKlSulXr167v1rmLVt27YpzqM/aDpixAgZNGiQ8VmgMLb3BLdu3RLtTv3tt9/K119/LSdOnJBDhw6JdtE+deqUX79IB6x///136dGjhxHi1adSpUpGp+ZChQqZqqn3++EIWOvCw4cPl8GDB7v3MGzYMLe9qY2FOMg75KpB+tGjR0vGjBn9znz9+nXp27evaEA5XI93Z+dPPvlEqlat6p4+2JC/9/veAetonEE37+0bzL2xWsA63N9tMwFrNfz0009FA/j+fv94+OGHRTuc16pVywj5Z82aNVzXknkQQAABBBBAAAEEHCJAwNohheaYCCCAAAIIIIAAAggggAACCFhYgIC1hYvD1hAIJEDAOpAQnyNgfQFC1davETu0twBha3vXNx5Op92oW7duLRs3bjS226ZNG5k0aVKKMKL3uO7du8uYMWMkU6ZMqR5T35s9e7ZMnz491SC1v0kiHbDW0Ld2vF23bp2xhdq1a4sGWHPnzm2qfFevXpVevXrJlClTjPHBBGVTW8A7RNu5c2cZO3asZM6c2dS+Qh1kNuSafB3vjsmh7kHfL126tLz//vtSrFgxYzqz4WJ/a+/Zs8cI3CYlJRlDvAPW0TiDrmuHgHWkvttm757+0Mfy5cuNjump/ZCGemt36xo1akiTJk2kZs2akjdv3nBcT+ZAAAEEEEAAAQQQsLkAAWubF5jjIYAAAggggAACCCCAAAIIIBAHAgSs46BIbBEBfwIErLkbCMSnAKHq+Kwbu7a/AGFr+9fYiif07kxdtGhRWbJkiZQqVcpjuxs2bDCCqa5n6dKl0rBhQ79H0q62Oua1114LGH7USVzdZitWrCgTJkyQTZs2GXNbPWCte0zebTpcAWvvILB24p03b57ceeedUblGZkOuyTcTjXByqAFr73MRsP5fBc3WPNLfbbP7cO385MmT8vbbbxvfjwsXLgT8fuTKlUu6dOli/N6kwWseBBBAAAEEEEAAAQT8CRCw5m4ggAACCCCAAAIIIIAAAggggECsBQhYx7oCrI9ACAIErEPA41UEoixAqDrK4CyHQIgChK1DBOT1oAT27dsn9evXF+1Iq8+4ceMkISHBPcf169elb9++kpiYaPyadoCdO3eu5M+f3+c6GtpeuHChdOrUyd0p2DVQOxFrmFr/U6JECfnLX/4iBQsWlDvuuMMY4t1R2uoB65s3b8qgQYNk1KhRxv7DFbD+6aefjM7aW7duNeZV61WrVkm5cuWCqq2vwQcOHJAhQ4YYdXz88celZMmSkjFjRo+hwYZc9WXvgLV39+mQNx6GDtaff/65NG7cWI4dO2ZsJ1DAOhJn0HXjtYN1NL7babl7anr58mXZv3+/LFu2TFauXBnwBzu0K7x24c+aNWs4riZzIIAAAggggAACCNhQgIC1DYvKkRBAAAEEEEAAAQQQQAABBBCIMwEC1nFWMLaLQHIBAtbcBwSsLUCo2tr1YXcImBUgbG1WinFpFdBgYteuXWXOnDnGFA0aNJBZs2ZJzpw5jX8+ceKENGvWTPbu3Wv8s3ZsHjBggPj4y2bjc++ApP5ahw4dpE+fPlK4cGFJly6d362eO3dOmjdvLhs3bjTGRDpg/fvvv0uPHj1k5syZxnqVKlWSBQsWSKFChUxxeoeKwxWw9g5u62bGjh1rBN/9uZva8P8f1p42bZoRfnc9rVq1ksmTJ3t0801LyPXq1avSq1cvmTJlijF1OEPhrr1+8sknUrVqVffevX8YIJDBzp07pUqVKu5h3gHraJzB13ckmHtjtou3992sXbu26Lu5c+f2yWSm5tH4bpvZR6A6a5ftn3/+WT799FMjcK0/qHDq1KkUr2nn6+7du4f8nQq0Hz5HAAEEEEAAAQQQiE8BAtbxWTd2jQACCCCAAAIIIIAAAggggICdBAhY26manMVxAgSsHVdyDhwHAsGHqnNKtruqSbZ81SRr3spxcEK2iICzBf4Xtt4qN69fDIiRPnMeyVa4gWQrVF+yFqwbcDwDnCuggep27doZABqM/fDDD+XRRx81/jl5oNP7M19i2um6Z8+e7o+C6RRrtrOvd1B2/vz5Rsdn7ydQWNM7yBxsKPjixYuiAeXVq1cbSwcTlA102zZt2mSE3ZOSkoyh+u/e8+bNk7vvvjvQq34/P3v2rLRv397o8Ot6pk6dauw7+RPIzd8C2sm7f//+7o/91SWtB/DuQK2B89GjR6fowO1v/vfff1+aNm3q/tg7YK0fRPoMuobZe+7rHLEMWEfju53Wu5fanbpx44bs3r3b6Fj90UcfuYdqN3P94YocOXKk9UryHgIIIIAAAggggICNBQhY27i4HA0BBBBAAAEEEEAAAQQQQACBOBEgYB0nhWKbCPgSIGDNvUDAGgKEqq1RB3aBQLQFCFtHW9ze63l3qXZ1S9YOz8m7W7dp00YmTZokWbNm9Qni3TU3W7ZssmbNGqlc2dwP8WzYsEFq1arlnjvSHax1Ie/Aqq/Asb/qewd+wxmw1vB227ZtZfny5e7lNUysXaIzZMgQ9IX8448/jDCpdhN3PcWLF5fFixdLiRIlPOZLa8hVg9v16tVzz6XdgTXUmilTpqD36+uFX375xQi0r1271vi4WrVqRv0KFCgQcH5fXcF9BawjfQbdaDwGrKP13Q5097SOGpbWbub79+8X3Zd2ZTfTdf7HH3807s+WLVuM+1KuXDlZtGiR3HfffQHvDwMQQAABBBBAAAEEnCdAwNp5NefECCCAAAIIIIAAAggggAACCFhNgIC11SrCfhAIQoCAdRBYDEUgzAKEqsMMynQIxLkAYes4L6AFtn/9+nXp27evaIdafbRzsna1/umnn6RJkyZy9OhR49c1oKuhX3+PdwizZMmS8sEHH8gDDzwQ8JTXrl2TAQMGiIa7XU80Atbegc7nn39eZsyYIXnz5k11zxpYVi8NPAfab8DD+xmwYsUKIxDq6mKtgXUNgDdr1kx8/GV/qsts27ZNXnzxRTl16pR73MiRI6V3796SPn16j3cDhVz9LeQd1NfQ65IlS+SRRx4xRaCB9datW0uuXLkkX758UrVqVeP8rkC/mo8YMUIGDRrkns9sl2zvvekEvgLWkT6DrmuHgHWkvttm7l7yTtr6ndAfQqhRo0bAO+b9+xMB64BkDEAAAQQQQAABBBwtQMDa0eXn8AgggAACCCCAAAIIIIAAAghYQoCAtSXKwCYQSJsAAeu0ufEWAmkVIFSdVjneQ8BZAoStnVXvcJ5206ZNRrBaw7z58+eXVatWyddffy0tW7Y0lqlQoYIszpiPjwAAIABJREFUXLhQihQp4ndZ7wCjDly6dKk0bNgw1a1qcFbn7tSpkztMrC8888wzMm/ePMmZM6fH+zt37pQqVaq4f81fyNZMWPPGjRsyZMgQ0bCx6zHTKVrDwE2bNnWHz/XdcHaw1vkuX75sBKCnTJni3psGSjVkrJ2ozXSGvnXrltFFXIPg6uF6tKu4uhUuXDhFbcy4+SqodhceOnSoDB8+3P2xdrTWDsMamE7t8XVWVyf15MEGb3e9l7Nnzxbtxu3v8VVjHesrYB2NM9ghYB2p77aZu7dv3z6pX7++nD592ih5+/btjR928NdZ33UvvDtYN27c2PihkRw5coTzt1LmQgABBBBAAAEEELCJAAFrmxSSYyCAAAIIIIAAAggggAACCCAQxwIErOO4eGwdAQLW3AEEIi9AqDryxqyAgJ0FCFvbubrhP9vFixeN7tTaDVafYcOGiQYSNRyrT79+/YzgrHe3Y++dJO8uq59pSHry5Mmi3Yx9PRqsfeedd4z1XJ2aXeNq164t7733nuTOndvj1XAGrHVi7dCtXaEPHz5srBMoxHzgwAHp0qWL7N2712Nf4Q5Y6+RnzpwxgtvazTr58/jjj0ufPn3kySeflCxZsqSg1WD1V199JePGjTO6SCe31Vq8++67RodoX4+ZkKu/G3js2DGj63RyGw3uv/XWW/KXv/zF52u6Nw24a7Dd9fgLgGtYWscl72Jdq1YtGT9+vM9O6Rr6HzNmjLz++usp1vYVsNZBkT5DLALWGkBftGiRlCpVKs01j8Z328zdu3TpknTr1k3mzp3rPov+kMRrr73mN2Tt6469/fbb0r1796C7wYf/d19mRAABBBBAAAEEELCiAAFrK1aFPSGAAAIIIIAAAggggAACCCDgLAEC1s6qN6e1mQABa5sVlONYRoBQtWVKwUYQsJUAYWtblTMih9Eu0hqg1E7H+hQrVkw0yKhdYjVwrMHrGjVqBFz7yJEj0qRJE4/OzjqXhoTr1KkjefPmFQ3/Hj9+XD755BOji/IXX3xhzJsrVy4jIPn9998b/xytgLW/Dtq6vu67fPnyRohZ97xgwQKjq/aFCxdSWEQiYK2LaOhUw+8aLPd+tDaPPvqoVKxY0aiTPtp5fPfu3R4dq13vabhaQ9caevYRGDCGmQm5pnYRFi9ebHQjT26ktdVfe/rpp+X++++XdOnSycmTJ0U7pye/AzqvnmPq1KlG6N3XHn2FznX+Hj16GIF+7cqtweotW7bIjBkzZPv27T636y9grYMjeYZoBKz1Tms3cf2P69HvYaNGjSR79uxy9913G99TVxd0MzWPxnfbzD70PPpdaNGihZw6dcp9Pv2evvTSS1KtWjXj9xl9zp49K9rxetasWR73QO+Jdq++6667Av6exgAEEEAAAQQQQAABZwoQsHZm3Tk1AggggAACCCCAAAIIIIAAAlYSIGBtpWqwFwSCFCBgHSQYwxFIRYBQNdcDAQSiKUDYOpra8bWWrwClnkDDuBpQzJkzZ8AD+QsrB3pRw5HaUVY7H/fs2dMYXrJkSfnggw9SdCYOdwdrXUs7I2tX54SEhBSdtP3tvWXLlnLt2jUjjKtPpALWOvfPP/8sAwYMkH/84x+BKP1+7jJ+7LHHUu3aazbk6m8hvQMayNc6Jg/Amtm4BqUnTpwoTZs2NULY/h6dV7uIr1692sy0Rgd17az9xhtvuMenFrCO5BmiEbDWQ65cuVLq1avn08f7hxfM1Dwa320z+9ADpXUv+m6FChWMcPVDDz1k6u4wCAEEEEAAAQQQQMCZAgSsnVl3To0AAggggAACCCCAAAIIIICAlQQIWFupGuwFgSAFCFgHCcZwBLwECFVzJRBAwAoChK2tUAXr7OHy5cvStWtXmTNnjsemtJuwhofNPtqhetmyZTJw4ECfXZSTz6OBWg01d+7c2ehg7R0KXbFihTz//PMeS0ciYK0LaGhTOz+/8sorsn///lSP++qrrxodkzWwO23aNGNsJAPWOr+6bt68WYYNG+a3K7OvTWu4WPfaoUMHo0N4oMdsyDXQPNqhesiQITJ37txAQ43Pn332WaPj8sMPP5xqANw1WVJSkowePdoIZOv/7u8pXbq0jB07VjJnzixVqlRxD0stYO0aFIkzRCtgrd/n3r17y5QpU1LQqMn7779vdKrXx2zNI/3dNrsP1/dVu5T37ds34PdVx2tndA3u6/eHztWmvpIMQgABBBBAAAEEHC1AwNrR5efwCCCAAAIIIIAAAggggAACCFhCgIC1JcrAJhBImwAB67S58ZazBQhVO7v+nB4BqwsQtrZ6haKzPw1GN2rUyL1Y8eLFjQ7NJUqUCHoD58+fl3Xr1omGpLUztaubsQZoNeD59NNPi3bSzZ49u3vuEydOSLNmzYzx+rRp00YmTZrkEQyOVMDatQntSq1Ba+3CvH37djl06JDxUcWKFaVmzZrSvHlzo6v21atXjXB4tALWrv1pyPX7778XddiwYYMcP35cPvvsM3fIWAPVWi/dr/qWKVNGMmbMaLp+wYRcA02qoXWt+4cffigahj18+LD7Hug+9R7o/12h+9Swb2pdq/2t9eOPPxrB/I8//lh27dolFy5cMDpWa6di7b7+3HPPGffH+96YCVjrmuE+Q7QC1rp3vcsfffSR8UMTLhuXY/LzB1vzSH23g92HnkW7z+vvF9rNfM+ePcYd0zugj94p/f1Gv7fPPPOM5MuXz1R4P9C95nMEEEAAAQQQQAAB+wsQsLZ/jTkhAggggAACCCCAAAIIIIAAAlYXIGBt9QqxPwRSESBgzfVAwJwAoWpzToxCAAFrCRC2tlY92A0CCCCAAAIIIIAAAggggAACCERPgIB19KxZCQEEEEAAAQQQQAABBBBAAAEEfAsQsOZmIBDHAgSs47h4bD3iAoSqI07MAgggEEUBwtZRxGYpBBBAAAEEEEAAAQQQQAABBBCIuQAB65iXgA0ggAACCCCAAAIIIIAAAggg4HgBAtaOvwIAxLMAAet4rh57j4QAoepIqDInAghYTYCwtdUqwn4QQAABBBBAAAEEEEAAAQQQQCDcAgSswy3KfAgggAACCCCAAAIIIIAAAgggEKwAAetgxRiPgIUECFhbqBhsJWYChKpjRs/CCCBgAQHC1hYoAltAAAEEEEAAAQQQQAABBBBAAIGwCxCwDjspEyKAAAIIIIAAAggggAACCCCAQJACBKyDBGM4AlYSIGBtpWqwl2gKEKqOpjZrIYBAvAgQto6XSrFPBBBAAAEEEEAAAQQQQAABBBAIJEDAOpAQnyOAAAIIIIAAAggggAACCCCAQKQFCFhHWpj5EYigAAHrCOIyteUECFVbriRsCAEELCxA2NrCxWFrCCCAAAIIIIAAAggggAACCCAQUICAdUAiBiCAAAIIIIAAAggggAACCCCAQIQFCFhHGJjpEYikAAHrSOoytxUECFVboQrsAQEE4l2AsHW8V5D9I4AAAggggAACCCCAAAIIIOA8AQLWzqs5J0YAAQQQQAABBBBAAAEEEEDAagIErK1WEfaDQBACBKyDwGJo3AikPVRdXbLmrRQ352SjCCCAQCwELp/dJUlntkjSz1vl5vWLAbeQPnMeyVa4gWQrVF+yFqwbcDwDEEAAAQQQQAABBBBAAAEEEEAAgXAIELAOhyJzIIAAAggggAACCCCAAAIIIIBAKAIErEPR410EYixAwDrGBWD5sAkQqg4bJRMhgAACpgUIW5umYiACCCCAAAIIIIAAAggggAACCERZgIB1lMFZDgEEEEAAAQQQQAABBBBAAAEEUggQsOZSIBDHAgSs47h4bF0IVZu/BJeSLsueg1/I1l0HZP9nR+TYie/l1A+njQly/Sm7lC5xvzxS+kGpWrGsVCpfSnLmyG5+coeNPH/xV2nRZaCs27rbOHnpB++X96eNkmL3FnKYRHDHfW/ZGmnZdZD7pWGvdZJBCe2CmyTMo785fkpe6NhPDn/1LbUMgy1h6zAgMgUCCCCAAAIIIIAAAggggAACCIRNgIB12CiZCAEEEEAAAQQQQAABBBBAAAEE0ihAwDqNcLyGgBUECFhboQrsIRgBQtXmtW7duiWfHflWxs9cKMvXbJGk33439XK2O26XF5s8K706tZTCBQuYesdJgwhYe1b73PmLsmD5WnmmZhW5r3BBv1eBgLWTviUihK2dVW9OiwACCCCAAAIIIIAAAggggIAVBQhYW7Eq7AkBBBBAAAEEEEAAAQQQQAABZwkQsHZWvTmtzQQIWNusoDY9TppD1XdVl6x5KtlUJfVjnfz+Jxny1jSZu3h1ms+vna21y3C7FvUlU8aMaZ7Hbi8SsP5vRS//fkU+WLVB3pz0rmTOlClgF28C1nb7Jpg/D2Fr81aMRAABBBBAAAEEEEAAAQQQQACB8AkQsA6fJTMhgAACCCCAAAIIIIAAAggggEDaBAhYp82NtxCwhAABa0uUgU34EEhzqDpfdcma15mhamX8448/ZN3W3fLK4LHyzfFTfu9WxXIlJfsdWY3PL/12WfYc+MLv2G5/e0FG9O0i2tmaR4SAtcjFXy/JS68MlRXrthlXovSD9xOw5sthSoCwtSkmBiGAAAIIIIAAAggggAACCCCAQBgECFiHAZEpEEAAAQQQQAABBBBAAAEEEEAgJAEC1iHx8TICsRUgYB1bf1b3FEhzqNrBnaqTC2q4euGH66RTn5GS9NvvHrgli98nbZvVk/p1qknBAvkkXbp0Hp9f/89/5OvvTsrb0xfKktUbU7zfuU0TGTOwu2S9PYvjry0B67SFzOlg7fivTgqAy+d2SdLPWyTp561y8/rFgEDpM+eRbIUbSLZC9SVrwboBxzMAAQQQQAABBBBAAAEEEEAAAQScLUDA2tn15/QIIIAAAggggAACCCCAAAIIWEGAgLUVqsAeEEijAAHrNMLxWtgECFWHjVK27T4oL/YYIqd+OO2eVLtOD05oLy+/2NhUOFpD2rs+/Vy69HtTDn/1rcfm3h7WS7q3bSo+/mIifIeIg5kIWKctYG3F0mqX9xc69nPfdTOduK14DjvsibC1HarIGRBAAAEEEEAAAQQQQAABBBCwlgABa2vVg90ggAACCCCAAAIIIIAAAggg4EQBAtZOrDpnto0AAWvblDKuDkKoOvzlOnbiX9Kq22DZe/BL9+SF7skv74zuJ3WqPxZ0KProsRPyUsJQj/mKFy0ii6aOlFLFi4b/AHE0IwFrAtZxdF3jcquEreOybGwaAQQQQAABBBBAAAEEEEAAAcsJELC2XEnYEAIIIIAAAggggAACCCCAAAKOEyBg7biSc2A7CRCwtlM1rX0WQtWRq8+169dlwOgpMnbqfPci2rn63fFDpX6dakGHq12TrN+2Rxq37y1Jv/3unrdXp5Yyom9nyZQxY+QOZPGZCVgTsLb4FbXV9ghb26qcHAYBBBBAAAEEEEAAAQQQQACBqAoQsI4qN4shgAACCCCAAAIIIIAAAggggIAPAQLWXAsE4liAgHUcFy8Otk6oOjpF2nfoiNT/Wy85feYX94LDe78sfbu2kQwZ0qd5E1euXpOEIWNl2rxl7jm0i/Xi6W9KiWJ/SfO88f4iAWsC1vF+h+N1/4St47Vy7BsBBBBAAAEEEEAAAQQQQACB2AgQsI6NO6sigAACCCCAAAIIIIAAAggggMD/BAhYcxsQiGMBAtZxXDyLbp1QdXQLc/PmLRk6broMT5zpXrhC2Ydk4ZSRUuTPBULezKYd+6TB31716GI9c+wgadusXoq531u2Rlp2HeT+9R0rZknl8qXl8u9XZO7i1fLu4o9k78EvpdA9+UX32KBudXn6ycqSPVtWv/u8deuWfHP8lKzasF0279gv+z87Ihf+fckYX7FcSSlb8gGpV7uqPF7hYcmSOVOaz3vjxk059OU3snL9Ntm4fZ/sOfCFMdfDDxWTZ2pWkeYN6sgD9xU2uoGHGrD+448/5IfTZ+WjDdtl7ZZdcvirY3Lqh9Pu9UqXuN9wqV3tsVRtvA/rz1/H6fn2HvpSPli5QfZ9dsR9vmL3FjLOWK9OtYC10Dq80LGfHP7qW1POrvq7Bnvvb9hrnWRQQjtTc+n+v/3nKdm0Y7/s2n/YuBNaL9ejd0pD/xXLlpQ61SsZZzLzwwXeZyr94P3y/rRRoi6pPbqfo8dOyIdrt8rO/Yc97qWure9Xq/SIPF2jstyTP2+au8ibwnHoIMLWDi08x0YAAQQQQAABBBBAAAEEEEAgCAEC1kFgMRQBBBBAAAEEEEAAAQQQQAABBCIiQMA6IqxMikB0BAhYR8fZ7qsQqo5dhTWY27zzANn16efuTfTr9pJoB+v06dOFvLGLv16SHoPekmx3ZDUCv4+ULi535ckt6dKlnNtXwDfvnTmla/8xsn7bHp97SejQXEYP6CYZb7vN43MNIWuAdshb04wgcqBHA62De7aXRs88KZkyZgw03P252XWy3XG7dPtbU6Mr+PX//EdadBko67buNuYxG8rVsSe//8k4kwbOAz25/pRdBr7STjq0bCBZb88SaLj4C1h/duRbGTTmnYCOup6Gntu1qO/TMBYB62vXr8tHG3bIm5PnyP7Pvgpo4BpQvsyDMrJfV3my8iM+76prXLABa70vW3Z+Kq+PnS7b9x4ytZ/WTZ6Roa92lMIFQ/+BB1MLOnAQYWsHFp0jI4AAAggggAACCCCAAAIIIGBCgIC1CSSGIIAAAggggAACCCCAAAIIIIBARAUIWEeUl8kRiKwAAevI+tp5dkLV1qjuhk/2Sq2mXTw2s37RZHnqiQpR36B3wPeDaaON0O+Kddt87kVDy8v/8ZbUqPKox+caqp0+f7kMGD3Zo3O2mQO1avy0jB2SIHly5ww4XLsQ6/56vj7O3RU70Esvv9hYenduLZ36jAoqYK2duJeu3iyvDR/v7lYdaC3X57WqVpRJI3tL0SJ/TvUVXwHrM+fOS8/XE4Nas0e7ZjKib+cUoe5oB6zPnb8ovYYmyrwlH5ul8hin92vQK+0koUMLv92sgwlYaw0XLF8rnfuNDvpeaoftd0b3kzrVH6ObdZqqaf4lwtbmrRiJAAIIIIAAAggggAACCCCAgN0FCFjbvcKcDwEEEEAAAQQQQAABBBBAAAHrCxCwtn6N2CECfgUIWHM5ghEgVB2MVnTGjpo4W/qPmuxerFyp4rJo6ki5r3DB6Gwg2SreAd+HHypmdKHWRwOmT9eobPxP7br98aadUrbkAzJr3CDJmSO7exYNPY+dNl/6jpiYYv8632OPlJI/332X3Lx5U7Qz86bt+1KEo+vVrirTxgyQfHly+TXQTsQLP1wnnfqMTBGW1W7Yz9euKrlz5pDzF3+VjZ/sdZ9DJ9SQ9ZdfH3d3MA7UwTrQWnqmB+4rbOz16LETsnXXgRSB6AplH5LZiUOkeNEifs/k7T/wlbZGOFm99dHAceXyZaTSI6UkY8bb5F8//mz4acjY+5k/abi0aFjX45d/PnteFq1YJ9eu/0euXL0mH6zcYOxXn/z57pRWjZ6WXDlzuN9p+HR1j1C49/60W/aghHY+z3P59yvS+40JMmXOYo/P9QxlShSTiuVKGvXRR2uk3aT3HPgixVy6r0XvjJQnKpb1uU4wAettuw/Kiz2GeNRG9/NomYekYrmHjC7vqdVQ78nCd0akWsOof2ltviBha5sXmOMhgAACCCCAAAIIIIAAAgggEECAgDVXBAEEEEAAAQQQQAABBBBAAAEEYi1AwDrWFWB9BEIQIGAdAp5DXiVUbd1Ca8g1YchYmTZvmXuTjZ+tITPfGiQ5st8R9Y17B2hdG9Cu0mMG9pC78uZ270n3rt2VCxcs4P41f0HkZ596XIb0bG8EstOlS+dxrktJl2X6/GUyLHGGR1C660t/lTGDekiWzJl8Onx+9Jg07dTfHRDWQRqs1u7Xtas95tHxWDsXH/ziaxkweoqs37YnxXyBAta+grnlyzwoI/p2keqVHknRXVltlq7eJAPffMcjzNugbnWZNqa/3+7c/vw1BNz5xSainak1cJz80W7h2pX51aFvewTVdS3v8Hvy9zTU3KLLwKC6eAcTsPZ1lldfbiU9O7RIcQbXvjQwPmL8P4z7kPzp3rapjBnUXTJlzJiidmYD1nrPOrw2Qt5fud49R/sWDWToqx197kdrqAH+14Z5umqgfEjPDpI+vec9jvqX1YELErZ2YNE5MgIIIIAAAggggAACCCCAgOMFCFg7/goAgAACCCCAAAIIIIAAAggggEDMBQhYx7wEbACBtAsQsE67nZ3fJFQdH9X1DrnqrhM6NJfRA7pJxttui/ohfIVin6lZxQh8Jw9X+9uYd9hVx2m36DcHdDe6L/t7NJi9dstuebnvKI9uzUtmjJFaVSumeE1DxRqWHjt1vvsz7RCt+3zogXv9rnPm3AXp2HuErFi3zWNMagHrs79ckPavviEr13/ifkc7bE8e1UfuvitvqjU68PlR6dL/Tdl78Ev3uOl/HyDtmtcXH385JL781W3KqL7SvEGdFOF016S+gu363pr3Jkrl8qV97jGSAeuLv16Stj2Hy/I1W9xr9+/+NyPMnCFD+lTNtLZDx84Q7ezueqpVKifvTX5DCuTLk+JdswFrrcVzLybI6TO/GHMECqDrGHXVmrTqNti9rnYPXzBlhNHJnSd2AoStY2fPyggggAACCCCAAAIIIIAAAghEU4CAdTS1WQsBBBBAAAEEEEAAAQQQQAABBHwJELDmXiAQxwIErOO4eGHeOqHqMINGYTpfAethr3US7ZIbi8dXwHfm2EHStlm9gNvRMGri9AXSa2iie6wGkaeNGSD58uQy9f7MBR8aXYZdT5sXnpNJI3pL1tuzeLx/5Jt/SpMOfdzdqzVM7C+M7b3w0WMnpNnLA+TwV9+6P0otYL3s483SqF1v91gNcs9OHCLFixYJeCYdoB2zG7fv7e7OXfPxR2XuhGE+uyb78u/VqaWM6NvZZ/fm5BvwFWp+d/xQad3kGZ/7jGTA2jvMrGYLp4yUIn/+X7fz1PC0O3njdn3k2Il/GcNKFr9PPpg2Wh64r3CK18wGrLVztXY8dz1mv2e+XNcvmixPPVHBVP0ZFHkBwtaRN2YFBBBAAAEEEEAAAQQQQAABBGIlQMA6VvKsiwACCCCAAAIIIIAAAggggAACLgEC1twFBOJYgIB1HBcvDFsnVB0GxBhO4avj88h+XaRft5disivvgG/RIn+WJTPflFLFiwbcj3YGbt19sGzcvs8YG0zo2TW59xz5890pq95NlHKlinusP23eMunUZ6T71/wFsX1t2lcQ3F/A+vLvV6TrgDEy5/1V7qlS60Dtaz1fc6yYM06er/VEiuHe/oG6UCef4ObNWzJozDsenZ9TCxFHMmD93cnvZdX67aJB6eMnf5DHKzwsupf06dMFvEc6wNcPHuxYMctnN26zAWtvW/2ODe/9csA96X0ZnjjTuNf3Fr5HStz/F9Gu7mYD9qYOzKCwCRC2DhslEyGAAAIIIIAAAggggAACCCBgCQEC1pYoA5tAAAEEEEAAAQQQQAABBBBAwNECBKwdXX4OH+8CBKzjvYLB759QdfBmVn3DV8B6/qTh0qJh3Zhs2TuEqt2WF0wZIXly5wy4n537D0vdFt3cnZrrVK8k8yYOkztz/Sngu64BvkLCU9/sLx1bNXTPceXqNUkYMlY0ZO16vMcEWtC7Q7K/gLXZ8G6g9bwD4f7Cvd7+1SqVk/cmvyEF8uUJtITxufc6sQpYm9psKoMiEbD+ZM9Bqdqwg3vVQvfkl3dG95M61R8TH39RF+oReN8CAoStLVAEtoAAAggggAACCCCAAAIIIIBAiAIErEME5HUEEEAAAQQQQAABBBBAAAEEEAhZgIB1yIRMgEDsBAhYx84+misTqo6mdvTWOvXDaWneeYDs+vRz96KphWIjvTPvgK8GmxOH9pIsmTMFXNo73Nu5TRMZOyRBMmfKGPDd5APmLl4tL/YY4v6lhA7NZfSAbpLxttuMX/vpzDlp0WWgbN11wPhnf12uU1v04q+XpFW3wbJ64w5jmL+A9YZP9kqtpl3cU2nnYg2N58yRPagzeYd7Gz9bQ2a+NUhyZL/DYx5v/3bN68v44a/K7Vkym1rP+30C1v9j8+6Orp9oh/Bnaz5u/EBDpfKlgq6rqaIwyBIChK0tUQY2gQACCCCAAAIIIIAAAggggEDQAgSsgybjBQQQQAABBBBAAAEEEEAAAQQQCLMAAeswgzIdAtEU8A5YV6tWLZrLs1YEBUoUuCBlCv4iZe45J3dk/k/AldJnzCnZ7qom2e6qLlnzVAo4ngGxF/DVqddKAWt/nZa95Xx1nn66RmV5omLZoJG//Pq4zF/6sfu9Vo2flskj+xphWH2+/u6k/LVjX/ni6HfGP5crVVwWTR0p9xUuaHqtq9euS6+hiTJlzmLjHX8Ba+/QeOXypUU7c992WwbTa+nAH346I5Nmf+B+x19nau+AdLAh9XgOWN+4cVN+OH1Gtu/9TJZ9vFk27djn7oaucDtWzBL1937Mdhn/448/ZOaCD6XDayP81q7qY2Xl6RpVpEaV8lKy+H3uUH9QxWaw5QWCDVv/+7f/J9uO3CbbvrxNdn/93x/04Im9QJkyZWK/CXaAAAIIIIBAjAS2bNkSo5VZFgEEEEAAgegLELCOvjkrOlfg6Az5w7mn5+QIIIAAAggggAACCCAQS4Hi7cXSGWZLb+7/Cufxf9BpSIYHAQT+K+AdsMYlvgWeeEik5sMiNR4WyZUt8FkIVQc2svKIpN9+ly79R8u8Jf8LFAcbqg3n+YIJ6CZf98rVa5IwZKxoIDncT+1qj8l7k9+Q3DlzGFPv3H9YqtRr617G+3Oz6w9PnCmD/z7VGO4vYJ18jNl5zYzzt15a/V1rBvO+d7jf356SnyeY+X056L+/XUq6bHQh1/98890pOfLtP+XgF18p107WAAAgAElEQVTLngNfpEoXasBaJ7/8+xUZMHqKjJ+5MGCZcv0pu2jH8heeryWPV3hYsmfLGvAdBsSfQLBh6wtJIpsOiWw8JPLJl/F3XnaMAAIIIIAAAvYQ4L8XtUcdOQUCCCCAgDkBAtbmnBiFQDgECFiHQ5E5EEAAAQQQQAABBBBAIC0CBKzToub5DgHr0A2ZwaYCBKztVVgC1vaqZ6DT+Or83PjZGjLzrUGSI/sdgV4P++dpDdASsA6uFE4KWGtn6r2HvpTZi1bKxu375NQPp4PD+r/R4QhY61TXrl+Xpas3y7BxM0S7X5t5tHt642dqymudW8kD9xUWH3+xZ2YaxlhQgIC1BYvClhBAAAEEEEAgoAAB64BEDEAAAQQQsJEAAWsbFZOjWF6AgLXlS8QGEUAAAQQQQAABBBCwrQAB69BLS8A6dENmsKkAAWubFlZEHv+/btba0Zpu1vats3Z97tRnpPuA5UoVl0VTR8p9hQtG/dAErAt5mNPB2vMKBnM/NPRx6MtvZMhb0+SjDdtN32UNMz9a5iH57uT3HmHscAWsXRvRHwrYuuuATJ+/TDbt2CfaTT7Qo12tx73eU1o0rCsZMqQPNJzPLSqQllC1dqzW/2yna7VFq8q2EEAAAQQQcJYAAWtn1ZvTIoAAAk4XIGDt9BvA+aMpQMA6mtqshQACCCCAAAIIIIAAAskFCFiHfh8IWIduyAw2Fdi6datNT8axkgtk+n2fFMl+XJJOLpebV88FxEmfMadku6uaZLurumTNUyngeAbETuDA50fluRcT5PSZX9ybWL9osjz1RIWwbUo7B0+e/YHUqV5Jnqj4sNxb+B7JeNttKeYPJkCb/GVfHaznTxpuBFHD/ezcf1iq1GvrnrZ2tcfkvclvSO6cOYJaKnl42l9Hae+A9bDXOsmghHZBrRPM4LT6u9YI5v3zF3+VFl0Gyrqtu43X/Rkk37/Z+TXwsXzNFun5emKqHas1sFy6xP3ySOkHpUyJ++Xhh4oZd1PDzsn3pnsId8A6+bku/35FPjvyrazdsktWb9xhBMP9PRoAn/73gdK0Xq1gSsvYGAsEG6pOnzmPZCvcQDYdEjl3s3iMd8/yKpCQkOABsWXLFmAQQAABBBBwjID+YH3yh4C1Y0rPQRFAAAEERHz9fxL7f8AggEBkBLwD1g8882lkFmJWBBBAAAEEEEAAAQQQcLzA16sf8TAgYB36lSBgHbohMyCAgE0ELn+/RpJOfUjY2ib1/OXCv6VVt8FGuNP19Ov2kgzv/bKkT58u5FPevHlLho6bLhoWdj3+umSbDdB6b+rqtevSa2iiTJmz2P3RyH5dRM8R7ueb46fkhY795PBX3xpTmwkGe+9BTQaNeUdGTZyd6hz6ef9Rk92vd27TRMYOSZDMmTKG+1jGfGn1d20mmPcjGbA+euyENHt5gLtGuj8NJj9b83Fp8lxNKVOimNyVN7dkyZzJp6P33nRQJAPWyTehYZUL/74kew58Ie+vXG8ErvWfkz8N6laXWeMGSc4c2SNyD5g0PAJpDVVnK1RfshYM/w+HhOdUzp3Fu2MZwTLn3gVOjgACCDhRgD8HnVh1zowAAggg4BKggzV3AYHoCRCwjp41KyGAAAIIIIAAAggg4HQBAtbhvwEErMNvyowIIGADAcLW8V9EDYklTl9gBJRdT1pCw/4kTvzrJ2nWub/sPfile0ibF56TSSN6S9bbs3i8FkxA13s97zByx1YNJXFoL78h2rRW7tz5i9K88wDRrtz6aHB3zXsTpXL50qan1A7JXfqPlnlLPjbe8eetAdumnfq759UO4PMmDpM7c/3J9FrBDAzFX9cJ5v1IBax9BfqL3VtIpr7ZX6o+VtZX16EURLEMWHtvRu/bgNFTZMZ7y90f6Z1bv3CyVCxXMpjyMjYKAoSqo4AcoyUIlsUInmURQAABBCwhwJ+DligDm0AAAQQQiJEAAesYwbOsIwUIWDuy7BwaAQQQQAABBBBAAIGYCBCwDj87AevwmzIjAgjYTICwdfwW9Mg3/5QmHfqIdv51Pf27/02GvtpRMmRIn+aDaXh7wqxF8srgsR5zLJ05Rho+/WSKeYMJ6Hq/vHL9J1KvTU/3L1co+5AsnDJSivy5gOn9u8Lmiz/aKIXvyS8li98nFcuWlKqPlXN38/bVLXvc6z0loUNz0+uY7YJ94POj8tyLCXL6zC/G3Pnz3Skf/mOsPPpwCdNr6cBlH2+WN96eJYXuyS9lSz4gJYr9RZ6pWUUyZfTshB2Kv64TzPuRClj/dOactOgyULbuOuA2mv73AdKueX1T4Wp96evvTspfO/aVL45+554jlA7WGqjfuf8zOfjF17L/s6/kxs2bMm1MfymQL4+pOv5w+qwR6t++95B7/PxJw6VFQ7ocmwKM8CBC1REGtsj0BMssUgi2gQACCCAQEwH+HIwJO4sigAACCFhEgIC1RQrBNhwhQMDaEWXmkAgggAACCCCAAAIIWEKAgHX4y0DAOvymzIgAAjYWIGwdX8W9ceOmDHlrmoyc8A/3xrVL7pIZY6RW1YppPsy23QflxR5D5NQPp91zPF/rCZnx1kDJe2euFPMGE9D1ftlXp+xgg7U//nxWWnUbLFt2fuqe3ld42nufqZ3JF96shSukXa/h7o/8dbC++OsladtzuCxfs8U9Ntjg+6Wky9Jt4BiZu3i1ew4Ng48e0E0y3nabx/ZC8deJgnk/UgHrz48ek8bt+sixE/8yzqah9FXvJkq5UsVN32MNpDdq19tjfCgB618u/Nu4V2u37DLmDLbr+ZWr1yRhyFiZNm+Ze08ErE2XMyIDCVVHhNXSkxIss3R52BwCCCCAQIQF+HMwwsBMjwACCCBgaQEC1pYuD5uzmQABa5sVlOMggAACCCCAAAIIIGBhAQLW4S8OAevwmzIjAgg4RICwdXwUWgOpGgLde/BL94a14/E/xg2W6pUfMd391/WydsN+KWGox3waLJ03cbjUq13VJ0owAV3vCa5dvy4DRk+RsVPnuz/SLtazE4dI8aJFAhbh5s1bMm7afOn9xgSP8384e6yUKXG/x/uhhLl9hbj9Bax9dQDXmrw7fqhUfaxswDPpgEUr1kuH194Q7aKsj9ZAO3trB2vvJxR/nSuY9yMVsPbu+q3nXb9wslQsV9KUl6/66IuhBKz1bg0a846MmjjbvYdggvLeAW2dZNuy6fJERXN3wNTBGRRQgFB1QCJbDyBYZuvycjgEEEAAgQAC/DnIFUEAAQQQcLIAAWsnV5+zR1uAgHW0xVkPAQQQQAABBBBAAAHnChCwDn/tCViH35QZEUDAgQKEra1bdA3zLvxwnXTqM9IdxtXd5vpTdhn4Sjvp0LKBZL09S8AD3Lp1S9Zs3iW9hibKN8dPeYzv+tJfZcygHpIlcyaf8wQT0PU1waeHv5LG7ft4dMzWIPHkkX1Eg8n+Hj27dq3+W89hHu/26tRSRvTtLJkyZvR41V/w+Z3R/aRO9cf8htE15NxnxAR5590lHvP5C1jroJPf/yQtuw6SnfsPu9/R4LieKVBX5i+/Pi7tXh3uEXJv8lxNmTamv+TMkT0FR6j+wbzvHbAuWuTPsmTmm1KqeFG/dTIz/3cnv5emnfqLBq1dz/DeL0vfrm0kQ4b0qd5fDVcnDBkni1dtTDHOX6BZ7/gLHfvJ4a++Nd7xV8tNO/ZJg7+96hF0n/pmf2lWv3aqP7ygd03PrT/84HqqVSon701+QwrkyxPw+8iA0AQIVYfmZ6e3CZbZqZqcBQEEEEAgWAH+HAxWjPEIIIAAAnYSIGBtp2pyFqsLELC2eoXYHwIIIIAAAggggAAC9hEgYB3+WhKwDr8pMyKAgMMFCFtb7wLcuHFTxk6bL31HTEyxuZLF75O2zepJ/TrVpGCBfJIuXTqPMb9e+k12ffq5THl3sXy0YXuK97Vr9bQxAyRfnlx+D24mQJuamq8u1DpeQ68alK75xKMpwtKXf78i0+cvlzfenikX/n3JPX2g7tdnzl2Qjr1HyIp129zv+Auja0hWg7993pgoy9dsSXGE1ALWOti7C7X+mgbGB/dsLy88/1SK4Lt28166erMMGzfDI+QeqPt1qP7BvK/3RcPfSz7a5PYY2a+L9OzYIkWNXAPMzK/17DpgjMx5f5V7Xu1iPTihvbz8YmOfPyRwKemyLP14k7w56d0UPxTgmmT+pOHSomHdFLUzG7DWNboNHCNzF69OcV/0e5U9W9YUc+tZNIw/LHGGxw89vD2sl3Rv2zTorvLW+x3HmjsiVG3NusR6VwTLYl0B1kcAAQQQiKUAfw7GUp+1EUAAAQRiLUDAOtYVYH0nCRCwdlK1OSsCCCCAAAIIIIAAArEVIGAdfn8C1uE3ZUYEEEDALUDY2jqXQcO542cuMgLH2nHZ16NB4tIl7pfbMmQwPj71w2m/wVT9XLsmJw7tKXfflTfVg5oJ0AaS0lBq7zcmyJQ5i1MM1YCxdv8tXrSI8dmRb47L6o07PILV+us6TkOsGiZP7Tl67IS8lDDUo0O0633XOkm/XZYd+z6TbbsP+p0qUMA6teC71qLG449KmRL3S/r06Y1afLxpp0cnbl1YQ8ZvDuguHVo2lPTpPcPxro2F6h/M+9f/8x8jyJ84fYGHS7F7C7m7jWvYuna1x9yfm51//bY90rh97xT3V+uqwfnSDxY1rLQ2ew58Kfs++9JjrO6hyJ/vlrVbdrnXfnf8UGnd5JkUNTQbsNYXfXVY11/XGlYqX1oeLVNCMma8Ta5f/4/s++yI7Np/OMXdNPODCoG+I3yeUoBQNbcikADBskBCfI4AAgggYGcB/hy0c3U5GwIIIIBAIAEC1oGE+ByB8AkQsA6fJTMhgAACCCCAAAIIIIBA6gIErMN/QwhYh9+UGRFAAAGfAoStY38xbt26JWs275JeQxNTDU4H2qmGel97ubXRlTjr7VkCDRezAdpAE2nIeuSE2TJywj8CDU3xuYZwx72eIA3qVjfVIfjA50elS/83U4SsU1u4R7tmRsh53LT3jGGBAtY6RkPWU+ctlf6jJvkNvvtbU+swsl9X6dSqkWTIkN7v1kL1D/Z97f7dqtsgv+eZ+mZ/6diqoXu/ZudXq8Tp78nwVH5IwB/Cs089Ln8f1EMOf/WtNO3U3z1sSK8OMqRn+xR3IpiAtXYyX7tlt7zcd1SKALyZi6p3Un9QQe8oT+gChKpDN3TSDATLnFRtzooAAggg4C3An4PcCQQQQAABJwsQsHZy9Tl7tAUIWEdbnPUQQAABBBBAAAEEEHCuAAHr8NeegHX4TZkRAQQQCChA2DogUUQHXEq6bISe35m7RL44+p3ptTTQ2/iZmvJa51bywH2FTQWVdXKzAVozG9GQ+Oadn8qwcTNk+95DZl4xOhQPfbWjFC5YwNR416Bz5y/K2KnzZcq7i1MNP2un4mGvdZJ2LerLmMlzZfDfpxpTmAlY6zgN6B768ht54+1ZsnzNFlN71MCwnunhh4oFrEOo/sG+f+XqNRkz+V15fex0n2fp1+0lGd77ZXfH7WDm15D14o82ytCx0039kED5Mg9Kny5t5NmnqkimjBlFg/PPvZggp8/8YuytTvVKMm/iMLkz15889hpMwNr14tffnZT+oyabrqEGqjWU36FlA1M/qGDqYjh0EKFqhxY+DMcmWBYGRKZAAAEEEIhbAf4cjNvSsXEEEEAAgTAIELAOAyJTIGBSgIC1SSiGIYAAAggggAACCCCAQMgCBKxDJkwxAQHr8JsyIwIIIBCUAGHroLjCOljDqt/+85Rs2rFfdu0/LD/+fE4+O/KNO0ysweHSJe6XR0o/KFUrlpVK5UtJzhzZg95DMAFas5Pr3o8eOyEfrt0qew5+IUe++ae7e3CxewtJ8aJFpFbViqJB5Hvy5w0YQva3roafT/1wWj5YtVE279gv+z87Ihf+fUnUplL50vLcU49L/TrVJO+duYwphifODDpg7Vpbw+Mnvz8tK9dvk227Dxrn06CvPhrGLVHsL1L1sXLGmnrGdOnSmeIK1T8t7+tZtu/9TOZ8sEp2f/q5Rxi6VeOnZfLIvqKBfX3SMr/+kMC6rbvl48075fCRb42Auj5al/JlSkjl8qWN8LQG0JN397746yVp23O4OwSte1gyY4xxV5I/aQlY6/t6X344fVY+3rRTtu761Di3a2+6VpkSxaRk8fukXu2qxh7NdIA3VWQHDiJU7cCiR+DIBMsigMqUCCCAAAJxI8Cfg3FTKjaKAAIIIBABAQLWEUBlSgT8CBCw5moggAACCCCAAAIIIIBAtAQIWIdfmoB1+E2ZEQEEEEizAGHrNNPxIgIIIGB7AULVti9x1A9IsCzq5CyIAAIIIGAhAf4ctFAx2AoCCCCAQNQFCFhHnZwFHSxAwNrBxefoCCCAAAIIIIAAAghEWYCAdfjBCViH35QZEUAAgbAIELYOCyOTIIAAAnEtQKg6rstn+c0TLLN8idggAggggEAEBfhzMIK4TI0AAgggYHkBAtaWLxEbtJEAAWsbFZOjIIAAAggggAACCCBgcQEC1uEvEAHr8JsyIwIIIBB2AcLWYSdlQgQQQMCyAoSqLVsa222MYJntSsqBEEAAAQSCEODPwSCwGIoAAgggYDsBAta2KykHsrAAAWsLF4etIYAAAggggAACCCBgMwEC1uEvKAHr8JsyIwIIIBBRAcLWEeVlcgQQQCAmApfP7pKkM1sk6eetcvP6xYB7SJ85j2Qr3ECyFaovWQvWDTieAQj4EiBYxr1AAAEEEHCyAH8OOrn6nB0BBBBAgIA1dwCB6AkQsI6eNSshgAACCCCAAAIIIOB0AQLW4b8BBKzDb8qMCCCAQNQE0hy2zlddsuatFLV9shACCCCAQEoBQtXcilgL/H/s3QeUFNW6//1HwpBzUpSkAiIokgREBNSDYgbhSBZJQ1ZAAYEBAUkjQSUOQUBA8IBiDhgAQQQEFCQoSFRBcs4wvGvXe2f+M9PV1dXd1T0VvrXWWesuumqHz7Ory77rV3sIlqV3BegfAQQQQCA9BXgOpqc+fSOAAAIIpLcAAev0rgD9e0mAgLWXqs1cEUAAAQQQQAABBBBIXwEC1tb7E7C23pQWEUAAgXQRCDlsfWM9yVGIsHW6FI1OEUDAcwKEqj1XcltPmGCZrcvD4BBAAAEEIizAczDCwDSPAAIIIGBrAQLWti4Pg3OZAAFrlxWU6SCAAAIIIIAAAgggYGMBAtbWF4eAtfWmtIgAAgiku0DIYWt2tk732jEABBBwnwChavfV1C0zIljmlkoyDwQQQACBUAR4DoaixjUIIIAAAm4RIGDtlkoyDycIELB2QpUYIwIIIIAAAggggAAC7hAgYG19HQlYW29KiwgggICtBEIOW7Ozta3qyGAQQMBZAoSqnVUvr46WYJlXK8+8EUAAAQSUAM9B1gECCCCAgJcFCFh7ufrMPdoCBKyjLU5/CCCAAAIIIIAAAgh4V4CAtfW1J2BtvSktIoAAArYVCDlszc7Wtq0pA0MAAfsIEKq2Ty0YiTkBgmXmnDgLAQQQQMCdAjwH3VlXZoUAAgggYE6AgLU5J85CwAoBAtZWKNIGAggggAACCCCAAAIImBEgYG1GKbhzCFgH58XZCCCAgGsEQg9b15UchWu5xoGJIIAAAuEInDv8o5w5tFzO/Ltcrl0+EbCpjFkLSa6SDSVXiWckR7EGAc/nBAQiKUCwLJK6tI0AAgggYHcBnoN2rxDjQwABBBCIpAAB60jq0jYCqQUIWLMiEEAAAQQQQAABBBBAIFoCBKytlyZgbb0pLSKAAAKOEyBs7biSMWAEEEhHAULV6YhP15YKECyzlJPGEEAAAQQcJsBz0GEFY7gIIIAAApYKELC2lJPGEDAUIGDNAkEAAQQQQAABBBBAAIFoCRCwtl6agLX1prSIAAIIOFqAsLWjy8fgEUAgQgKEqiMES7PpKkCwLF356RwBBBBAIJ0FeA6mcwHoHgEEEEAgXQUIWKcrP517TICAtccKznQRQAABBBBAAAEEEEhHAQLW1uMTsLbelBYRQAAB1wgQtnZNKZkIAgiEIECoOgQ0LnGUAMEyR5WLwSKAAAIIWCzAc9BiUJpDAAEEEHCUAAFrR5WLwTpcgIC1wwvI8BFAIGyBxMRE+evAIfl25TpZte5X+f3PvbJmw2/J7Za9rYSUK11K6tSsLPXr1JAyt5aQTJkyht0vDSCAAAIIIOBFAQLW1ledgLX1prSIAAIIuFKAsLUry8qkEEAgjQChapaElwQIlnmp2swVAQQQQCCtAM9B1gQCCCCAgJcFCFh7ufrMPdoCBKyjLe68/o6dOCUtug6Ur5f/FNbgS9xyk5QuVUwK5s8rVSveKTWq3CX3lC8jObJnC6tdLg5NYP6HX0rLbnE+F1e8s4y8nzBSVKjY7HHk2Al5b8lX0rrJ45IvT26zl4V13t6/Dmjj//HnTcntzBgbJ+2aPW263UuXL8tn36ySt2YskJVrfzF93V3lbpfesS2l8RMPBbV+/9i1T56LfVU2bdvh09e8icOkRaMGpsfAieYFho2fIYPemOpzwSN1a8r8Sa9LgXx5AjZ2+Ohx+eir5fL5t6tk07adsu/vg9o1Sd9rle66Q+rUqCy1q1eS3LlyiJX3V8DBOfAE9VLD9z+ul/MXLspT9R8wnIEV9XMgkW2GfO1aogwZN01UHZKOJk8+LAnx/aP2fW8bDAZimQABa8sokxsiYG29KS0igAACrhcgbO36EjNBBDwlQKjaU+VmsikECJaxHBBAAAEEvCzAc9DL1WfuCCCAAAIErFkDCERPgIB19Kyd2pNVAWu9+efPm1s6tW4sL3VoJoUK5HMqkSPHbUUAVAWUP/j8exk6brqULFbUdFg1XDDV74BRk2Xs1HnJTdWqVlFUSFmNI9Bx/fp12bB5u7w0aGyqgHag69J+rnazHj2wh/aigJmDgLUZJevPCSege+HiJZn67gfy+psz5PjJ0wEHt+LDafJAjcoErA2k1MsRg8ckyLuLPtfu2UAvFoRTv4AF4wRTApu375SmnfrL9p17ks9/c2hv6dGuqej8bjPVJid5W4CAtfX1J2BtvSktIoAAAp4SIGztqXIzWQRcI0Co2jWlZCJhCBAsCwOPSxFAAAEEHC/Ac9DxJWQCCCCAAAJhCBCwDgOPSxEIUoCAdZBgHjw9kgHrJE4Vjp05blBQuyZ7sBSWTjmcgLUKKP+y5Q8tJPnZNyu1cQWzG3C4E1m6Yo007tBHzpw9n9zU2ME9pWfH5gHDflevXtPCr71eG2cqMBtorGoH43Gv9ZSGDeoF7JuAdSDNyHweakBXrZWxCfOk3/AJpgamdjb/X8IoueP2kgSsdcTOnb8g0+YtSRVWJ2Btamml+0nqpZY+w96Wt2cuTB5LudKlZOHUEXJ3udLpPj4G4DwBAtbW14yAtfWmtIgAAgh4VoCwtWdLz8QRcIQAoWpHlIlBRlGAYFkUsekKAQQQQMB2AjwHbVcSBoQAAgggEEUBAtZRxKYrzwsQsPb8EggIEI2AtRrE04/UkYT4AVKkUP6AY+KE8AVCDVgfOXZC2zl68pxFqQLO0QpYnzh1WmL7jJBFn36bjKCCfoumjZbyZW81hFGB2fHT5suwN2ekGnu4mmZD1gSsw5UO7fpQA9Zb/9gtTTr2TbVrr9EIUt4Dod5foc3Q3lclJibK9z+ul/4jJ8rPv25LNVgC1vauXcrRfbdqnTRs+3Kq785uL/xX4uNelGxZszhnIozUFgIErK0vAwFr601pEQEEEEBARAhbswwQQMAOAoSq7VAFxmBXAYJldq0M40IAAQQQiIYAz8FoKNMHAggggIBdBQhY27UyjMuNAgSs3VhVa+cUrYC1GnX/Hm1lyMuxkilTRmsnQWs+AqEGQEMNq1pVAr1xx7ZqJOOH9DYM+aldtxd89LV06jvC0nB10ryqV64gs8YPFhX29ncQsLZqFQTXTqhr9t1Fn8vzLw423VmXNk1E7aSeNUsMO1inUAt33YdaP9OF40RTAurllna9hsmSL5cln58rZ3ZZ8s4Yeej+e021wUkIJAkQsLZ+LRCwtt6UFhFAAAEE0ggQtmZJIIBANAUIVUdTm76cLECwzMnVY+wIIIAAAuEK8BwMV5DrEUAAAQScLEDA2snVY+xOEyBg7bSKRX+80QxYq52AP5o1Vu4pXyb6E/VYj04MWB88dFRa9xgk365cl6paH8yIl0aPPWhYwfWbtknjDn1l398H/Z5Xu3ol6dCioTxUu5rcWKiAZMiQQdSu1/8eOaaFCifN+p+osKi/I1DQO9ygqceWqGXTDTWg6+86NbDRA3tIp1bPSu5cOUSF90+fOSdnz5+Xm28srI071PvLsknbqKFw132o9bMRgSuGotb5+GnvSe8h41PNp81zT8rE4X0kR/Zsrpgnk4iOAAFr650JWFtvSosIIIAAAgYChK1ZHgggEAkBQtWRUKVNtwsQLHN7hZkfAggggICRAM9B1gcCCCCAgJcFCFh7ufrMPdoCBKyjLe68/owC1o/UrSnzJ70uBfLlCTixU6fPyvrN2+TN6Qvks29W+j1/3Gu9pGfH5gHb44TwBEINgKZn2FFvzHXvq6KtwaJFCvkFUeHX7gPjRe1IrHfkz5tbxgx+SZo3fFSyxMT4befIsRPy2thpMnn2It1zbipSUBZOGSEP1Kis+3m4QdPwKs7VwQr4W+tm1lywfbn5fNa9e6q79Y/d0qRjX9m+c0/ypNjF2j31jeZMCFhbr03A2npTWkQAAQQQMClA2NokFKchgICuAKFqFgYC4QkQLAvPj6sRQAABBJwtwHPQ2fVj9AgggAAC4QkQsA7Pj6sRCEaAgHUwWt4816qAdZKeCqn2GPiGLPx4qS5o++bPyFvDXpbs2bJ6EzxKs3ZawPrEqdPSrtcwbSfplEdcz/YyuFdHyZgxg1+5j79eIa26x8mZs9B+/ToAACAASURBVOd9zlG7po97rac0bFBPdP77w+f8c+cvSJ/X3/YbslYvB4wa0F1iMmf2uZagaZQWtwXdXL5yRfoNn6Dt2Jv2CObFEguG4vgmWPeOL2HyBNT3X7cB8TL7/U9TTapHu6YSH9fD8AUV9ygwEysECFhboZi6DQLW1pvSIgIIIIBACAKErUNA4xIEPChAqNqDRWfKERMgWBYxWhpGAAEEEHCAAM9BBxSJISKAAAIIREyAgHXEaGkYAR8BAtYsikACVgesVX/frVonDdu+rBt4DTa8ePXqNVn7yxb53yffyLpft8qaDb9pU1K7Ele7p7zUqlZRHq13n1SqUFYyZcoYaLq6n6s+ftnyhyxbvV5+Wr9Z271ThQaTDhXSLV2qmNZf/To1pNo9d0qO7NlC6itaFzktYK23ZszsnOovEJjkHD+wh/SKbWkY0E5bk71/HZCW3eLkx583+ZSreuUKsmDyCClVvKjPZ1YETdVa3LF7nyxdsUZW/LRR9v19UFubSYda9xXLl5FypUtJ7eqV5MFaVaVwwfxBL6vr16/L3wcPa/2sWver/P7n3uR7SzWm7O8pX1ZuK3mLqHu2bs0qUqRQflMh9bSDseP9deHiJek5eKwkzP3Qxy7Y76ig8dNccPjocfn+x/Xy9fKfZNPWHcn1TqrBXeVul8cerKXVO3euHCF1p15gWP3zZvni+x+17zfVz/GTp5PbUt+f6nuuZtW7pd59VYP6PrVi3Yc0KZ2LktbaV8tWa/fvz79uTZ6nmmPZ20rIk/UfkIdr3xvSfWNmnOre2rF7v6gXP5YuXyPrft2iPQtV38q32TOPaLXMljWLmeZSnaPW7dqNW2T5Txu0uakdp9V3RNKh+ri9VDGpXqmCdt/eU6GM7ssgRh3PXPCxtO89LNUppUsVl8UzRsvd5UoHPWYu8KYAAWvr607A2npTWkQAAQQQCFOAsHWYgFyOgMsECFW7rKBMxzYCBMtsUwoGggACCCCQDgI8B9MBnS4RQAABBGwjQMDaNqVgIB4QIGDtgSKHOcVIBKyNAndmw4uJiYla6LD/yIny86/bAs5ShZ5HvNpNC5xmyOB/t+OUDQXbR9K1Koj4Yvtm0rFlw4BB63DDhyokeP/T7XTnP2/iMGnRqIHuZ2YD1kZB00DoRv0Hujbl55cuX5Y+w96Wt2cuTHVZ3fuqyPxJr0vRIoX8Nrd5+05p3L6v7Nyz3+ecerWqytwJQ+XmGwsHMxxRAUm1s3HvIeN1r/t49jh5qv4DPp+FU2vV57If18trY6fJyrW/mB6vClx3feG/8krn1loo2syhAuSDxyTIu4s+N3O6do5qu/HjD8ugXu2lZDHfcLleQ9G4v1S/w8bPkEFvTPUZQtrvGqP6BIKIbdVIxg/pnRyKNXt/GbWrdvsfO3WeTJ6zSPdllLTXqloPfKm9qe+dpGtViFr1MfXdxakC1YHmqwLAaqf2mlXu0g3VG30vGbWt9/1vtn5G7arvkA+/WCYjJ8yS37b/GWh6Ia1nf+sn5dr49/AxGTBqkryz8BPDMagg9Ot9u0ijx+qZel6p+X3w+fcydNz0VC//BJqoCue/2v0FrZ8sMTGBTtc+9/edOnZwT1E7+Jv5SwCmOuIkVwsQsLa+vASsrTelRQQQQAABCwUIW1uISVMIOEiAULWDisVQHStAsMyxpWPgCCCAAAIWCPActACRJhBAAAEEHCtAwNqxpWPgDhQgYO3AokV5yHYMWKvQrwoFxk+eYyp4mJKsf4+20r/HCwGDz2qn0/HT5suwN2cE3UdSf02efFgmvN5H29nX3xFO6Fa16YWAtT8jFeZTIc+YzJn9+qodiDv1HaH7eTiBwA2bt0uPgW9I8ZtvlEp33SHly9wqt5a4WQt7q12E9UKGodZarcU5iz7TdlRWO92Gcjz9SB1JiB9guBZVuz+s2SgdXxkeVEgz5XhUMHTaGwPkgRqVDYcZrftLDcJsQNcuAWsVple7k6t1m3KnfLN1V7voTxzRR9SuwkaH2tm4a//R8vm3q8w2neo8FaqfOrq/tuNy2vVup4C1mmfPweNkyZfLgp6nCq2Pe62X9qJKoL+AEChgrXYGV98Zejvf6w1M+aqXgjq1etawb7VL/4BRk+WtGQuCnl/SBeqFoOH9ugR8Lqrz1XdQ1/6jZO7iL1L1p/5ShHphpWD+vCGPgwu9I0DA2vpaE7C23pQWEUAAAQQiJEDYOkKwNIuATQQIVdukEAzDMwIEyzxTaiaKAAIIIKAjwHOQZYEAAggg4GUBAtZerj5zj7YAAetoizuvv0gErL/8frU81rKHLkarxo/JpBH9/O62q8JkI96eJSPefidkzEBhMhVwXPDR11rAMdRAa9LgurRpIvEDe/gNroUauk1q3wsBa3+7AQfaIfvylSvSb/gEbbfptIcKL345f4LUqlYx5HUU7IWh1vrjr1dIq+5xYa/Fbi/8V+LjXkzeZTnt+FUA9IWeQ2Ttxi3BTi3V+dUrV5BZ4wdLudKldNuJ5v2lBuC0gLUKVz//4mBRweBQj0CB+hOnTktsnxGy6NNvQ+1Cu07t1q92kU97H9klYL3l913S/uVhYa9p9SJH79iWhkFno4B1hxYNtTB7sPeWP9+koqkXFcYmzNO+58I9zMwxqQ+1E3j/kZNSdZke36nhzpnr00+AgLX19gSsrTelRQQQQACBKAgEH7bOK7lurCe5itSVHIVrRWGEdIEAAmYE/l+oeplcu3wy4CUZsxaSXCUbSq4Sz0iOYvp/ei9gI5yAAAKaAMEyFgICCCCAgJcFeA56ufrMHQEEEECAgDVrAIHoCRCwjp61U3uyOmB96Mhxie0zXFRoVO8Y1qezDHixre4OwCqYOeO9j7QddsM93hzaW3q0a6rbz9Y/dkuTjn1FBU6tOIyCwKGGbpPG5faAtdqtXO3crHaiTnmo3XkXzxgtd5cr7bdEKkTaqvsg3R1676t6t7w3ebgWEI3WEUqt//n3sDaHZT+uD3uYNxUpKB+9M1burVTepy314kK3AfEy+/1Pw+5HNRDbqpGMH9JbN8wdzftLjcVJAWurQu5q3r07tdR2Jc4SE5OqplZ+j6qG1fdofFyPVP3YIWC9968D0rJbnOkdo40WftJu0l3bNNF9Zqhr/d3f9WpVlcTERG1X8lCONs89KROH99F9See7VeukYduXw375Qo1LfT8snDIi4O7z6txvflgr9Zt29ZmO0fM7lLlzjXsFCFhbX1sC1tab0iICCCCAQJQFCFtHGZzuEAhTgFB1mIBcjoBFAgTLLIKkGQQQQAABRwrwHHRk2Rg0AggggIBFAgSsLYKkGQRMCBCwNoHk8VPCDVirMN/pM+fkzLnzWkh0wjsL5edft+mqqhDbknfGyEP336v7+ebtO6Vpp/66weeKd5aRYX07yYO1qmlBNBUY/f7HnyVu9FTZtG2HT3tqd91F00ZL+bK3+nymdjzu9do4n3+vds+dMrhXR7mv2t2SN3cuLWingnP/Hjkm8z/4UkZNnC3HT572ua5hg3oyc1yc5MuT2+ezUEK3KRtxe8Ba7eLbvMsAWb1+cyq7h2vfqwWkCxXI5/cO/XPvX9p62bB5u885jz98v8ydMFS3JpG65UOp9cwFH0v73sN8hqTulQEvtpPnmzwhRQrl19ai2rF7/z//yuTZi3R37VaNTB3dXws/pz2U0ZPP95SDh46m+ih/3tzSr1sbadbwUbmxUIHkHXxPnT4rq9b9KkPGTdO9n43C3NG8v9RknBKw9vcyQVJBWjd5XF7u1ErbGTxTpoyiXiBY8uVyGTpuuu5u1/5qoGrcuscg+XblOp91UL9ODe0FlxpV7pKYzJlFfX+fPH1Gq7W/79K691XRdrEuWqRQcnvpHbBWln2GvSUTZ/1P93Yue1sJ6dvteXnm0brad4DaCXr3/n9kwsyFMmfRZ7qBZfUyxpy3hkidmpV12zS6v5MuSLqfWjV+XLtvr11LlF+2/CEDR0+WpSvW6Larnm3vJ4wUNeaUh9EO/U/8p7a80rmVVL7rDsmZI7t2mZqj+j6dOvcDSZj7ge4c9cLyeoP6/c+98t/YfvLb9j9Tfdz4iYdkxpg4yZM7Z6S+RmnXJQIErK0vJAFr601pEQEEEEAgHQUIW6cjPl0jYCBAqJrlgYD9BAiW2a8mjAgBBBBAIHoCPAejZ01PCCCAAAL2EyBgbb+aMCL3ChCwdm9trZqZUcDaqj6S2jHa9VYF0VSYU4Ul0x7VK1eQWeMHa8HDtIfRjrBxPdtrgemMGTMkX3b+wkV5MW6MtlN2ykPtmKxCbpUqlNWdtgoiLvjoa+nUd4RPcE2FYb+cP0FqVavoc20ooduUjUQ6YJ12wGbDqlatjTUbfpP6zbr6mBqtlaS+VSC/cfu+snPPfp/hmLneqjkktRNsrc+cPS9d+4+SuYu/8BnKqAHdpXdsy+TAc8oTVPC2Xa9hsuTLZT7Xvdr9BVG7zKZc8+qkdxd9Ls+/ONjn/Mkj+0mn1s/63bXX6P7S28022veXmlAoa9Yo7PxI3ZpaoLhAvjx+l8j8D7/Udk9Oe/gLy6rzjHYjfq13R+nT9XmfHcHV985Xy36S5zr10w3M9uzYXNRaUWHppMPf7sNG36Pq2g+/+F6ebd/HZ06BdpMPdt1b8Z1jZKlerpg0oq/u7vXqhZn3lnwlXV4dpevZ5MmHJSG+f9Avy6g5KV/Vb5W7y/kYBtqpfunCSfKfB6qnuu7IsRPayydpg/K1q1fSXj655abCuutTBa3HJsyTfsMnBLU+037H6P11AKP1bfX3Ke05W4CAtfX1I2BtvSktIoAAAgjYRICwtU0KwTA8K0Co2rOlZ+IOESBY5pBCMUwEEEAAgYgI8ByMCCuNIoAAAgg4RICAtUMKxTBdIUDA2hVljOgkohWwDhTu27P/gDTr0l/WbtziM98PZsRLo8ce9OvgLxiot/Oqv/neVe52+V/CKLnj9pJ++1G7Zqtw9t8HD0vViuW0IF2p4jdLqWJFJXeuHLoh1XDDh24PWPsL/g59pZOogLzRYWTjhIC1mpsK+v57+Jhs27Fbtu7YLb/89rv2b5NG9pWbb9QPUKrrRk6YJf1HTvLh8TdvfyFktWOv2jnZ6FC7bKsXEtRuuep/6h65vWQxLYCsdlpOeUT7/lJ9OyFgrV4giYufotUt7VGvVlVtt3V/9b50+bL0Gfa2vD1zoc+191W9Wwvbqt2Xkw4VIj5x6ozs3vePqJcQ1HeQepHh+f8+IW2bPuU3TG+0I/yqj2fqvkCi+gz3Oy7Y+hmF41UAeMGU4bov4yT5GAWQ1csyCyaPEBXSTnsE2sF63sRh0qJRA7+3kr/d6tUFetf668/M7v5qF/OOfYZLhhtu0ILfyuXWEjdLsaJFkne8NrrnjYxXfDhNHqihv8t3RP9jhcYdJUDA2vpyEbC23pQWEUAAAQRsKEDY2oZFYUiuFCBU7cqyMimXChAsc2lhmRYCCCCAgCkBnoOmmDgJAQQQQMClAgSsXVpYpmVLAQLWtiyLrQYVjYC10c6eSRifLP1Bnm7Ty8dGLySd9qQDh45Ii64DZfnqDT7Xpw2DGc232TOPSP8ebeXOMqUkQ4b/t+t1OAULN3zo5oC12p13yLjpMmTsNB/iQGFFdYEbAtahri1/Oyi3b/6MvDXsZcmeLWuqpv2FWFXwcljfTvJw7eo+uyeHMrZo319qjMEGdNU10d7B2ug7auzgnqJ2otb57+PkEqgXEaa8u1gLt99drrRUuOM2LeReqEBeU4FZM7U0qp1RqDbc77hg67f1j93SpGNfUburpz3MWKprjHaU7tGuqcTH9ZAsMTGpmjeapwo9v/v2ULmpSEG/1P5261cXjHutl7YGUh5G/alz1ThVsN5o3Zipu79z/NVl6uj+ol7k4EDASICAtfXrg4C19aa0iAACCCBgcwHC1jYvEMNznAChaseVjAEjoAkQLGMhIIAAAgh4WYDnoJerz9wRQAABBAhYswYQiJ4AAevoWTu1p0gGrNVuoF2ebyK9O7WUQgXy+SUyCtp2adNEVGgua5bUYbeUjV28dFl6Dxkvk2cv8ukjbXDt/IWL2i7Uakdef4cKhKsdsx+6v5rcWebWsIKn4YYP3RywDneXVK8FrC9fuSI7du2XJV8uE7Ub7r6/D/os4Ufq1pT5k17XdpdOefjbKTzpHBXUfKr+A/LEf2prO7Pnz5s7pOBmtO8vNf5gA7rqmmgHrI3Ctem5I7D67j1+8rT2ssL0+Uvks29W6n4tGr3wEO53XLD18/dyQelSxWXxjNFaAD3QoeY9/K13tF3F0x56u4KrcwIFnkcN6C4xmTP77droer0d+48cOyHNuwyQb1eu89vmQ/ffK88+/qCoF5FuK3mLYf+BTNJ+7u87Y3DvjjK4V4eQvh+CHQPnO1eAgLX1tSNgbb0pLSKAAAIIOEiAsLWDisVQbSVAqNpW5WAwCIQkQLAsJDYuQgABBBBwiQDPQZcUkmkggAACCIQkQMA6JDYuQiAkAQLWIbF56iKrA9YqVF2r2j3SsEFdeebRulK4YP6AnkahTL3gmV6D/kJ6aqfPtMG3hLkfSqe+IwKOK+mEOjUriwqyqfDqPRXKBBViCzd86OaAtdHaW/XxTKlVraJhjdwesD577rwW6ly9frOsXPuLfLdynRaGNTr8Baw3b98pjdv3lZ179pta92VvKyEP1b5XHnuwltxX7W7Jlye3qevUSdG8v1R/wQZ01TXRDli//8lSadqpv4+h2kH8/YSRoryjcVy9ek3+PXJMNv72u6xa96t8+8Na+WXLHwG7tkvAWr1k0G/4BBk/7T2fMT/+8P0yd8JQ02v1mx/WSv2mXX3aUc+wpQsmSY0qd6X6LNiAdNqG/9z7l7YGNmze7tOn3nPu2rVELQA+csKsgPVRJyQ9ex+pW0Pq16khZW4tIZkyZTR1rd5J/oLsavfq8UN6h/XiUciD4kLHCBCwtr5UBKytN6VFBBBAAAGHChC2dmjhGHbUBAhVR42ajhCIigDBsqgw0wkCCCCAgE0FeA7atDAMCwEEEEAgKgIErKPCTCcIaAIErFkIgQSsDFirXW8HvtReOrV+NqjwlZVjSDvf9s2fkbeGvSzZs2VN/mjvXwekZbc4bdfWYA81x6cfqSsdWj4j1StVkAwZMhg2QcDaP8+BQ0ekRdeBsnz1hlQnmQ2dui1gnZiYKNt27BEVxv3821Wmgq9pdRs/8ZDMGBMneXLnTPXRpcuXZcCoyTJ26rxgl7x2vnrBoG2zp+TpR+pIjuzZDNuI5v2lBuKEgLW/0LnaeVjtOF60SKGQ6mLmotNnzskX3/8oH37xvamQvl6bH88ep+1wrneE+x0XTP3OnD0vXfuPkrmLv/AZSrDBX6OXDhZOHSHPPVU/VR/hztPoOefvRaL1m7ZJ4w59dXerD1R7tSt9o8fqSYcWDeWO20sGveO0v+9Xf98xgcbD594SIGBtfb0JWFtvSosIIIAAAi4QIGztgiIyBUsECFVbwkgjCNhSgGCZLcvCoBBAAAEEoiTAczBK0HSDAAIIIGBLAQLWtiwLg3KpAAFrlxbWwmkZhb7S7oardtTdvf8fmfruBzJlzmK/o2jYoJ6MH9JLVMDLzOEvaGvm2kDn+NvR96OvlstLg8aGFFxL6vOJ/9SWIS/HSqUKZf2G18IN5bl5B2t/NmYD1ka2/uoeaL2E83motVbB6u9/XC9Dx03XdqoO5zAKme7e94907jdSlq5YE3IXaqflQb06yLOPPyhZYmL8thOt+0sNIJiAbtKAo72DdShjDLlI/3fhkWMn5M3pC2Tqu4sD7nweqC+jHeVDXfdJfQZjE0pI2d/cgh13sOen7TeUsatdrKfN+1D6Dn9bVLg81KN1k8e1Z1XJYkVNN+Hv2ZMe362mB82JthEgYG19KQhYW29KiwgggAACLhMgbO2ygjKdgAKEqgMScQICrhAgWOaKMjIJBBBAAIEQBXgOhgjHZQgggAACrhAgYO2KMjIJhwgQsHZIodJxmMEErJOGqQKh7y35Srq8Ospv6KtWtYoyc9wgUYHMQIdRcC3QtYE+9xcGu379uny9/CctZK36D/XIlTO7TB7ZT5o3fFR3N+twQ3kErP1XRgVIm3cZIN+uXOdzUpW7y4nahfb2ksVCLW3Q14VSa7Wz9LiE+dJ/5KSg+9O7INAuvvv+Pig9B4+TJV8uC6u/zs83ltEDeoha/3pHtO4v1XcwAd2ksbo9YL3l913S/uVhsnbjlrDqnHQxAWvRnhPPxb4qm7bt8DGdN3GYtGjUwNA6lIC1avDq1Wsy/8Mvpddr48IKyqsXnt4ZN0jq1apqajdrAtaW3DqebYSAtfWlJ2BtvSktIoAAAgi4WICwtYuL6/GpEar2+AJg+p4UIFjmybIzaQQQQACB/xPgOchSQAABBBDwsgABay9Xn7lHW4CAdbTFnddfKAFrNUsV+hqbME/6DZ/gd9JPP1JHEuIHSJFC+Q1hVOhTBWVXr99sOWCg3TZPnzmnhdemvLtYftv+Z0j9q+DanLeGSJ2alX2uDzeUR8Daf0nOX7goL8aNkRnvfaR70tKFk+Q/D1QPqaZHj5+U3kPGS/myt8kTD98vZW4tIZkyZTRsK9haqxCyGnvHV4YHHGP+vLnlodr3ykP33yt176siazb8Jm1ees3nukAB66R7d8WaDdruxp99szJg3/5OGDWgu/SObWnoEun7S42NgHXqCv3z72Fp1X2QLPtxfcDaqt33H613n7amShUvKt0HvKG9eJL2IGCdfgHrpFocPHRUZr3/iUybtyTkv7xQvXIFmTV+sJQrXSrg2iBgHZCIEwwECFhbvzwIWFtvSosIIIAAAh4RIGztkUK7eJqEql1cXKaGgAkBgmUmkDgFAQQQQMC1AjwHXVtaJoYAAgggYEKAgLUJJE5BwCIBAtYWQbq4mVAD1orkxKnTEttnhCz69Fu/Ql3aNJH4gT0kR/Zsfs8JdWdPK8uiAuPbd+6R/336jTafYHe1bvPckzJxeB+feQYbuk07JwLWxlUeP+09bWdXvWNYn84y4MW2pnZr1XNv0KJ78g7tKkT/VP0HpNFjD0q1e+7UXc/B1nrP/gPSrEt/v7sM165eSZo984g0ePA+ueWmIqmCzOqlgJbd4nymbSZgnXSRCngfOnJcPlm6Qv73ybfy3SrfncCN9FVIc9G00VK+7K0Bb8VI3V+qYycErBPmfiid+o7wcap4Zxl5P2GkqZ3+AyKLiKqpuifUywF6hwrqN2v4qDR+/CFR4eo8uXMmn2b0PWyXgLXRSxXBrH016c3bd0rj9n1l5579PlRq9/vnnqqf6t+Dvb/TNmrVc+7ylSuy7pet8r9PvpFPlv4QdNg6rmd7Gdyro2TMmMFwSRGwNnPHcY4/AQLW1q8NAtbWm9IiAggggIAHBQhbe7DoDp0yoWqHFo5hIxABAYJlEUClSQQQQAABxwjwHHRMqRgoAggggEAEBAhYRwCVJhHwI0DAmqURSCCcgLVqe/2mbdK4Q1+/Ia9cObPL1NH9taCozve/NrxTp89K+5eHyeLPvvMZ7uDeHWVwrw4hhWQDzd3f50nB03W/btV2c/1u5bqAgWt/QclwQ3k/rNkodRp11B3qvInDpEWjBrqf+QvgBgp0hhJWDdXZn02gMabsT4UAUwahU35Wr1ZVmTthqNx8Y+GghqjCwIPHJMiIt9/Rvc5fcDvYWs9c8LG07z1Mt48Rr3aVXrEtJEtMjO7n/gK7wYZMUzZ+7vwF+XXrDvl+1c9a2HrFTxsDuhmtwWjcX6qPUNbshYuXpOfgsaIc0x6Bdr1X5wd7f73/yVJp2qm/T1+lSxWXxTNGy93lSge0NnOC2uW4dY9B8u1K37C82r14xpg4qXDHbbpNHTh0RFp0HSjLV2/w+dwuAetr1xIlLn6KjJwwy2eMjz98v3a/58uT2wyVfPPDWqnftKvPueqZtXTBJKlR5a5UnwV7f6dt2KqAdcp2ExMT5a8Dh0R9Dy5dsUarnfqLEEaH2rFcORXMn9fwPH8B62CdTRWDk1wnQMDa+pISsLbelBYRQAABBDwuQNja4wvAhtMnVG3DojAkBGwgQLDMBkVgCAgggAAC6SbAczDd6OkYAQQQQMAGAgSsbVAEhuAZAQLWnil1yBMNN2CtAm/jEuZJn9ff9jsGFeybNX6wqB1v9Q61I2e/4RO0nVfTHq0aPyaTRvQTFXpLryMpcP35d6vkjcnv+g1b64UQjUJ5Q1/pJGo3UaPDX5BTXeP0gLW/tXdXudvlfwmj5I7bSwYsudpFvV2vYbLky2W656rd03vFtgy4W2vKi41eGlDr8Mv5E6RWtYo+/QUTwLx46bK2y/Dk2Yt82mnYoJ7MHBdnGBT1FyoOJ2CddiAqcL1m42/y5vQF8tk3K3V9zazhQEUM5/5SbTshYL1mw29Sv1nX5B3RU5p8PHuctju60XHk2Alp22uoqECt2nn6zjK3igpnlypeVPLmzpW8u7lRPx/MiNd2YPd3GK1fuwSs1dj9vVwQTFhdrbnhb72jhbXTHnXvqyLzJ70uRYsUSvVRMPe3nnEkAtZp+0kKXC/46GvtWXX85GmfoZh9gcVfwNrK75hA3w187lwBAtbW146AtfWmtIgAAggggECyAGFrFkN6CRCqTi95+kXAOQIEy5xTK0aKAAIIIGC9AM9B601pEQEEEEDAOQIErJ1TK0bqfAEC1s6vYaRnEG7AWo3v38PHtB2oP/92ld/hdnvhvxIf96Jky5pF9xx/QWIVyl40bbSUL3urJRRqd+KTp8/Inv0HZOee/bJtx275ZcsfWph10oi+kid3TsN+Pvzie3m2fR/dc4INWAfanVuFAIeMmy5Dxk7T7c/pAWujncuNAp1pMYxC6CVuuUmmjHpVHq1X09Qu6IeOHJfYPsPl469X6JobhZ+DCWAazT1QgNHohQS9Ue9eWgAAIABJREFUa9U6On3mnKgdinfv+0e2qjX/2++y/59/5e3XX5Eqd5czXPPqXmnWpb+s3bjF57y0Aeto319qQE4IWBvtDv1q9xdE7YqeMWMGv3XYsHm7PPl8T1E7VKc91G7nqg11fLL0B3m6TS/T308pTzTqw04Ba6Nxjh3cU3p2bB7wXv/n38PSqvsgWfbjeh8rdf2oAd0lJnPmVJ8Fc3/rFSDYgLW6z0+cPCN/7v1Lfv9zr/Zij3r5Q92vw/t18Rlfyj7VPa9eWFIvcaQ9zAas/X2vmlmvljysacTRAgSsrS8fAWvrTWkRAQQQQAABXQHC1iyMSAsQqo60MO0j4C4BgmXuqiezQQABBBAIToDnYHBenI0AAggg4C4BAtbuqiezsbcAAWt718cOo7MiYK3msXTFGmncoY/uDq3qc7Xz7+Lp8VK/Tg3daW/9Y7c06dhXtu/c4/O5Ch/269YmeZfWtCd8t2qd9H19gpQuVUwq3XWHlC9zq9xa4mZtB9LcuXIkh+3Ubttqx9KRE2b59HFTkYKycMoIeaBGZcOy+NvVU81v6YJJUqPKXamuNwpWBtqde+9fB6RltzhRfeodTg9YG+3ivHThJPnPA9VN3SJqd9/YPiP87mKdP29uGTP4JWne8FHJEhPjt00VPn556Jt+21EXGpkHE8BUO2+rgKfeSwmB1sXm7Tulaaf+uveKXsD6mx/WSv2mXXXnrcK5fbo8bxjuNfqOSBnuTY/7S03KCQFrI5tAgVejsKz63lnyzhh56P57tfq+/8lSbW3oHUb3lArGDx6TICPefkf3WjsFrI1eTlCWC6YM9/vXEtTk1FzHJszT/mpC2iOtZ8rPg7m/9RCDCVifOXteuvYfJXMXf+HTVKD1knSBv4C0CmgvnDpCbi9ZzPD71d9O4eNe66WF2DkQMBIgYG39+iBgbb0pLSKAAAIIIBBQgLB1QCJOMClAqNokFKchgICPAMEyFgUCCCCAgJcFeA56ufrMHQEEEECAgDVrAIHoCRCwjp61U3uyKmAdKKCnfJ6q/4BMHzNQChfM78N16fJl6TPsbXl75kKfz4x2IVY783YfGC/vLvrc5zoVmv7onbFyb6XyyZ+pMHbDti/rBsGffqSOJMQPkCKFfMenGlBzHDVxthbSTnvcV/VueW/ycFFjTXkYhQGNQufHT57WAoDT5y/xu7QiEbBW4fP+Iyf59Gk2lBfsfeCvvzlvDZHWTR433dyKnzbK8y8Oln1/H/R7zSN1a0qXNk2kZpW7pEC+PJIhQwZRu8SqnZzf+/AreWvGAlHu/o4mTz4sCfH9td3O9Y5gApgXLl6SnoPHigoxpj3Uup03YZg8eH81n8/UzrtdXx3td4dtvYC12vW4dY9B8u3Kdbr3lrKuU9P/iwXfr/pZWnaP0909+ePZ47T7OumI9v2l+nVCwFqN84c1G6Vp5/66jh1aNNR2TVYvA6Q9Nv72u/aihd7LJ2l3VPf3AohqU/UxfkgvyZE9W6ouEhMT5b0lX0mXV0f5fUHGKGCtdlhWoW61s3TaI2UA3999FUr9jHatf/zh+7W/RpD2u1j1H2iu6jtnwut9tBdz0h7B3N96cw0mYK2un7ngY2nfe5gum/oeix/Yw6eWSSefO39Beg4ep/v8aPzEQzJjTFzAv9bgry5p73nTX9Kc6CkBAtbWl5uAtfWmtIgAAggggEBQAoStg+LiZBEhVM0yQAABKwQIllmhSBsIIIAAAk4V4Dno1MoxbgQQQAABKwQIWFuhSBsImBMgYG3OyctnWRWwVoYq/Kl25V3243q/pG8O7S092jVN3lU65YlGAUQVPFS7WLdq/LgWgFY7wqrAoQroLvjoa93+2jz3pEwc3idVCE3tHKx2O1706be611S7504Z3Kuj3H/vPckBNBWG3blnv0x99wOZMmex7nVxPdtr12XMmCHV50Y716oTVQjw9b6dRQUlVfBR9aVCksPfminLV28wXJqRCFgbBRdVOLPz84212u3YtV/Onjvvs2N3sPfSJ0t/kKfb9PK5bOgrnUSZmj2MdqU124bReapO8ye9LrWqVfR7WrABzPHT3pNer43Tba/sbSVEhVMbPFhLsmXNImrdfvTVchk9cY6ofvwdeuFJtQOyenHhpUFjdS9LurdaPNtAbixUQAueK89/jxyTDz7/TtQ49YLrD9e+V959e6ioQHjSEe37S/UbSkDXKOCugviq1iqE7+/wd58Y7S5s1Kfq54n/1JZXOrfS7qmYzJlFhWSXfLlMXn9zpt+azxgbJ+2aPZ08TFWn5l0GyOr1m3WH3rFlI3m1exvteyfpO3TM1Lm6L6ikbMAoVGv0DKlXq6oWdr7j9pLaywubtu6QiuXLpLINpX6B1pm6f/p2e16eebSu9kKEWs+79/8jE2YulDmLPtMNkiuTxdNHS9WKd+raBXt/p20k2IB1oL9gkLReqt1TXvuOUIf6Tv516w7tfvf3jEu7ZvQm62+tli5VXBbPGC13lyttxdcqbbhYgIC19cUlYG29KS0igAACCCAQsgBh65DpXH8hoWrXl5gJIhB1AYJlUSenQwQQQAABGwnwHLRRMRgKAggggEDUBQhYR52cDj0sQMDaw8U3OXUrA9aqy6Ur1kjjDn387oSqAogLpgyXcqVL+YzQzC7YJqelBQj9heVUgLlF14GGux2b7UedZzQn9bnRrr7B9JP23EgErL/5Ya3Ub9rV1LCCDUHrNbp5+05p3L6vFmBPebRv/oy8NexlyZ4tq6mxqJMiFbJWO41PHd1fmj3ziO6LAUkDDDaAue6XrfJM2966OxqbnnSaE/2Fg48cO6G9WKACu1YdcycMlRaNGviYRPv+CiWgmx4Ba+WuXgp5oecQWbtxS9hl0NtR3egvAYTTodF3zZmz56Vr/1Eyd/EXAbvQC6CHUj+rLc3c48He32kxgg1Yq+sXfrxUOr7yut/naUDwNCeo3b3V7tU3Fi5geKm/sT5a7z5R933B/HmD7ZrzPSZAwNr6ghOwtt6UFhFAAAEEELBEgLC1JYyOboRQtaPLx+ARsL0AwTLbl4gBIoAAAghEUIDnYARxaRoBBBBAwPYCBKxtXyIG6CIBAtYuKmaEpmJ1wNpMSLp3p5YyvF8XyRIT4zOrQ0eOS2yf4fLx1ytCnnGgsJza0Vftet2p74iwg2uB+lKTOH3mnHQfGB9wl1i9CVevXEHbgfWrZat9Po5EwDrQDrgpB9GzY3MZNaC7tttuqIfaiVbtev75t6tSNaF2R35v8nApVCBfUE2rgOm0eUtkwKhJYddWdazqO35Ib3m+yROSKVNGw7EEG8A0c6/467Bwwfxy4eJFnzneVe52+V/CKG3H4LSHleHeLm2aSPzAHql2h0/qL9r3VygB3fQKWCujFT9tlOdfHBzWCx7qe2HW+MG6L6qolxaaduqvhbmDPdRu5AcPHfW5bHDvjjK4Vwe/LxgY7caesjHV/qdzxkuVu8sl/3Mo9Uu6WP3Vg46vDDfc1T2QgbrHR7zaTTq1etbwHg/2/k7bbygBaytfGlEvHc15a4jUqVk5EIn8/ude+W9sP/lt+5+pzrXiOz9g55zgCgEC1taXkYC19aa0iAACCCCAgOUChK0tJ7Vtg2cP/yhnDy2XM/8uk2uXTwYcZ8ashSRXyYaSq8QzkqNYg4DncwICCCCQJECwjLWAAAIIIOBlAZ6DXq4+c0cAAQQQIGDNGkAgegIErKNn7dSerA5YK4e9fx2Qlt3iRO1kq3eoQNvi6fFSv04N3c/Vbru9h4w3tSNq2gby580tE4b3kaZP15cMGTL4LYsKgX701XJ5dcTEkMN5KrA27rWe0rBBPcOdjdUgQgm3qt1ep4zuJ9/+sE4GvTHVZy6RCFhfu5Yo8ZPnSP+RkwIu6dhWjbTwcbasWQKe6+8E1V9c/BQZOWFWqlNKlyoui2eMlrvLlQ66bVXbZT+ul34jJsjPv24L+vqkC6rdc6eM6t9d6tWqGrC+6ppQApihvFDwxH9qa+OaueAjUcHWtMcHM+Kl0WMP6s5b7RTe67Xx8tk3K0N26d+jrfTv8YJuuDqp0WjeX6EEdNMzYK1sVq/fLF1fHS2btu0Iug61qlWUhPgBUr7srbrXhhJwV9+br/ftIpUqlJVG7V/xCVmr77iZ4+K0lz30DqO1n/b8VR/PFDWHpCOU+qVsU4WBXxn2VkhruuxtJbR5N3qsnuHzItT7O+U4QwlYq+tVyHr6/CUycPRkOX7ydNDrRV2Q9CypWeVuU9f7+0sGRs8cUw1zkmcECFhbX2oC1tab0iICCCCAAAIRFQg1bJ2zSF3JWbhWRMdG46EJsFN1aG5chQAC4QkQLAvPj6sRQAABBJwtwHPQ2fVj9AgggAAC4QkQsA7Pj6sRCEaAgHUwWt48NxIBayWpdqBu1T3O7y7CKrCXEN/f7w7FaifiDz7/XoaOm246AN3smUfk1e4viNrF1+yhwuBjp86TOYs+M73jsQqIN378YRnUq72ULFbUbFfy14FDWkju3UWfB7ymdZPHZcjLsVr7/gKIkQhYq4GdOXte2wF6wjvvG47zkbo1Zf6k16VAvjwB52N0gr8w38KpI+S5p+qH3Pa58xdk8WffydiEeT47sRo1qtZP59aNRdUgR/ZspvsPJWCtGlehSRUynzx7kWFfKgQ78KX20rFlQ21cCXM/1HZhT3u0ee5JmTi8j9+xK5fZ73+q1VeN2exRu3olGdSrgzxYq2rAMGpSm9G4v0IJ6KZnwDrJRr1Ior57Js9ZZOq7R9W/Z8cWonYPV/+30aFC1l8v/0leGjQ2YI1VYF9916hw9cHDR6VF14GyfPWGVM2r77wl74yRh+6/V7db1Z/amVutx0BrKu33Vij1SzsI9bz47JtVMnrSbFMvVaj5qF3p1V9TMPsdHur9nTTWUAPW6nrlq3YmHz1xjvbXF8weap10at1YXurQLKi/BqBeeEn7kk04L72YHS/nuUeAgLX1tSRgbb0pLSKAAAIIIBA1gVDD1rmK1JUchK2jVie9jtipOl356RwBBER8dv1Q/08iDgQQQAABBLwiQMDaK5VmnggggAACegIErFkXCERPgIB19Kyd2lOkAtYq8DZg1GQtQOjvmPbGAGnf/BnD3YFVEHLtxi2ydMUaWbPxN9m0dUfyLp5q91EVCqx7X1V57KFacstNhU3tNKw3nhOnTsvqnzfLF9//qO02nbIfFca7p3xZLbitQqYqYFq4YP6QSp6YmCjbduyR9z9ZKt+uXCdrNvymtWM0l2gHrNV41DjX/rJFFn60VFau/UV+2fJH8jjLlS4ldWpWFhWwVuM22incDNKBQ0d0Q50qLD+sT2fJmNH/TuRm2lc7wO7YvU++W/WzrP55kxYATZqPul6tITWP+6pV1HbWVbtmZ8qU0UzTqc4JJ4Cp/n/jaife95Z8pQVVf936hxa6VbukV69cQdsl/bEHa0nuXDmS+9ywebs8+XxPn92GbypSUD56Z6zcW6m84RwuX7kiv27ZoQVxVa3/3PNXqnBsSpeHa98bVq0jeX+FEtC1Q8A6qTiHjx6X739cr9VBfe8krc2U3zuq9uq7J2X9zSxQFab/9JuV8vFXy7V2k8LPNarcJaqm6gWGO8uUSr6H1ZroN3yC7s7oPdo1lfi4HpIlJsZv1+p58sHn32l9qntNvTwQaB6h1M/fAJLudfW8ULvYb9q2U/b9fVA7Xa3niuXLaN9boXyHh3N/q/7DCVgnzVd9T6hd75f/tEFbL7v2/p38XaHOUYFqNceqFe+UOjUqh7Rm1PdO1/6jfP6CRKvGj8mkEf20enIgEEiAgHUgoeA/J2AdvBlXIIAAAgggYEuBUMPW7GwdvXISqo6eNT0hgEBgAYJlgY04AwEEEEDAvQI8B91bW2aGAAIIIBBYgIB1YCPOQMAqAQLWVknSDgIIRErg2rVEGTJumrZTd8rj0Xr3ydwJQ6Vg/ryR6pp2EUAAAQRSCKhAevMuA2T1+s2pXGaMjZN2zZ7GCgFTAgSsTTEFdRIB66C4OBkBBBBAAAFnCIQatmZna+vrS6jaelNaRAABawQIllnjSCsIIIAAAs4U4DnozLoxagQQQAABawQIWFvjSCsImBEgYG1GiXMQQCC9Bb5btU4atn1Z27U56VA7MX86Z7xUubtceg+P/hFAAAFPCHyy9Ad5uk2vVHOteGcZeT9hpLaLPQcCZgQIWJtRCu4cAtbBeXE2AggggAACjhMINWzNztahl5pQdeh2XIkAAtETIFgWPWt6QgABBBCwnwDPQfvVhBEhgAACCERPgIB19KzpCQEC1qwBBBBwgsCJU6elXa9hsuTLZamGO+61XtKzY3MnTIExIoAAAo4WUH9NIC5+ioycMCvVPHq0ayrxcT0kS0yMo+fH4KMnQMDaemsC1tab0iICCCCAAAK2FQg1bM3O1oFLSqg6sBFnIICAvQQIltmrHowGAQQQQCC6AjwHo+tNbwgggAAC9hIgYG2vejAadwsQsHZ3fZkdAm4SmP/hl9KyW1yqKTV+4iGZMSZO8uTO6aapMhcEEEDAdgIHDh2RFl0HyvLVG5LHpv6SwEfvjJV7K5W33XgZkH0FCFhbXxsC1tab0iICCCCAAAKOEAg1bM3O1v+vvISqHbHUGSQCCPgRIFjG0kAAAQQQ8LIAz0EvV5+5I4AAAggQsGYNIBA9AQLW0bOmJwQQCE/g4KGj0rrHIPl25brkhgj3hWfK1QgggIBZgQ+/+F6ebd8n1emxrRrJ+CG9JVvWLGab4TwEhIC19YuAgLX1prSIAAIIIICA4wQIW5svGaFq81aciQAC9hYgWGbv+jA6BBBAAIHICvAcjKwvrSOAAAII2FuAgLW968Po3CVAwNpd9WQ2CLhdQG8X67ie7WVwr46SMWMGt0+f+SGAAALpInDu/AXpNiBeZr//aXL/6gWXhVNGyAM1KqfLmOjUuQIErK2vHQFr601pEQEEEEAAAUcLELb2LR+hakcvaQaPAAJ+BAiWsTQQQAABBLwswHPQy9Vn7ggggAACBKxZAwhET4CAdfSs6QkBBMIXOHz0uHR4+XX5ZOkPyY1Vr1xBFkweIaWKFw2/A1pAAAEEEPARWPfLVnmmbW9Rf0kg6WD3ahZKqAIErEOV838dAWvrTWkRAQQQQAAB1wh4OWxNqNo1y5iJIICAHwGCZSwNBBBAAAEvC/Ac9HL1mTsCCCCAAAFr1gAC0RMgYB09a3pCAAFrBD7+eoW06h4nZ86eT25wxtg4adfsaWs6oBUEEEAAgWSBa9cSZci4aTJs/Izkfytxy02yePpoqVrxTqQQCFqAgHXQZAEvIGAdkIgTEEAAAQQQQEAJeCFsTaiatY4AAl4SIFjmpWozVwQQQACBtAI8B1kTCCCAAAJeFiBg7eXqM/doCxCwjrY4/SGAQLgCFy5ekj7D3pKJs/6X3NRT9R+Q6WMGSuGC+cNtnusRQAABBFII/LFrnzwX+6ps2rYj+V/jB/aQXrEtJWPGDFghELQAAeugyQJeQMA6IBEnIIAAAggggEBaATeFrQlVs74RQMCrAgTLvFp55o0AAgggoAR4DrIOEEAAAQS8LEDA2svVZ+7RFiBgHW1x+kMAASsEtu/cI806D0gV+PtgRrw0euxBK5qnDQQQQAABEbl+/bqMn/ae9B4yPtnj8Yfvlxlj4uTGwgUwQiAkAQLWIbEZXkTA2npTWkQAAQQQQMBTAk4MWxOq9tQSZbIIIOBHgGAZSwMBBBBAwMsCPAe9XH3mjgACCCBAwJo1gED0BAhYR8+anhBAAAEEEEAAAQQQ8LoAAWvrVwABa+tNaREBBBBAAAHPCtg5bE2o2rPLkokjgIAfAYJlLA0EEEAAAS8L8Bz0cvWZOwIIIIAAAWvWAALREyBgHT1rekIAAQQQQAABBBBAwOsCBKytXwEErK03pUUEEEAAAQQQEBE7hK0JVbMUEUAAAf8CBMtYHQgggAACXhbgOejl6jN3BBBAAAEC1qwBBKInQMA6etb0hAACCCCAAAIIIICA1wUIWFu/AghYW29KiwgggAACCCCQRiCaYWtC1Sw/BBBAwJwAwTJzTpyFAAIIIOBOAZ6D7qwrs0IAAQQQMCdAwNqcE2chYIUAAWsrFGkDAQQQQAABBBBAAAEEzAgQsDajFNw5BKyD8+JsBBBAAAEEEAhTIBJha0LVYRaFyxFAwJMCBMs8WXYmjQACCCDwfwI8B1kKCCCAAAJeFiBg7eXqM/doCxCwjrY4/SGAAAIIIIAAAggg4F0BAtbW156AtfWmtIgAAggggAACJgXCCVurLs4eWi5n/l0m1y6fDNhjxqyFJFfJhpKrxDOSo1iDgOdzAgIIIOB2AYJlbq8w80MAAQQQMBLgOcj6QAABBBDwsgABay9Xn7lHW4CAdbTF6Q8BBBBAAAEEEEAAAe8KELC2vvYErK03pUUEEEAAAQQQCEEg2LC1mS4IVZtR4hwEEPCqAMEyr1aeeSOAAAIIKAGeg6wDBBBAAAEvCxCw9nL1mXu0BQhYR1uc/hBAAAEEEEAAAQQQ8K4AAWvra0/A2npTWkQAAQQQQACBMAXCCVsTqg4Tn8sRQMAzAgTLPFNqJooAAgggoCPAc5BlgQACCCDgZQEC1l6uPnOPtgAB62iL0x8CCCCAAAIIIIAAAt4VIGBtfe0JWFtvSosIIIAAAgggYKGAmbA1oWoLwWkKAQQ8I0CwzDOlZqIIIIAAAjoCPAdZFggggAACXhYgYO3l6jP3aAsQsI62OP0hgAACCCCAAAIIIOBdAQLW1teegLX1prSIAAIIIIAAAhESSBm2Vl3kKtlQcpV4RnIUaxChHmkWAQQQcK8AwTL31paZIYAAAggEFuA5GNiIMxBAAAEE3CtAwNq9tWVm9hMgYG2/mjAiBBBAAAEEEEAAAQTcKkDA2vrKErC23pQWEUAAAQQQQAABBBBAAAHbCxAss32JGCACCCCAQAQFeA5GEJemEUAAAQRsL0DA2vYlYoAuEiBg7aJiMhUEEEAAAQQQQAABBGwuQMDa+gIRsLbelBYRQAABBBBAAAEEEEAAAdsLECyzfYkYIAIIIICAH4HvvvtONm3aJJ07d5Zs2bKF5GTVc/DgwYPyxhtvSN++faVIkSIhjYWLEEAAAQQQiLYAAetoi9OflwUIWHu5+swdAQQQQAABBBBAAIHoChCwtt6bgLX1prSIAAIIIIAAAggggAACCNhewKpgme0nygARQAABBFwnkJiYKGXLlpUzZ85oweZOnToFHbQO9zl4+PBhGTFihCQkJEirVq1k2rRprnNmQggggAAC7hUgYO3e2jIz+wkQsLZfTRgRAggggAACCCCAAAJuFSBgbX1lCVhbb0qLCCCAAAIIIIAAAggggIDtBcINltl+ggwQAQQQQMDVAgsWLJDmzZtrc7zpppuSg9ZZsmQxNe9Qn4MqWD1q1CiZOnWqXLhwQTJlyiS7du2S4sWLm+qXkxBAAAEEELCDAAFrO1SBMXhFgIC1VyrNPBFAAAEEEEAAAQQQSH8BAtbW14CAtfWmtIgAAggggAACCCCAAAII2F4g1GCZ7SfGABFAAAEEPCNQrlw5+f3335Pnq4LW/fv3l27dugU0CPY5qILVI0eO1ILVFy9eTG6/Y8eO2i7WHAgggAACCDhJgIC1k6rFWJ0uQMDa6RVk/AgggAACCCCAAAIIOEeAgLX1tSJgbb0pLSKAAAIIIIAAAggggAACthcINlhm+wkxQAQQQAABzwm899570qJFC59533jjjTJw4EDp2rWrXxOzz8GjR49KfHy8TJgwIVWwOqnhvXv3SokSJTxnz4QRQAABBJwtQMDa2fVj9M4SIGDtrHoxWgQQQAABBBBAAAEEnCxAwNr66hGwtt6UFhFAAAEEEEAAAQQQQAAB2wuYDZbZfiIMEAEEEEDAswKJiYlStmxZ+fPPP3UNbrnlFm1H63bt2klMTEyqcwI9B1Ww+o033pBJkybJuXPndNvv0KGDTJs2zbP+TBwBBBBAwLkCBKydWztG7jwBAtbOqxkjRgABBBBAAAEEEEDAqQIErK2vHAFr601pEQEEEEAAAQQQQAABBBCwvUCgYJntJ8AAEUAAAQQQEBF/u1inxFFBa7WjdWxsbPI/+3sOHj9+XEaNGiUTJ06UCxcuGBrv27dPihcvTh0QQAABBBBwnAABa8eVjAE7WICAtYOLx9ARQAABBBBAAAEEEHCYAAFr6wtGwNp6U1pEAAEEEEAAAQQQQAABBGwvQMDa9iVigAgggAACJgQC7WKdsokSJUrIgAEDpE2bNj47Wh87dkzGjBkjEyZMkLNnzwbsmd2rAxJxAgIIIICAjQUIWNu4OAzNdQJpA9aumyATQgABBBBAAAEEEEAAAdsKlOsgN9h2cCL2Htz/wRGwtvMKYmwIIIAAAggggAACCCCAQIQECFhHCJZmEUAAAQSiLjBv3jxp1aqV6X5V0FrtPp3yyJEjh5w7d850G+xebZqKExFAAAEEbChAwNqGRWFIrhUgYO3a0jIxBBBAAAEEEEAAAQRsL0DAOvwSEbAO35AWEEAAAQQQQAABBBBAAAHHCRCwdlzJGDACCCCAgIFA2bJlZceOHVExio2NlalTp0alLzpBAAEEEEAgEgIErCOhSpsI6AsQsGZlIIAAAggggAACCCCAQHoJELAOX56AdfiGtIAAAggggAACCCCAAAIIOE6AgLXjSsaAEUAAAQQMBObOnSutW7eOuFGmTJlk165dUrx48Yj3RQcIIIAAAghESoCAdaRkaRcBXwEC1qwKBBBAAAEEEEAAAQQQSC8BAtbhyxOwDt+QFhBAAAEEEEAAAQQQQAABxwkQsHZcyRgwAggggEAAgTJlysjOnTsj6tSxY0dJSEiIaB80jgACCCCAQKQFCFhHWpj2Efh/AmkD1nYPOFA7BBBAAAEEEEAAAQQQcK6A035/3OChRNeHAAAgAElEQVQAagLWDigSQ0QAAQQQQAABBBBAAAEErBYgYG21KO0hgAACCKS3wJw5c6RNmzYRGwa7V0eMloYRQAABBKIsQMA6yuB052kBpwUcPF0sJo8AAggggAACCCCAgMMFnPb7g4C1wxccw0cAAQQQQAABBBBAAAEE3CpAwNqtlWVeCCCAgLcFbr/9dtm1a1dEEGJjY2Xq1KkRaZtGEUAAAQQQiKYAAetoatOX1wWcFnDwer2YPwIIIIAAAggggAACThZw2u8PAtZOXm2MHQEEEEAAAQQQQAABBBBwsQABaxcXl6khgAACHhaYPXu2vPDCC5YLsHu15aQ0iAACCCCQjgIErNMRn649J+C0gIPnCsSEEUAAAQQQQAABBBBwkYDTfn8QsHbR4mMqCCCAAAIIIIAAAggggICbBAhYu6mazAUBBBBAIEng6tWrctttt8n+/fstRWnfvr1Mnz7d0jZpDAEEEEAAgfQSIGCdXvL060UBpwUcvFgj5owAAggggAACCCCAgFsEnPb7g4C1W1Ye80AAAQQQQAABBBBAAAEEXCZAwNplBWU6CCCAAALJArNmzZK2bdtaJsLu1ZZR0hACCCCAgE0ECFjbpBAMwxMCTgs4eKIoTBIBBBBAAAEEEEAAAZcKOO33BwFrly5EpoUAAggggAACCCCAAAIIOF2AgLXTK8j4EUAAAQT8CVi9izW7V7PWEEAAAQTcJkDA2m0VZT52FnBawMHOlowNAQQQQAABBBBAAAEEjAWc9vuDgDUrGgEEEEAAAQQQQAABBBBAwJYCBKxtWRYGhQACCCBgkcDMmTNFBaPDPdi9OlxBrkcAAQQQsKMAAWs7VoUxuVXAaQEHt9aBeSGAAAIIIIAAAggg4AUBp/3+IGDthVXJHBFAAAEEEEAAAQQQQAABBwoQsHZg0RgyAggggIBpAat2sW7Xrp3MmDHDdL+ciAACCCCAgBMECFg7oUqM0S0CTgs4uMWdeSCAAAIIIIAAAggg4EUBp/3+IGDtxVXKnBFAAAEEEEAAAQQQQAABBwgQsHZAkRgiAggggEBYAioY3aFDh5DbYPfqkOm4EAEEEEDA5gIErG1eIIbnKgGnBRxchc9kEEAAAQQQQAABBBDwmIDTfn8QsPbYAmW6CCCAAAIIIIAAAggggIBTBAhYO6VSjBMBBBBAIFSBcHexZvfqUOW5DgEEEEDA7gIErO1eIcbnJgGnBRzcZM9cEEAAAQQQQAABBBDwmoDTfn8QsPbaCmW+CCCAAAIIIIAAAggggIBDBAhYO6RQDBMBBBBAICyB6dOnS8eOHYNug92rgybjAgQQQAABBwkQsHZQsRiq4wWcFnBwPDgTQAABBBBAAAEEEEDAwwJO+/1BwNrDi5WpI4AAAggggAACCCCAAAJ2FiBgbefqMDYEEEAAAasEQt3Fmt2rraoA7SCAAAII2FGAgLUdq8KY3CrgtICDW+vAvBBAAAEEEEAAAQQQ8IKA035/ELD2wqpkjggggAACCCCAAAIIIICAAwUIWDuwaAwZAQQQQCAkgWnTpklsbKzpa9m92jQVJyKAAAIIOFSAgLVDC8ewHSngtICDI5EZNAIIIIAAAggggAACCGgCTvv9QcCahYsAAggggAACCCCAAAIIIGBLAQLWtiwLg0IAAQQQiIBAsLtYs3t1BIpAkwgggAACthIgYG2rcjAYlws4LeDg8nIwPQQQQAABBBBAAAEEXC3gtN8fBKxdvRyZHAIIIIAAAggggAACCCDgXAEC1s6tHSNHAAEEEAheICEhQTp16hTwQnavDkjECQgggAACLhAgYO2CIjIFxwg4LeDgGFgGigACCCCAAAIIIIAAAj4CTvv9QcCaRYwAAggggAACCCCAAAIIIGBLAQLWtiwLg0IAAQQQiKBA0aJF5eDBg4Y9sHt1BAtA0wgggAACthEgYG2bUjAQDwg4LeDggZIwRQQQQAABBBBAAAEEXCvgtN8fBKxduxSZGAIIIIAAAggggAACCCDgbAEC1s6uH6NHAAEEEAheYOrUqdK5c2fDC/fs2SMlS5YMvnGuQAABBBBAwEECBKwdVCyG6ngBpwUcHA/OBBBAAAEEEEAAAQQQ8LCA035/ELD28GJl6ggggAACCCCAAAIIIICAnQUIWNu5OowNAQQQQCASApcvX9bC0/52sW7btq3MnDkzEl3TJgIIIIAAArYSIGBtq3IwGJcLOC3g4PJyMD0EEEAAAQQQQAABBFwt4LTfHwSsXb0cmRwCCCCAAAIIIIAAAggg4FwBAtbOrR0jRwABBBAIXWDy5MnStWtXnwYyZcoku3btkuLFi4feOFcigAACCCDgEAEC1g4pFMN0hYDTAg6uQGcSCCCAAAIIIIAAAgh4VMBpvz8IWHt0oTJtBBBAAAEEEEAAAQQQQMDuAgSs7V4hxocAAgggECmBm2++WQ4cOJCq+Xbt2smMGTMi1SXtIoAAAgggYCsBAta2KgeDcbmA0wIOLi8H00MAAQQQQAABBBBAwNUCTvv9QcDa1cuRySGAAAIIIIAAAggggAACzhUgYO3c2jFyBBBAAIHwBKZMmSJdunRJ1ciePXukZMmS4TXM1QgggAACCDhEgIC1QwrFMF0h4LSAgyvQmQQCCCCAAAIIIIAAAh4VcNrvDwLWHl2oTBsBBBBAAAEEEEAAAQQQsLsAAWu7V4jxIYAAAghEUqBYsWLy999/a12we3UkpWkbAQQQQMCOAgSs7VgVxuRWAacFHNxaB+aFAAIIIIAAAggggIAXBJz2+4OAtRdWJXNEAAEEEEAAAQQQQAABBBwoQMDagUVjyAgggAAClglMmzZNYmNjJVOmTLJr1y4pXry4ZW3TEAIIIIAAAnYXIGBt9woxPjcJOC3g4CZ75oIAAggggAACCCCAgNcEnPb7g4C111Yo80UAAQQQQAABBBBAAAEEHCJAwNohhYrwMK+c3SdXzuyVK+f2y9Vz/8jVC//KtQuH5drFo3Lt0glJvHJKEq+clcSr5+X6tUtyPfGKyPVrER4VzSOAAAIIIIAAAgiEJHBDRrkhQ2a5IWMWyZApu2TInFMyZM4jGbPkk4xZC0rGbIUlU7YbJVOOmyVzjuKSOVdJyZyzREhdcZGzBQhYO7t+jN5ZAk4LODhLl9EigAACCCCAAAIIIIBASgGn/f4gYM36RQABBBBAAAEEEEAAAQQQsKUAAWtbliVig7p8crtcPL5JLh3fIpdPbpPLp/6Qy6d2/v+BaQ4EEEAAAQQQQAABzwqoQHZMntISk6esxOS9U7LkryBZ81eUmLzlPGvihYkTsPZClZmjXQScFnCwixvjQAABBBBAAAEEEEAAgeAFnPb7g4B18DXmCgQQQAABBBBAAAEEEEAAgSgIELCOAnI6daF2oD5/aLVcPPyTXDiyTi4e3SCJV86k02joFgEEEEAAAQQQQMCJAhky55KsBatItkL3StbCNSV7kfu0HbA53CFAwNoddWQWzhBwWsDBGaqMEgEEEEAAAQQQQAABBPQEnPb7g4A16xgBBBBAAAEEEEAAAQQQQMCWAgSsbVmWkAZ1/eoFOffPN3Lu4Pdy/sByuXR8U0jtcBECCCCAAAIIIIAAAkYCWfJXlOxF60qOmx6UHDf/R27IlA0whwoQsHZo4Ri2IwWcFnBwJDKDRgABBBBAAAEEEEAAAU3Aab8/CFizcBFAAAEEEEAAAQQQQAABBGwpQMDalmUxPagrZ3bL2f2fydm/vpRzf39l+rq0J2bKkl8yZysqmbPdJJmyFZZMWQqJ+reMMXklY+Y8kiFzTsmQMbtkyJhVbsiYRW64IZPIDRlC7o8LEUAAAQQQQAABBCIocD1Rrl+/KtevXZLEaxcl8dp5SbxyVq5dOSXXLp+Uq5eOy9VLR+TqhcNy5cJBuXLhgPZvoR45bnlUchZrIDmLPyGZc90aajNclw4CBKzTAZ0uPSvgtICDZwvFxBFAAAEEEEAAAQQQcIGA035/ELB2waJjCggggAACCCCAAAIIIICAGwUIWDuvqipUfWbPB3Jm7xK5cPinoCagQtNZcpeVLLlulyy5bpMsOUtJTI7iov70OwcCCCCAAAIIIICAdwUSr5yRy+f2y6Wze+TSmV1y6cyfcun0H0EHr7MVrim5SjaUXKWeJWztgOVEwNoBRWKIrhFwWsDBNfBMBAEEEEAAAQQQQAABDwo47fcHAWsPLlKmjAACCCCAAAIIIIAAAgg4QYCAtROqJHL96gU5tWu+nN61UM4f+M70oLPmvVOy56soWfPeJdnylpfM2W82fS0nIoAAAggggAACCCBw5fw/cuHkVrl48jc5f2KTXDy5zTRK9qIPSe7bmkqe21rIDZmymb6OE6MnQMA6etb0hIDTAg5UDAEEEEAAAQQQQAABBJwr4LTfHwSsnbvWGDkCCCCAAAIIIIAAAggg4GoBAtb2Lu+FQ6vl1M7ZcmrnXLl+7WLAwcbkLCk5ClaXHAWrSfb8VdiZOqAYJyCAAAIIIIAAAggEI6B2uj5/fIOcO/qznDu6Vi6f3Rvw8hsyZpU8pVtJntJtJFuR+wKezwnREyBgHT1rekLAaQEHKoYAAggggAACCCCAAALOFXDa7w8C1s5da4wcAQQQQAABBBBAAAEEEHC1AAFre5b31M45cvL36XLh0I8BB5i9QBXJWbi25CxcS2Jylgp4PicggAACCCCAAAIIIGCVwOWze+Ts4R/l7OGVcv7YhoDNZitSS/Le0UHylH4+4LmcEHkBAtaRN6YHBJIEnBZwoHIIIIAAAggggAACCCDgXAGn/f4gYO3ctcbIEUAAAQQQQAABBBBAAAFXCxCwtk95E6+clRPbJsrJ7VPkytn9hgPLnr+S5LrpIcl1Yz3JlLWIfSbBSBBAAAEEEEAAAQQ8K3D14iE58+8yOXPwOzl//BdDh8w5i0vecp0l353dJEPmnJ41S++JE7BO7wrQv5cEnBZw8FJtmCsCCCCAAAIIIIAAAm4TcNrvDwLWbluBzAcBBBBAAAEEEEAAAQQQcIkAAev0L+S1i8fk+JbxcmLr26L+5Lq/I3P2opLn5gaSu+ij7FSd/mVjBAgggAACCCCAAAIGAmpn69MHvpJT/3wpV84f8Htmhsy5JF/5HpK/Qk/JmLUAplEWIGAdZXC687SA0wIOni4Wk0cAAQQQQAABBBBAwOECTvv9QcDa4QuO4SOAAAIIIIAAAggggAACbhUgYJ1+lU28fFqObY6X47+NlevXLvodSM4idSRvsSclZ5G66TdYekYAAQQQQAABBBBAIESBs4eWy8m/PpWzh1b4beGGjFkl/129pcDdfSRDTO4Qe+KyYAUIWAcrxvkIhC7gtIBD6DPlSgQQQAABBBBAAAEEEEhvAaf9/iBgnd4rhv4RQAABBBBAAAEEEEAAAQR0BQhYp8/COLZplKj/JV4+pV+XDDGSr8Szkrd4I3arTp8S0SsCCCCAAAIIIICAxQJqV+uT+z+UE/s+kOuJl3VbzxCTRwpU7Kf9jyPyAgSsI29MDwgkCTgt4EDlEEAAAQQQQAABBBBAwLkCTvv9QcDauWuNkSOAAAIIIIAAAggggAACrhYgYB3d8p7aOUeO/jJMrpzepdtxpiz5JV/JppKvRBNRfy6dAwEEEEAAAQQQQAABtwkkXjkjJ/YtkhN7F8rVS8d1p5c5921SsFKc5Cn9vNumb6v5ELC2VTkYjMsFnBZwcHk5mB4CCCCAAAIIIIAAAq4WcNrvDwLWrl6OTA4BBBBAAAEEEEAAAQQQcK4AAevo1O7CodVyZMMgOX/gO90OM2UpKPlvbSn5SzUXuSFDdAZFLwgggAACCCCAAAIIpKfA9UQ5vuc9Ob57nly9dFR3JNmLPiSFqgyVbEXuS8+RurZvAtauLS0Ts6GA0wIONiRkSAgggAACCCCAAAIIIGBSwGm/PwhYmywspyGAAAIIIIAAAggggAACCERXgIB1ZL2vX70gh9e/Kie2vKXbUYZMOaXA7W2kwK2tCVZHthS0jgACCCCAAAIIIGBXgeuJcmz3u3Lsz9mSePWs7ijzVXhRClcdKTdkymbXWThyXASsHVk2Bu1QAacFHBzKzLARQAABBBBAAAEEEEBARJz2+4OANcsWAQQQQAABBBBAAAEEEEDAlgIErCNXltO7F8qRdX3lytn9up3kv7WVFLy9rWTInCtyg6BlBBBAAAEEEEAAAQQcIpB45Ywc/fMdOb57ru6IM+csLoXuHS25b23qkBnZf5gErO1fI0boHgGnBRzcI89MEEAAAQQQQAABBBDwnoDTfn8QsPbeGmXGCCCAAAIIIIAAAggggIAjBAhYW1+maxePyeG1veTUznd1G89903+kYJmOEpOzlPWd0yICCJgWuHr1mmzevlN+WLNRVvy0Ubbv3CN/7NqXfH2lCmWlxC03Sc2qd0utahXlnvJlJEd2ds00DcyJCCCAAAIIhChw+eweObpjmpw++I1uC3lKt5bC1cdJxqwFQuyBy5IECFizFhCInoDTAg7Rk6EnBBBAAAEEEEAAAQQQsFrAab8/CFhbvQJoDwEEEEAAAQQQQAABBBBAwBIBAtaWMCY3cmbPIjn004ty9fxBn4az5LpVCpXtIjmL1LW2U1pDAIGgBM6dvyCz3/9UJrzzfqpAdaBG8ufNLR1aNJQubZpI8ZtvDHS6Kz/f+9cBWfDR19Kp9bOSL09uV86RSSGAAAII2Efg7KHlcuSPyXLpzG6fQWXKfpMUqfmW5CrVxD4DduBICFg7sGgM2bECTgs4OBaagSOAAAIIIIAAAggggIA47fcHAWsWLQIIIIAAAggggAACCCCAgC0FCFhbV5ZDP3WXE1sn6jZYsHQ7KVims3Wd0RICCAQtcP36dflpw2/y0qAx8vOv24K+PukCFbQeM/glad7wUckSExNyO0668NiJU/LOgo9l1MTZUu2e8jJ/0utSIF8eJ02BsSKAAAIIOFjg6I4pcnTnTN0Z5CvfTYrUnODg2aXv0AlYp68/vXtLwGkBB29Vh9kigAACCCCAAAIIIOAuAaf9/iBg7a71x2wQQAABBBBAAAEEEEAAAdcIELAOv5QXj26Qf1d1kotH1/s0lj1/JSlc7iXJmrd8+B3RAgIIhCygwtVfLftJOvcbKfv+9t1hPpSGR7zaVXrFtnB9yHrX3r+lZfc4WbPhN43pkbo1CViHsmC4BgEEEEAgLIGLJ7fK4e1vyvnjv/i0k7VgVbnx/qmStWCVsPrw4sUErL1YdeacXgJOCziklxP9IoAAAggggAACCCCAQPgCTvv9QcA6/JrTAgIIIIAAAggggAACCCCAQAQECFiHh3ryjxny78oOuo0ULNNJCpZuH14HXI0AApYIbN+5R17oOUTWbtySqr3a1StJu2ZPywM1KkuhAnklZ47syZ9fuHhJ/j18TH5Ys1FmLvhYVq71DXTNnTBUWjRqIDrhJEvGbYdG/ti1T56LfVU2bduhDYeAtR2qwhgQQAAB7woc3TlDju6YqgtwY+3pkrcs//0dzOogYB2MFuciEJ6A0wIO4c2WqxFAAAEEEEAAAQQQQCA9BZz2+4OAdXquFvpGAAEEEEAAAQQQQAABBBDwK0DAOvTFcWjNS3Jiy1s+DWTJdbsUqdBX1O7VHAggkP4Cly5flgGjJsvYqfOSB5MrZ3YZP6S3tHy2gakdqBMTE+WDz7+XV4a9lWoH7Ir/H3t3Am9T9fdx/NfFNc9TJFOEiMwyy9BMpkyRMiRJoWS6ZB6KkohST4ZChpJQInOGCOGPyFjGzPN079Padbd7zj33nr3P2fvevc/97Nfr/+rvnrV+a633Wuf2nOf/PcsD98usScOlyH35En+hNs2AgLVNsJRFAAEEEAhYQN1ifWLHSLl+cV+sGplLvCY5K70fcO2k1pGAdVLbcdabmAJuCzgkphVjI4AAAggggAACCCCAQHACbvv8QcA6uP2mNwIIIIAAAggggAACCCCAgE0CBKzNw96+dlKOrnheLv/5fazOmfI2lLtL9Ba5K8x8YXoggIAtAjv37JemHd8SdYt19PPxO32lfctnTN08HRUVJd8vXyfNOvWSi5eu6LVGD+gm3Tq2NFXLloXaVJSAtU2wlEUAAQQQCE4gKlKO7xgu5w5/HatO2jyPSe6aUyRZqhzBjZEEehOwTgKbzBIdI+C2gINj4JgIAggggAACCCCAAAIImBZw2+cPAtamt5gOCCCAAAIIIIAAAggggAACCSFAwNqc8rVTv8jRFa3kxvm9sTre/WAfyZS3kbmCtEYAAdsFZn27RJp36qOP0/DxWvLpmAjJnDGD6bF93Yb9WK3KMm3cIMmWJZPpem7oQMDaDbvEHBFAAIGkK3Du8Dw5vn1YLIDwjIUld80vJFX28kkXx8DKCVgbQKIJAhYJuC3gYNGyKYMAAggggAACCCCAAAKJIOC2zx8ErBPhkDAkAggggAACCCCAAAIIIICAfwEC1v6NoltcPPiNHF3eQqJuX/PoFJ4uv+QqOUBSZ37QeDFaIoBAggkMfm+y9H9noj5e71dfkME9X5ZkyQK7aX7Zmo3S8MU39FusHyxWSL6aNEKKFsqfYGtKyIEIWCekNmMhgAACCAQicPXsdjn220C5cemgR/e7kqWS3LVmSPr8zwRSNkn0IWCdJLaZRTpEwG0BB4ewMQ0EEEAAAQQQQAABBBAIQMBtnz8IWAewyXRBAAEEEEAAAQQQQAABBBCwX4CAtTHjc7s/luNrXorVOF3OGpK71NsSliK9sUK0QgCBBBfwDlgP6NFRBnTvID4CRYbmdujPY9Kyc1+JjIqSDOnSSooUyWVY71ekZLHCev+de/ZL045vya69B7SfpU+XRhZ/MU6qlC9laIzoRmfPX5B23QfL14uXaz8qXCCvzJk80mOsmAVV+6WrNsqin9bKtp2/y5Yde7SXs2TKIKWK3y+Vyjwo9WpUkoplSkjqVCnjnMvaX7ZJ1QbtDM211AP3y6xJw6XIffnibX/12nXZ8OsObS0bt+6U9Zu363Mr/1BxzUbdLv7A/QUkLMxY+P302fPS6pV+8sOKdVqtl1o3kvcG9tDXdviv4zJz/hJZsmK9bNy6QwvF58uTS1u/GuuJR6pIhvRpY807MjJS/vf7AVG3ny9dvVGfa+kSRaRsyWLSttnTUrF0CUmePJkhIxohgAACCNgvEHnzohzd9rZcOrEy1mB3V50kmYp2tH8SLhyBgLULN40pu1bAbQEH10IzcQQQQAABBBBAAAEEEBC3ff4gYM2hRQABBBBAAAEEEEAAAQQQcKQAAWv/23J62wg59UvvWA2zFGghOR7o4b8ALRBAIFEFho/7P+kzfLw+BxWs/XRMhGTOmMG2eakwcbcBo2XStHn6GOrW7L6vvWgq2K2Czo+3elW/LVsFez8c2lPSpkntMfcz5y7I6InTZeLUOaL+u79HhaH7d+8gjZ98RFKGh8dqbmXA+vqNGzJ34U8yaMwnom7D9vc8VbeaDHzjJVFhZn8h+LgC1rdu3ZYRH34u4z6bqdv5Glc5vD+ohzxa82F9rOMnT0vfEePls5nfxjtVdY7eG9hdC2zzIIAAAgg4R+Dk/0bLmQMzYk0oe/nhkrVUL+dM1CEzIWDtkI1gGklCwG0BhySxKSwSAQQQQAABBBBAAIEQFXDb5w8C1iF6EFkWAggggAACCCCAAAIIIOB2AQLW8e/gqU395PTWobEa5Sj2umQp+Jzbt5/5I5AkBH5ctUHqNX9FX6u6TXriyD7S4plH/QZ4gwGat+gnady+p17isVqVZdq4QZItSyZDZaOiomTo2M8kYtRHevvpHw6WVo0e9+j/1/GT8krvkTL/h9g3dvobqEOrhjKi76vaDdcxH6sC1iqs3HPIWJk2Z5G/qXi8rvZoWO8u0ql143hvifYVsH7rlbby1tAPZPaCpYbGVAHpKWMHSo2Hy2gB8HbdB4lav5GnZuWy8vn7bxOyNoJFGwQQQCABBc7sny4nd70fa8SsD/WV7OWGJOBMnD8UAWvn7xEzDB0BtwUcQkeelSCAAAIIIIAAAgggkPQE3Pb5g4B10jujrBgBBBBAAAEEEEAAAQQQcIUAAeu4t+nkhjflzPZ3YzXI/dAgyXDPE67YXyaJAAIix078LW269pelqzfqHCpQ3O/19tKuRQPJkD6tLUwHDh+VFp37yIZfd2j1VWj468/eldpVKxgaz3veFcuUkBkThkmBvLn1/pevXJWeQz6QCZ/P9qipbmZ+uFxJKVoov/bzi5cuy5qNW2Xlul9jja1u1u7Vpa1HkHnvgcMyb9Fyre2Zs+dl2txFmqN6ihUuIM/WryupU6XU/pwyPIU0b/Co3J0jq0ftE6fOyEs9h8YKfiuHCg+VkEplS0j6dGnjnZsKf/d46bk4Q9beAeumT9fRbuSePvdOoFu51alWQRvr8F/HZdnqjbFu0q5fr7oMfutl6T9qoj5fNU+1V+UfekBb1y9b/yfL1myMdSN2RLf2MqB7R0mWLMzQvtIIAQQQQCBhBC78tUiObu0fa7AsD74hOSq+kzCTcMEoBKxdsElMMWQE3BZwCBl4FoIAAggggAACCCCAQBIUcNvnDwLWSfCQsmQEEEAAAQQQQAABBBBAwA0CBKx979LJ9d3lzI73PF68Kyxc7ik7StLlqOqGrWWOCCDwn4C6CfqLeYul9as+QlaZMkiLho9Jkydra0HatGlSW+Z24+ZN6TV0nLz38Zd6TTNhXBXmbfjiG3qgt2u75jIqoqsWII5+Fi5do4W4L166ov1I3cY8buib8nitKrFCycph38Ej8taQcfL14n/D0+pRgenZH4+U4kUK+ly7utW52Uu9Zdv/ftdef7Tmw/LF+CGSNXPGOK18Bb9VYLnz803ltfYtJFfObB591dxUIL3fyAky45sf9NdUn4/f6SfNG9TzOZZ3wDpmo3o1KsnQXp2lzINFJSzsTvhZze2dj6bJwOCamXwAACAASURBVNEfe9RUc4oOkb/xcmvp2bmNZM+a2aPN/kN/SdeId0S5Rz++gu+WHSIKIYAAAggEJXDp5Br5a3NPiYq84VEnS4lukqPSmKBqh0pnAtahspOsww0Cbgs4uMGUOSKAAAIIIIAAAggggIBvAbd9/iBgzUlGAAEEEEAAAQQQQAABBBBwpAAB69jb4uvm6mQpMsg95UZLmiylHbmPTAoBBOIXUKHaviMmyNjJM+JtWOPhMtqtxY9ULS8litwnGTOkC4rWOyStblKe+sGgWAFj70Fu346UgWM+lsHvTdZfWjJzvNStXlH/s68A99zJo6TRE4/EO+fjJ09L+zcGe4SEx7zdXbp1bOmzXyABaxVof65LhF5PBaUnDO8lLRs+5hF29h7w6rXrMmr8FHk7Rvi5VpVyMm3cILnn7hyx5hdXwLrBozVk0qi+kjN7Fp9rOnv+grTrPtgjaB7d0N+t2bv2HpAWL/fVA+eq3/zPx4i6BZsHAQQQQMB5AlfObJG/NvWQ2zcveEyOm6z/5SBg7bwzy4xCV8BtAYfQ3QlWhgACCCCAAAIIIIBA6Au47fMHAevQP5OsEAEEEEAAAQQQQAABBBBwpQABa89tO7Wpn5zeOtTjh8lTZpE85d6TVJmKu3KPmTQCCPwroMK7oydOl1ETpug3PvuzKV2iiDxWq7Ko25ADueFa3Yjcpmt/Wbp6ozaUChp//dm7Wog7vufoiVPS6pV+suLnzVozX8FsFRJWt3JH36Zc6oH7Zdak4VLkvnz+liXzFv0kjdv31Nu1bvKEjB/WS5uf92M2YO0rvOwvtBxzzAsXL8ur/UbJ1NkL9R9PHh0h7Vo0iDU3XwFrdRP1N5+Nlgql4/+dPWnaPOn01jCPmk2friOTRvWRzBkzxGnoK9geX0Dd72bQAAEEEEDAdoFr53bKn5u6ya3rZzzGyvpQX8lebojt4zt5AALWTt4d5hZqAm4LOISaP+tBAAEEEEAAAQQQQCApCbjt8wcB66R0OlkrAggggAACCCCAAAIIIOAiAQLWdzbr9LYRcuqX3h67p4Wry4+VVBmLuWhXmSoCCMQlEBUVJVt27JEh73/q8/bi+ORU+Ljh47WkU5vGUrF0iXhvYo6uo8YbOvYziRj1kV46olt7GdC9oyRLFhbncN8uWSUN2naPt493uLhwgbwyZ/JIKVmssN8DsHvfQen45lDJkD6tPFT8filaKL+ocHHK8PBYfc0GrL1v7Y7vBuq4Jupdo8lTtWXyuxGxbhT3FbBu2+xp+XBoT0mbJnW8Dmt/2SZVG7TzaDP9w8HSqtHjfv3e+/hL6f72GL3doDc7idpXHgQQQAAB5wpcO79L/vzltVgh6+zlh0vWUr2cO3GbZ0bA2mZgyiMQQ8BtAQc2DwEEEEAAAQQQQAABBNwr4LbPHwSs3XvWmDkCCCCAAAIIIIAAAgggENICBKz/3d5zuz+W42te8tjrZCkyyL0VxnFzdUi/A1hcUhWIjIwUFRyeu/AnmT53kfbfzTxP1a0mg3u+rIWT/T0bt+yUZ17sIeo2a/XUrFxWvhg/RHLnzO6zq/cNyXHdyHzl6jV5LeJdmfzlN3qdDq0airotOkumuG9g9jdf79fNBKx9BcqVU9/XXhQfAa44p+J9g3dc4XFfAWujt0n/tmuvNGn/luw9cFibh5mA+hfzFstzXSL0+ROwNnuqaI8AAggkjoC6yfrIxlfl9s0LHhO4u+okyVS0Y+JMKpFHJWCdyBvA8ElKwG0BhyS1OSwWAQQQQAABBBBAAIEQE3Db5w8C1iF2AFkOAggggAACCCCAAAIIIBAqAgSsRS4e/Eb+WtrQY0vvCguXeyuOlzRZSofKVrMOBBCIQ0CFrY+fOi2r1m+R75f/LCt+3iyH/jzm10uFmMcN7SnNG9SL9zbr8xcuSfs3Bsuc75bpNZfMHC91q1f0OcaBw0elRec+suHXHdrr6tbsT8dESOaMsUPTn86YL+17DPao82CxQvJc4yfkqTpV5f6C+SR58mR+1xJfAzMB64uXrsgrfUbItDmL9JIzJw6TZvXrmZqDr/D4/M/HSP161T3q+ApYx2cbs7P3uiqXKylfThgq+fLk8jtXAtZ+iWiAAAIIOFbgypktcmTDKxIVecNjjvfU+VrS53/GsfO2a2IErO2SpS4CsQXcFnBgDxFAAAEEEEAAAQQQQMC9Am77/EHA2r1njZkjgAACCCCAAAIIIIAAAiEtkNQD1tdO/SKHvqsuUbeveexznvLvS7ocVUN671kcAgj4FogOXG/atkvmLfop3sB1+nRpZOLIPtLimUfjvaF50rR50umtYfqAvV99QbsBO1mysFiTUGM2bt9T/3l8NzL/dfyktH61vyxfu8nnYlRYWN2Y3eiJR6TCQ8UlZ/Yspm6SVkXNBKy9b55W/bu88KzkyZ3T1HG7efOWFnZf+8s2vZ9yfql1I486vgLWa+Z/KlXKl/I7npl1eRcjYO2XlwYIIICAowUunVwjf/7yuscc70qWSvI9tUpSZS/v6LlbPTkC1laLUg+BuAXcFnBgLxFAAAEEEEAAAQQQQMC9Am77/EHA2r1njZkjgAACCCCAAAIIIIAAAiEtkJQD1revnZRDC6rKjfN7PfY490ODJMM9T4T0vrM4BBAwLnDr1m3ZtfeAqNuip81ZKGfOXfDoXOqB+2XGR0OlWOECcRbduWe/NO34llZHPSr0/MX4IZI7Z3aPPtdv3JCegz+QDz6dqf28cIG8MmfySClZrHCctVet/1U6vjlUC0L7eyqWKaGFrZ+uW02K3Jcv3pu3o2uZCSJ7t/U3HzOvD3qzk0R0a+/RxTtgbcQrkHV5z5OAtZmdoy0CCCDgTIELfy2So1v7e0wuPGNhyff0GkmWKoczJ23DrAhY24BKSQTiEHBbwIGNRAABBBBAAAEEEEAAAfcKuO3zBwFr9541Zo4AAggggAACCCCAAAIIhLRAUg5YH/n+cbn85/ce+5uj2OuSpeBzIb3nLA4BBAIX2H/oL3lj0Pvy9eLlHkVU8HdA944+b6RWDS9fuSpd+o6Sz2ct0PvN/3yM1K9X3aOOd0C5bbOn5cOhPSVtmtTxTvrgkaMy4N1JMnX2QsOLe7BYIenx0nPS5Kna8dZ3U8Bahd1nTRquhcf9PWbW5V2LgLU/XV5HAAEE3CFwZv90ObnrfY/Jps3zmNz72GJ3LMCCWRKwtgCREggYFHBbwMHgsmiGAAIIIIAAAggggAACDhRw2+cPAtYOPERMCQEEEEAAAQQQQAABBBBAQCSpBqxPrH9dzu4Y63EEshRoITke6MGxQAABBOIVOHHqjLzUc6jM/2Gl3i6uG6ljFpq36Cdp3L6n/qNuHVvKiL6vSniKFPrPvIO70z8cLK0aPW5oR6KiouTQn8dk+tzFMn3uIkM3WqvCDR+vJe8N7C758uTyOY6ZIHJi32BNwNrQUaERAggggEAMgZP/Gy1nDszwMMlc4jXJWckzeB2qaASsQ3VnWZcTBdwWcHCiIXNCAAEEEEAAAQQQQAABYwJu+/xBwNrYvtIKAQQQQAABBBBAAAEEEEAggQWSYsD63J7Jcnx1Bw/pdDlrSJ5yoxNYn+EQQMBOgUuXr8jEqXNlxbrNcv36Ddl74IhM/WCgVK9UJuhhl63ZKA1ffEMuXrqi1cqVM5ssmPKelC1ZLM7aBw4flRad+8iGX3dobSqXKylfThiqB5u9b7muWKaEzJgwTArkzW16vpGRkXLk6AlZtX6LLPhxlSxbvVHOnLsQZx0Vsp40qo9kz5o5VptgAtZmAs+mFykip8+el1av9JMfVqzTupsZz8y6vOfGDdaB7BZ9EEAAAecK/Lmph1w6ceeLU2qmd1f7RDIVae/cSVs0MwLWFkFSBgEDAm4LOBhYEk0QQAABBBBAAAEEEEDAoQJu+/xBwNqhB4lpIYAAAggggAACCCCAAAJJXSCpBayv/b1ZDn5TzmPbw9Pll/yV/0/CUqRP6seB9SMQUgLnL1yS9m8MljnfLdPXNXFkH3mpdaOg16luim7Zua/8vOk3vdaa+Z9KlfKl4qx94+ZN6TV0nLz38Zd6m7mTR0mjJx7R/rxzz35p2vEt2bX3gPbnru2ay6iIrpIyPDzo+aqxf//jsCz6aa2om7SjQ94xC8ecS8yfmwki7zt4RJp36iObf9ullUifLo0smTFeKpV9MOg1+CpAwNoWVooigAACSU4g8uZFOfjzC3Lj0kGPted/ZpOkylY2pD0IWIf09rI4hwm4LeDgMD6mgwACCCCAAAIIIIAAAiYE3Pb5g4C1ic2lKQIIIIAAAggggAACCCCAQMIJJLWA9cFvysu1vzd5AOer/H+SOrM94b+E20lGQgABbwFfgWYVrn5vYA9JnSplUGCnTp/VAtZLV2/U6/gLWKuGP67aIPWav6L36daxpYzo+6qEp0ghn86YL+17DNZfWzJzvNStXjGoefrqrG63XvzTz/JKn5GiguLRT+e2TWX0gG6SKqVnoNtMwPrs+QvS+tX+snDpGr3u9A8HS6tGj1u+DlWQgLUtrBRFAAEEkqTA1bPb5dDPL3isPVW2cpL/mV9C2oOAdUhvL4tzmIDbAg4O42M6CCCAAAIIIIAAAgggYELAbZ8/CFib2FyaIoAAAggggAACCCCAAAIIJJxAUgpYn1j3qpzd+aEH7t0P9pFMeYO/zTbhdoyREEDAjIB3aDlfnlwy55ORUq7UA2bKxGr726690qT9W7L3wGHttQeLFZKvJo2QooXyx1v32Im/pU3X/nowu3K5kvLlhKGSI1sW6TZgtEyaNk/rX6daBZn6wSDJlTNbnPXUTdfqBu1ft++W7bv2SesmT0iHVg0NrSsqKkomTp0rnXuP0Ns/WvNh+WL8EMmaOaNHDTMBa1+h9kBu4lZB7Zd6DpO/z5yTYoULSKH898rT9app/4z5ELA2tN00QgABBBAwKHDu8Dw5vn2YR+vMxbtIzofHGazgvmYErN23Z8zYvQJuCzi4V5qZI4AAAggggAACCCCAgNs+fxCw5swigAACCCCAAAIIIIAAAgg4UiCpBKwvHpgtfy171mMPMuVtKHc/2NeR+8KkEEDAGoGde/ZL045viQojRz8qhPzewO6SNk3qgAZR4eQPPp0pr/cfrfdv8lRtmfxuhGTMkC7emqrv0LGfScSoj/R26qbqvPfcLc1e6i3b/ve79vOIbu1lQPeOkixZWJz1vpi3WJ7rEqG/bvZ27rW/bJOqDdrp/a0IWKti8xb9JI3b99TrqoD0zInDpGSxwoa9l6xcL0069JSLl65ofVTQfMGU96RsyWIeNQhYGyalIQIIIICAQYHj24fKucNfe7S+p/ZXkr5AU4MV3NWMgLW79ovZulvAbQEHd2szewQQQAABBBBAAAEEkraA2z5/ELBO2ueV1SOAAAIIIIAAAggggAACjhVICgHr29dOy4F5D8qtK8f0fUiZvpAUqPalyF1xhxcdu2lMDAEEDAvcunVbBrw7SYZ98JlHn15d2kqfri9K+nRpDNeKbrhy3a/y/GsD5NCfd36nTB4dIe1aNDBUa+OWnfLMiz1E3WatnsE9X9ZuwH7mhR7an1WY+JvPRkuF0sXjred9i7bZILN3QLt9y2dk7OA3JE3qVB7jmrnBWnU8eOSoFvxWAe7op3PbpjKqX1dDofZTp89qt1d/vXi53r9Z/Xry8Tt9JUP6tB5zI2Bt6MjRCAEEEEDAjEBUpBxY3VKuX9yn90qeJpcUaLRdkqXKaqaSK9oSsHbFNjHJEBFwW8AhRNhZBgIIIIAAAggggAACSVLAbZ8/CFgnyWPKohFAAAEEEEAAAQQQQAAB5wskhYD1sZXPy/m9Uz02I+/Dn0iaLKWdv0HMEAEEghbYe+CwtH61v2z4dYdHrafqVpO3XnleKpcrKWFh/r9scf3GDZm9YKn0G/mRR7i6VpVyMm3cILnn7hyG5nr2/AVp132wHiBu+HgtuTd3Tu1WbPWoP386JkIyZ8wQb73LV65Kl76j5PNZC/R2DR6tIZNG9ZWc2bPE2/f4ydPS/o3BsnDpGr3dxJF9RN2C7f14B6xrVi4rX4wfIrlzZvc5hq8bvlXDt3t0lJ6vPC+pU6WMc27KeMykL6TP8PF6GxWCnzZusKi1eT8ErA0dORohgAACCJgUuHJmixxe18GjV8bCbSRXjSkmKzm/OQFr5+8RMwwdAbcFHEJHnpUggAACCCCAAAIIIJD0BNz2+YOAddI7o6wYAQQQQAABBBBAAAEEEHCFQKgHrC/snylHf2rhsRfZ7u8k2Qq3d8X+MEkEELBGYMGPq6Tta2/LmXMXYhWsVrG0tHjmUVHBYRV0Tpf231utVVD4wsXLcuToCVn001qZPneRbN915zZL1SZfnlwyZexAqfFwGVMTnTRtnnR6a5jPPmPe7i7dOrY0VG/JyvXSpENPuXjpit5eBccHdO8gZR4sGis4rta0Zcce6T3sQ1F9o58q5UvJ9A8HS/57c8caV93U3bJzX/l502/aayrwPGF4L2nZ8LE4g+m+bqFWfZVzRLf2UrRQfvH+94+6+VrdNj519kKPOcR3+zUBa0PHhEYIIIAAAgEI/L13svz9+0SPnrkfmSEZCjYPoJpzuxCwdu7eMLPQE3BbwCH0doAVIYAAAggggAACCCCQdATc9vmDgHXSOZusFAEEEEAAAQQQQAABBBBwlUAoB6yjbl2V/XOKys1Lh/U9UbdWq9ureRBAIGkJqGDxrG9/lFd6j/AZsg5EI0umDDJ+eC9pVr9urLCwv3o79+yXph3fkl17D3g0LVwgr8yZPFJKFivsr4T2urrxue+ICTJ64vRY7UuXKCIPlyspee+5W3vt8F/HZd2m37SAdcxHBabV7dUq/OwjZCXnL1zSbrue890yj36qfvasmSVFiuQyrPcrseas1vZCt4Gxbg5XRVTfOtUrStbMGeXGjZuyct2vsmzNxlhrqFejknw0orcUzHePTw8C1oaOCY0QQAABBAIUULdYq9uso58U6fJKwSa75a7kqQOs6LxuBKydtyfMKHQF3BZwCN2dYGUIIIAAAggggAACCIS+gNs+fxCwDv0zyQoRQAABBBBAAAEEEEAAAVcKhHLA+sT61+XsjrEe+5K/yhRJlam4K/eKSSOAQHACKmS9+bdd8nr/0bL2l21BFSv/0AMyos+rUqtKOdPhajXw5StXpUvfUfL5rAUe82jb7Gn5cGhPSZvGeHBL3crda+g4+eSLr02vSYXE1Y3ZrRo9LsmTJ/PZX7l98OlMzS2uZ8nM8VK3esVYL+89cFi69BnlcVu20UmqcPWHw3qKCp3H9RCwNqpJOwQQQACBQASundspB9c+79E1c4nXJGel9wMp58g+BKwduS1MKkQF3BZwCNFtYFkIIIAAAggggAACCCQJAbd9/iBgnSSOJYtEAAEEEEAAAQQQQAABBNwnEKoB66snfpZDC6p4bEi2wu0k2/0vu2+TmDECCFgqcPXadfnux9Uy7rNZsnrDnVspjQzyYLFC8nKbJtKm6ZOmQtC+an8xb7E81yXC46XpHw7Wws5mH3WT9WczvpWR46fIoT+PGere8PFa0u/1dtpt0r5uro5ZxF+IW92A/VLrRj7HVWHyj6d/LWMnzzA0NxX67vd6e+n4XEO/xgSsDW01jRBAAAEEghD4+/eP5O+9n3pUyPf0Wkmds3IQVZ3TlYC1c/aCmYS+gNsCDqG/I6wQAQQQQAABBBBAAIHQFXDb5w8C1qF7FlkZAggggAACCCCAAAIIIOBqgVANWB9eVEeuHF2m703K9AWlQPWvXL1XTB4BBKwViIyMlCNHT2i3WW/d+bts2b5b9h444hECLnJfPilWuIDUeLiMVK9URkoWKxznTc9mZ3fg8FFp0bmPbPh1h9a1YpkSMmPCMCmQN7fZUnp7FR5X9ZasXC/rf90u23b+LiocrZ6Ya6lfr4bkvzeXhIWFGR5LhbgXLVsrM+cv0caIGeTu/eoLMrjny5IsWdz1VNBaWc//YaVs37VPtu7cIxcvXdHGr1T2QSlaKL80ebK2VKtYWjKkT2toXgSsDTHRCAEEEEAgSIEDq56V6xf361XS5K4teZ9YGmRVZ3QnYO2MfWAWSUPAbQGHpLErrBIBBBBAAAEEEEAAgdAUcNvnDwLWoXkOWRUCCCCAAAIIIIAAAggg4HqBUAxYn987RY6tbOuxN3nKvSvpctZ0/X6xAAQQCB0B74B113bNZVREV0kZHh46i2QlCCCAAAIIhIDApRMr5M9Nb3isJFeNzyVj4eddvzoC1q7fQhbgIgG3BRxcRMtUEUAAAQQQQAABBBBAwEvAbZ8/CFhzhBFAAAEEEEAAAQQQQAABBBwpEIoB6z++KiQ3L/yhe2fIVVdylxnuSH8mhQACSVdg3qKfpHH7njrAkpnjpW71ikkXhJUjgAACCCDgYIGjv/aWC8d+1GeYIsN9ct+z+xw8Y2NTI2BtzIlWCFgh4LaAgxVrpgYCCCCAAAIIIIAAAggkjoDbPn8QsE6cc8KoCCCAAAIIIIAAAggggAACfgRCLWB9etsIOfVLb49VF6wxW8LTFeAsIIAAAo4RuHzlqnTpO0o+n7VAm1OdahVk6geDJFfObI6ZIxNBAAEEEEAAgTsCNy4dkP0rm3qQZC8/XLKW6uVqJgLWrt4+Ju8yAbcFHFzGy3QRQAABBBBAAAEEEEAghoDbPn8QsOb4IoAAAggggAACCCCAAAIIOFIglALWkTcuyL6ZeSXyxnndOkvB1pKj2GuOtGdSCCCQdAU2btkpz7zYQ46d+FtDGD2gm3Tr2FJ8hJySLhIrRwABBBBAwGECJ3eNlTP7p+mzCgvPKIWaH5aw8AwOm6nx6RCwNm5FSwSCFXBbwCHY9dIfAQQQQAABBBBAAAEEEk/AbZ8/CFgn3llhZAQQQAABBBBAAAEEEEAAgXgEQilgfWpTPzm9dai+2rDk6aTQIwskLEV6zgACCCDgGAF1e3XPIR/IhM9na3MqVriAzP54pBQvUtAxc2QiCCCAAAIIIBBbIPLmRdn309MSeeuS/mLWh/pK9nJDXMtFwNq1W8fEXSjgtoCDC4mZMgIIIIAAAggggAACCPwn4LbPHwSsOboIIIAAAggggAACCCCAAAKOFAiVgPXta6dl34w8EnX7mu6cvWgXyXpfW0e6MykEEEgaAn8dPykZ06eTdGnTSGRkpPxx6E8Z8v6nMnX2Qh2gR6fnZGivzpIyPDxpoLBKBBBAAAEEXCxw+o/P5dTuD/UV3JUslRRq8ackS5XVlasiYO3KbWPSLhVwW8DBpcxMGwEEEEAAAQQQQAABBETEbZ8/CFhzbBFAAAEEEEAAAQQQQAABBBwpECoBa+/bq5OnzCaFai8SuSvMke5MCgEEkoaAClI//9qAOBerbq+eOXGYlCxWOGmAsEoEEEAAAQTcLhAVKfuWPSG3rv+tr8TNt1gTsHb7gWT+bhJwW8DBTbbMFQEEEEAAAQQQQAABBDwF3Pb5g4A1JxgBBBBAAAEEEEAAAQQQQMCRAqEQsI68eUn2fZlb1F/ZHf3kKPa6ZCn4nCPNmRQCCCQdgW+XrJIGbbv7XHD6dGlk4sg+0uKZR8VHuCnpILFSBBBAAAEEXCZwZv90ObnrfX3WYSnSS6GWRyUsRTqXrUR8/d8gbvjfNF3nzIQRUAJuCziwawgggAACCCCAAAIIIOBeAbd9/nDD/zMiKuZxiIry+KN7TwozRwABBBBAAAEEEEAAAQQQiFcgFALWp7eNkFO/9NbXmTxlFilU+3tur+bsI4BAogus/WWbVG3QLtY8VLh6WO8u0ql1Y0mePFmiz5MJIIAAAggggIAJAe0W68fk1vUzeqfs5YdL1lK9TBRxRlNusHbGPjCLpCHgtoCD03bF289p82M+CCCAAAIIIICAP4FiHcQNGVJ/y+B1lwi47fOHG94cBKxdcviZJgIIIIAAAggggAACCCBgpUAoBKz/mJlPbl46rLNkL9JZshZ60UomaiGAAAIBCRw/eVpGT5ouC5askj1/HJJ8eXJJ/XrVpV3LBlKyWGFurg5IlU4IIIAAAggkvsDpfZ/JqT0T9ImkSJdX7mt+KPEnZnIGBKxNgtEcgSAE3BZwCGKptnQlYG0LK0URQAABBBBAIAEFCFgnIDZDue5v0CFgzaFFAAEEEEAAAQQQQAABBBBwpIDbA9bn906RYyvb6rZ3hYVL4To/iPprunkQQAABBBBAAAEEEEAAATsEIm9elL1LH5WoyBt6+Vw1PpeMhZ+3YzjbahKwto2WwgjEEiBgHdyhIGAdnB+9EUAAAQQQQCDxBQhYJ/4eJKUZuO3zBwHrpHQ6WSsCCCCAAAIIIIAAAggg4CIBtwesDy2oKldPrNXFsxRoITke6OGiHWCqCCCAAAIIIIAAAggg4EaBk/8bLWcOzNCnnjpnFcn39BpXLYWAtau2i8m6XMBtAQencROwdtqOMB8EEEAAAQQQMCtAwNqsGO2DEXDb5w8C1sHsNn0RQAABBBBAAAEEEEAAAQRsE3BzwPrqiZ/l0IIqHjYFa8yW8HQFbPOiMAIIIIAAAggggAACCCCgBG5cOiD7Vzb1wMj39FpJnbOya4AIWLtmq5hoCAi4LeDgNHJvv6JPbnLaFJkPAggggAACCCDgIbB7YTmPPxOw5oAkpIDbPn8QsE7I08FYCCCAAAIIIIAAAggggAAChgXcHLA+vqajnNv9ib7WdDlrSJ5yow2vnYYIIIAAAggggAACCCCAQDACf27qIZdOrNRLZCraQe6u+nEwJRO0LwHrBOVmsCQu4LaAg9O2i4C103aE+SCAAAIIIICAPwEC1v6EeN1OAbd9/iBgbedpoDYCCCCAAAIIIIAAAggggEDAAm4NWEfduiq/T8siUbev6WvPU+5dSZezZsAWdEQAAQQQQAABBBBAAAEEzAhcOrFC/tz0ht7lrmSprLdS9AAAIABJREFU5P7WZ+Su5KnNlEm0tgSsE42egZOggNsCDk7bIgLWTtsR5oMAAggggAAC/gQIWPsT4nU7Bdz2+YOAtZ2ngdoIIIAAAggggAACCCCAAAIBC7g1YH1uz2Q5vrqDvu4UaXLLfbW+DdiBjggggAACCCCAAAIIIIBAIAJ/LK8vN68c1bveXe0TyVSkfSClErwPAesEJ2fAJCzgtoCD07aKgLXTdoT5IIAAAggggIA/AQLW/oR43U4Bt33+IGBt52mgNgIIIIAAAggggAACCCCAQMACbg1YH15UR64cXaavO1vhdpLt/pcDdqAjAggggAACCCCAAAIIIBCIwN+/fyR/7/1U75omd23J+8TSQEoleB8C1glOzoBJWMBtAQenbRUBa6ftCPNBAAEEEEAAAX8CBKz9CfG6nQJu+/xBwNrO00BtBBBAAAEEEEAAAQQQQACBgAXcGLC+eXG//DHrPo81F6wxW8LTFQjYgY4IIIAAAggggAACCCCAQCACNy4dkP0rm3p0va/ZH5IifcFAyiVoHwLWCcrNYElcwG0BB6dtFwFrp+0I80EAAQQQQAABfwIErP0J8bqdAm77/EHA2s7TQG0EEEAAAQQQQAABBBBAAIGABdwYsD7z2ztycmNPfc1pspSWvA9/ErABHRFAAAEEEEAAAQQQQACBYAQOr+sgV85s0UvkqDBKspR8M5iSCdKXgHWCMDMIApqA2wIOTts2AtZO2xHmgwACCCCAAAL+BAhY+xPidTsF3Pb5g4C1naeB2ggggAACCCCAAAIIIIAAAgELuDFgfejbynL15Dp9zTmLvyGZ8zcP2ICOCCCAAAIIIIAAAggggEAwAmcPzpQTO9/VS6TO8bDkq/9zMCUTpC8B6wRhZhAENAG3BRyctm0ErJ22I8wHAQQQQAABBPwJELD2J8Trdgq47fMHAWs7TwO1EUAAAQQQQAABBBBAAAEEAhZwW8D65sX98ses+zzWW6j2QkmeKmfABnREAAEEEEAAAQQQQAABBIIRuHXthOxb9qRHifua/SEp0hcMpqztfQlY207MAAjoAm4LODht6whYO21HmA8CCCCAAAII+BMgYO1PiNftFHDb5w8C1naeBmojgAACCCCAAAIIIIAAAggELOC2gPXZnR/IiXWv6etNk7Ws5K00KeD10xEBBBBAAAEEEEAAAQQQsELg8PqX5MrpzXqpnA+PlczFu1pR2rYaBKxto6UwArEE3BZwcNoWErB22o4wHwQQQAABBBDwJ0DA2p8Qr9sp4LbPHwSs7TwN1EYAAQQQQAABBBBAAAEEEAhYwG0B6yPfPy6X//xeX2+OYq9LloLPBbx+OiKAAAIIIIAAAggggAACVgic2T9dTu56Xy+VNs9jcu9ji60obVsNAta20VIYgVgCbgs4OG0LCVg7bUeYDwIIIIAAAgj4EyBg7U+I1+0UcNvnDwLWdp4GaiOAAAIIIIAAAggggAACCAQs4KaAddStq7Ln8zQeay1YY7aEpysQ8PrpiAACCCCAAAIIIIAAAghYIXDj0gHZv7KpR6kiba/IXclTW1HelhoErG1hpSgCPgXcFnBw2jYSsHbajjAfBBBAAAEEEPAnQMDanxCv2yngts8fBKztPA3URgABBBBAAAEEEEAAAQQQCFjATQHrS4e+lT9/bKCvNTxdfilYY07Aa6cjAggggAACCCCAAAIIIGClwP6VTeTGpYN6yTx150u6fPWtHMLSWgSsLeWkGALxCrgt4OC07SRg7bQdYT4IIIAAAggg4E+AgLU/IV63U8Btnz8IWNt5GqiNAAIIIIAAAggggAACCCAQsICbAtYn1r8uZ3eM1deaOX8zyVn8zYDXTkcEEEAAAQQQQAABBBBAwEqBEzvfkbMHZ935zFLiNclZ6X0rh7C0FgFrSzkphkC8Am4LODhtOwlYO21HmA8CCCCAAAII+BMgYO1PiNftFHDb5w8C1naeBmojgAACCCCAAAIIIIAAAggELOCmgPWBeQ/J9TPb9LXmKfeupMtZM+C10xEBBBBAAAEEEEAAAQQQsFLg0okV8uemN/SSKbOUkgKNtlo5hKW1CFhbykkxBOIVcFvAwWnbScDaaTvCfBBAAAEEEEDAnwABa39CvG6ngNs+fxCwtvM0UBsBBBBAAAEEEEAAAQQQQCBgAbcErG9fPSl7v8jpsc776y2XsBTpA147HRFAAAEEEEAAAQQQQAABKwUib16U35fU8ihZuNUJSZY6h5XDWFaLgLVllBRCwK+A2wIOfheUwA0IWCcwOMMhgAACCCCAQNACBKyDJqRAEAJu+/xBwDqIzaYrAggggAACCCCAAAIIIICAfQJuCVhfPPiN/LW0oQ6RKtMDkr/KVPtgqIwAAggggAACCCCAAAIIBCBwcG0buXbuf3rPe+p8LenzPxNAJfu7ELC235gREIgWcFvAwWk7R8DaaTvCfBBAAAEEEEDAnwABa39CvG6ngNs+fxCwtvM0UBsBBBBAAAEEEEAAAQQQQCBgAbcErE9tfEtO/zZKX2eWAi0kxwM9Al43HRFAAAEEEEAAAQQQQAABOwRO/m+0nDkwQy+dtWRPyV5hpB1DBV2TgHXQhBRAwLCA2wIOhheWQA0JWCcQNMMggAACCCCAgGUCBKwto6RQAAJu+/xBwDqATaYLAggggAACCCCAAAIIIICA/QJuCVgfXlhLrhxboYPkLj1MMuSuZz8QIyCAAAIIIIAAAggggAACJgQuHF0iR7f00XukyVVT8j653ESFhGtKwDrhrBkJAbcFHJy2YwSsnbYjzAcBBBBAAAEE/AkQsPYnxOt2Crjt8wcBaztPA7URQAABBBBAAAEEEEAAAQQCFnBLwPr3KRkk8uZFfZ331ZovKdLcE/C66YgAAggggAACCCCAAAII2CFw88pf8sfyBnrpsBTp5f7nL9gxVNA1CVgHTUgBBAwLuC3gYHhhCdSQgHUCQTMMAggggAACCFgmQMDaMkoKBSDgts8fBKwD2GS6IIAAAggggAACCCCAAAII2C/ghoD1jXO7ZP+cB3SM5CmzSKE6S+zHYQQEEEAAAQQQQAABBBBAIACBfUvrya3rZ/SeBZv8T8IzFQugkr1dCFjb60t1BGIKuC3g4LTd8xuwzlXWaVNmPggggAACCISewLHNobcmG1dEwNpGXEr7FXDb5w8C1n63lAYIIIAAAggggAACCCCAAAKJIeCGgPWF/TPl6E8tdJ602R+WeyuMSwwuxkQAAQQQQAABBBBAAAEE/Aoc2fiqXD61Tm+X+5EZkqFgc7/9EroBAeuEFme8pCzgtoCD0/aKgLXTdoT5IIAAAggkSQEC1qa2nYC1KS4aWyzgts8fBKwtPgCUQwABBBBAAAEEEEAAAQQQsEbADQHrU5v6yemtQ/UFZynYWnIUe80aAKoggAACCCCAAAIIIIAAAhYLnNw1Vs7sn6ZXzfpQX8lebojFowRfjoB18IZUQMCogNsCDkbXlVDtCFgnlDTjIIAAAgggEI8AAWtTx4OAtSkuGlss4LbPHwSsLT4AlEMAAQQQQAABBBBAAAEEELBGwA0B67+WNpKLB7/WF5yr1NuSMc9T1gBQBQEEEEAAAQQQQAABBBCwWOD8n9/JsW1v61XT528o99SZZ/EowZcjYB28IRUQMCrgtoCD0XUlVDsC1gklzTgIIIAAAgjEI0DA2tTxIGBtiovGFgu47fMHAWuLDwDlEEAAAQQQQAABBBBAAAEErBFwQ8D6wNzicv3s//QF568yRVJlKm4NAFUQQAABBBBAAAEEEEAAAYsFrp3bKQfXPq9XTZn5ASnQeKfFowRfjoB18IZUQMCogNsCDkbXlVDtCFgnlDTjIIAAAgggEI8AAWtTx4OAtSkuGlss4LbPHwSsLT4AlEMAAQQQQAABBBBAAAEEELBGwA0B6z2fhUtU5E19wffXWy5hKdJbA0AVBBBAAAEEEEAAAQQQQMBigcibF+X3JbX0qneFpZAiL96weJTgyxGwDt6QCggYFXBbwMHouhKqHQHrhJJmHAQQQAABBOIRIGBt6ngQsDbFRWOLBdz2+YOAtcUHgHIIIIAAAggggAACCCCAAALWCDg9YH3z0iH5Y2Z+fbHJU2aRQnWWWLN4qiCAAAIIIIAAAggggAACNgnsW1pPbl0/o1e/r/lBSZEun02jBVaWgHVgbvRCIBABtwUcAlmjnX0IWNupS20EEEAAAQQMChCwNgj1bzMC1qa4aGyxgNs+fxCwtvgAUA4BBBBAAAEEEEAAAQQQQMAaAacHrK8cWymHF9bUF5s6UwnJV+VzaxZPFQQQQAABBBBAAAEEEEDAJoFDa9vK1XM79Op5n1whaXLVsGm0wMoSsA7MjV4IBCLgtoBDIGu0sw8Bazt1qY0AAggggIBBAQLWBqH+bUbA2hQXjS0WcNvnDwLWFh8AyiGAAAIIIIAAAggggAACCFgj4PSA9fl90+TYijb6YjPkqiu5ywy3ZvFUQQABBBBAAAEEEEAAAQRsEjj6a2+5cOxHvXqumlMlY6HWNo0WWFkC1oG50QuBQATcFnAIZI129iFgbacutRFAAAEEEDAoQMDaINS/zQhYm+KiscUCbvv8QcDa4gNAOQQQQAABBBBAAAEEEEAAAWsEnB6wPr1thJz6pbe+2CwFW0mOYt2sWTxVEEAAAQQQQAABBBBAAAGbBE7uek/O7P9Cr569/HDJWqqXTaMFVpaAdWBu9EIgEAG3BRwCWaOdfQhY26lLbQQQQAABBAwKELA2CPVvMwLWprhobLGA2z5/ELC2+ABQDgEEEEAAAQQQQAABBBBAwBoBpwesT6x/Xc7uGKsvNkex1yVLweesWTxVEEAAAQQQQAABBBBAAAGbBM7sny4nd72vV89c4jXJWenOn20a1lRZAtamuGiMQFACbgs4BLVYGzoTsLYBlZIIIIAAAgiYFSBgbUqMgLUpLhpbLOC2zx8ErC0+AJRDAAEEEEAAAQQQQAABBBCwRsDpAeujy1vKhT9m6IvN/dAgyXDPE9YsnioIIIAAAggggAACCCCAgE0CF/5aJEe39terZ7ivheSu9aVNowVWloB1YG70QiAQAbcFHAJZo519CFjbqUttBBAwIvDFF1/Ic8/dufhj+vTp0qpVKyNdaYNA6AgQsDa1lwSsTXHR2GIBt33+IGBt8QGgHAIIIIAAAggggAACCCCAgDUCTg9YH1lcTy7/9aO+2HsrfCBps1e2ZvFUQQABBBBAAAEEEEAAAQRsErh86mc5srGrXj3tPXXl3seX2DRaYGUJWAfmRi8EAhFwW8AhkDXa2YeAtZ261EYAASMCBKyNKNHGiQI3btyQ33//XRYtWiS7d++Wd955R7JmzRrYVAlYm3IjYG2Ki8YWC7jt8wcBa4sPAOUQQAABBBBAAAEEEEAAAQSsEXB6wPrgN+Xl2t+b9MXmrzJFUmUqbs3iqYIAAggggAACCCCAAAII2CRw7dxOObj2eb16qmzlJP8zv9g0WmBlCVgH5kYvBAIRcFvAIZA12tnHjQHr69evy9y5c2XQoEGyZ88ejefRRx8VFdIMONhmJ/J/tQcPHiz9+9/5GxgCHVKtOyIiItDurux39epV6datm0yaNCmo+a9Zs0aqVKkSVA06Wy9AwNp6UyraL7Bv3z5p3ry5bN682Zp/DxGwNrVpBKxNcdHYYgG3ff4gYG3xAaAcAggggAACCCCAAAIIIICANQJOD1jvn32/3Di/V19swZpzJTxtPmsWTxUEEEAAAQQQQAABBBBAwCaBG5cPyf4VjfXq4RkLS8Gmv9s0WmBlCVgH5kYvBAIRcFvAIZA12tnHTQHryMhI+emnn7Rg9erVqz1YCFjbeUoSvzYB68TfAztnQMDaTl1q2yWgvuDTrFkz2bZtmzZE0P8eImBtaqsIWJviorHFAm77/EHA2uIDQDkEEEAAAQQQQAABBBBAAAFrBJwesN73ZW65deWYvthCtRdL8lTZrVk8VRBAAAEEEEAAAQQQQAABmwRuXTsl+5Y9rldPniaXFGp51KbRAitLwDowN3ohEIiA2wIOgazRzj5uCFhHRUXJb7/9JiNHjpQZM2b45Ag62GYn8n+1ucE6cGQC1oHbuaEnAWs37BJz9BYgYJ24Z4KAdeL6J/XR3fb5g4B1Uj+xrB8BBBBAAAEEEEAAAQQQcKiA0wPWv0/NJJE3zut699dbLmEp0jtUk2khgAACCCCAAAIIIIAAAv8KRN68KL8vqaVzhIVnlPvbnHMUDwFrR20HkwlxAbcFHJy2HU4PWB8+fFjGjRsnkyZNkosXL+p8uXLlkmPH7lwc4IaA9cKFC2XHjh0+j4D6+fTp0/XXnnjiCalevbrPtiVKlJAnn3zSaUfJ1vn4Clh36dJF8uTJY2rcRo0aSeHChU31obH9AgSs7TdmBOsFCFhbb2qmIgFrM1q0tVrAbZ8/CFhbfQKohwACCCCAAAIIIIAAAgggYImA0wPWe/4vtUTdvqavtcjjP8tdYeGWrJ0iCCCAAAIIIIAAAggggIBdAlGRN2TP4sp6+buSpZIiL1y1a7iA6hKwDoiNTggEJOC2gENAi7Sxk1MD1pcvX5aPP/5YhgwZImfOnNEF8uXLJ8OGDZObN29K27Zt9Z+7IWAd3zZ6B0wHDRokERERNu68u0r7ClivWbNGqlSp4q6FMFufAgSsORhuFCBgnbi7RsA6cf2T+uhu+/xBwDqpn1jWjwACCCCAAAIIIIAAAgg4VMDpAevdnyYXibqt6xV9YqPIXWEO1WRaCCCAAAIIIIAAAggggMB/AlGRsntRhTscdyWTou1uOYqHgLWjtoPJhLiA2wIOTtsOJwasd+3aJa1atZItW7Z4cD311FPyzjvvSNGiRcU7kEnA2mkny9r5ELC21tNp1QhYO21HmI8RAQLWRpTsa0PA2j5bKvsXcNvnDwLW/veUFggggAACCCCAAAIIIIAAAokg4PiA9WTPj9RFn9yUCEoMiQACCCCAAAIIIIAAAgiYF/D+H9SLto8yX8TGHg4OWJcRkV9tXDqlk65AWRHZnBjLd1vAITGM4hvTiQFrdXt1ly5d5PPPP9emnj59eunfv7+8/PLLkjZtWu1nBKzNnSRlunbtWpk/f75s375dtm7dKhcvXtR9H3roIcmaNauUL19eSpUqJRUrVpRs2bKZG8TG1k4KWEdFRcnu3bvlyy+/lIULF2pfBMiSJYvUrl1bGjVqJE8//bR+To2SqJonTpyQjRs3irqZe/369R57VLp0aW1f1BcJHnnkEcmRI4fR0one7uTJk7J06VJZsGCBZqVCqepRt9EXL15cKlWqJFeuXJERI0boc50+fbr2JQsnPuosrl69Wnsv/frrr9peqUedAfX+UfujzkCRIkUkLMzay0wOHz4sM2fOlEWLFsnKlSu1343qFveGDRtK48aNtfewW57Tp0/LjBkz5JtvvtHOvfp9pMzUGW/evLn2OyhQP/V+OnTokFZ7+fLlsm3bNu3P6ol+LzVp0kSqVasmGTJkCJiMgHXAdJZ0JGBtCSNFAhRw2+cPAtYBbjTdEEAAAQQQQAABBBBAAAEE7BUgYG2vL9URQAABBBBAAAEEEEAg6QoQsDa993X/6fG2iMz7J6s42nRvOiDgX+BNEXnmv3P2o//m1rVwW8DBupVbU8mJAWu1snnz5mmBQRVYfP/99+Xhhx+WmP+/NgLWxvZfhUFVUH3s2LF6sNVITxXyVcFNpzwJGbD2PlsxLc6cOSOjRo2SCRMm6AF1byPlNmnSJC087O9RwXcV1P3ss89k2bJl/pprr6sg7yuvvCJvvvmmFrCN7wnGzbuvCnjPmjVLC8EaeU6dOiWjR4+O1yquOk4MWF+/fl3mzp0rgwYNMvReUqFn9cUQ9eUFI4/6AkTVqlX1pjEN1F5MnDhRhgwZIuoM+nrUvqg2NWrU8PhdaWRsO9rEfB8VLlxY5syZIyVLlpTIyEjt93u/fv3idezcubMMHjxYO+9mnoMHD8qAAQNk6tSpfrupkH+3bt2kY8eOkjp16jjbq3movbTy8XnGjyXK99SsXFaC1iJgnaDcDOYl4LbPHwSsOcIIIIAAAggggAACCCCAAAKOFCBg7chtYVIIIIAAAggggAACCCAQAgIErA1vYp1/WqpgtUrJ/S0ieUXkquHeNETAuIBKJh0WEXXl7c//nbsECVq7LeBgnDRhWjo1YH3s2DGZPHmydOrUSbJnzx4Lg4C1//Ohgpi9evWSTz75xH9jrxYErJ/TRaIt9u7dq92svmTJEr+e6vbdadOmiQqWxvd4n2O/hWM0aNq0qYwbN05y5swZZ7fEClivW7dOu3Fe3RwcyOO0gLV6L0VERGhhcTOPCvCOGTNGu2Hax99u4lEqroC1Cqr36NFDO0/+HjWeOlNO+HKEry8qqPeFCoH36dMnzi8oxFyjClmrLzRE/80F8a1f3Vr9ww8/yOuvv24oAB+zVuvWrbUvA/j6d41qR8Da38lLnNcJWCeOO6P+K+C2zx8ErDm5CCCAAAIIIIAAAggggAACjhQgYO3IbWFSCCCAAAIIIIAAAgggEAICBKz9bmLtf1qoYPWdqxBFeorIO3570gCBwAXeEpERMbqv/e8cLg28pP+ebgs4+F9RwrZwasDanwIB6/iF1G27ffv21UKDMR91G2zlypWlQoUKEh4err10+vRpLQh76NAhPZhIwNozYJ0jR45Y4eratWtrtwWr58cff5TVq1d7WKsQ6cCBAyV58uRxbpavgHWlSpWkTJkykjev+k6UaEFUtR8rV66MVcffGIkRsF61apV2I/CePXs85lu6dGntJvrode3evVtUENu7nerkpIC1umW8Z8+escLV6r2kzoC6oTpZsmSya9cuWbFihfY+ivmo0POUKVP0sxLXYfAVsK5Xr16scLUKKdepU0fSpEmj+X333XceJdu0aaMF7zNkyODv16itr/sKWCsb9aUZdabVo27drl+/vmTNmlV27twpCxcu9LihW93QroLlDRo08DtX9f54/vnnY/mrc6e81BjxvZfiC3MTsPbLnygNCFgnCjuD/ifgts8fBKw5uggggAACCCCAAAIIIIAAAo4UIGDtyG1hUggggAACCCCAAAIIIBACAgSs49zER/55RQWrq3m14PbqEDj3LliCusX6qIhk8pqrrUFrtwUcnLaPBKydsSPeYcRBgwZpN+YG+qiQa/PmzUXdBK4eFfIcMmSING7cWFKnVm9V348K5KrAa548eSRbNnUhvTOeYILCZlfgvRdfffWVdivw/PnztVLqdmAVXC9fvryEhYVpP1OBdnVTsQo8Rz+lSpWSWbNmaSHSuB5Vt2vXrlqAVAVjVU1ft/Wq23m3bNkivXv39rhBu1ixYjJ79mwpXry4zyGCcfPua2Q9f/31l6jbgJcvX67PR4WEhw4dqoXGo72iX1TrUqFb5fnhhx/qfZwSsL59+7a2rypgHf2o0G///v21ELl3iFmZzZ07V/r16+cR9FVnRq0pf/78cZ4F74D1Rx99JNu3b9eD3eocKadHH31UD+1HRkbKl19+KSocHB1aVvNbvHhxot9i7f0+UiYqLK32W4XT3333XWnZsqWkTJlSN9m/f7/2flBB6+inbdu22tmI7xZrdbu8OncbNmzwe+7UmTtw4IC2RzNmzPDYj/fff18b3/t/11Hz2bFjR6y9UzebqzVF/55V78dnn3023t+x0UXUlzPUlyk8nmObzf66StLtCVgn6e1P9MW77fMHAetEPzJMAAEEEEAAAQQQQAABBBBAwJcAAWvOBQIIIIAAAggggAACCCBgjwAB61iutf75iQpWV49DvJeIjLRnN6iKgIdAbxEZFofJmv/O6TIrzdwWcLBy7VbUImBthWLwNawMWKsAoQq0xgxof/zxx9K+fftYwcHgZ54wFYIJCpudofdeqBtwVbhZPSoIPX78eLnnnntilT179qy0a9dOvv76a/21mTNnSrNmzeKcggqUqiC70duG1S3JL7zwgkeQdOLEifLSSy/5HCMYN7MBaxVGHjVqlEfIXHlNmjRJcubMGe82eJs7JWC9adMmadKkiR6WVuFl5d2iRYt430u+blNW4ehu3brF2c87YB3z3KlbqydPniwlSpSI5ajC/SoA/sEHH+ivDRs2TAvjJ+bj63Z2NR/1ZQ8VHn/sscd8WmzcuFGeeeYZPbRctmxZUe+jQoUK+VyOr9v6jZw7XzeTK2cVui5QoIAhOvVlFPX+Vn8DgHpU+F2tW92WHdBDwNoUGwFrU1w0tljAbZ8/CFhbfAAohwACCCCAAAIIIIAAAgggYI0AAWtrHKmCAAIIIIAAAggggAACCHgLELDWReK6sTom2WkRySsiVzhJCCSAQDoROSgi8aWLLA1auy3gkAB7YGoIAtamuGxrbGXA+sqVK/Laa69pgczoZ82aNYl+o20weMEEhc2OG1cw1EhoU4WJO3XqpA8Z7E3k3nNX4fn33ntPevToob+kQrsjRoyQ8PDwWEsNxs1swFrdCqyCx9G3CKsbr1VYVd3q6+9xYsBaBcYHDhwogwcP1qevbihXP0uePHm8S1L7pN5/6pbr6KdOnToydepUyZUrl8++3gHr6EYq9Pt///d/8Tr++OOPom4Kj35U4F6dk/huq/e3J8G+7ut95C9crcZUN3G/8sor2s3QRn5/7dy5U5o2bSrqywfqUedNBbJLlizpdwm+blxX+6a+KGHkIWBtRMm+NgSs7bOlsn8Bt33+IGDtf09pgQACCCCAAAIIIIAAAgggkAgCBKwTAZ0hEUAAAQQQQAABBBBAIEkIELCWqiIyXET7p79HXWE4wl8jXkfAQoG+IjLEQD0VtB7wz83rPxloG2cTtwUcglmrHX0JWNuhar6mlQFrXwFFdaNu9epx/SUH5ueb0D18BYW7dOkiefLkMTwVdfvvk08+6be9r2CokZCrKrzX9DMxAAAgAElEQVRq1SqpUaOGPoYdQVfvIG58YyRkwPrTTz/VbkmPftQN6gMGDJBkyZKZNnfCDdbegXEV3J09e7YUL17c73pUg2PHjkmbNm1k6dKlevslS5ZI3bp1ffb3FbBWgeQpU6Z4nClfnXfv3i3PPvusbN++XXs56JuUDa0w/kbe7yOjt3+rcLoKsav/RD9x3QTv6wsHZs6dqu99blu3bq3dUq/m6+8hYO1PyN7XCVjb60v1+AXc9vmDgDUnGgEEEEAAAQQQQAABBBBAwJECBKwduS1MCgEEEEAAAQQQQAABBEJAIAkHrFWgWl2lWNPgNp77Jztyr4hcMtieZghYIaBusT4iIpkMFlv9T7u3Aw1auy3gYNAkwZoRsE4w6ngHsjJgfe3aNe2G4wkTJuhjdu7cWUaNGiVp06Z1xoJNzsJXUNhkCTF6m7T3XhgNuar5rF+/XrtJWIXc1WNHwNo7TOuEgLX3/qhw6uLFiw3fmu7EG6y//fZbUbeWRz9du3bV3kMpU6Y0dPR83YA9bNgw6d1bfe8t9uMdsDYaSFaV9u3bJ82bN5fNmzdrhZ0YsO7QoYN2q7aR30HDhw8XdVt49BNX4P78+fNaqH/OnDlaU3U7+DfffCMVKlQwtEeqkfcN2GXLltVuwC5UqJDfGgSs/RLZ2oCAta28FPcj4LbPHwSsOdIIIIAAAggggAACCCCAAAKOFCBg7chtYVIIIIAAAggggAACCCAQAgJJMGCtgtXqKr9HTG6fSqeom655EEhogX7/fRnAzLjqRmt1zu9c92mgt9sCDgaWlKBNCFgnKHecg1kZsFaDeN/Kqn6mbtNVt8Lmz5/fGYs2MYvEDFj37NlThg4dKsmTJ/c7Y+/ApR0BazNjJNQN1kePHpVWrVrJihUrNKOaNWuKOtO5c+f2a6YaODFgPXjwYOnfv78+f3WTtHoPmXm8Q9rxnQfvgLXyVDcpZ8yY0e+Qp0+f1vx/+OEHra0TA9ZGv+Bg5jx4vxfq1KkjX375pWTPnt2vWXQD75C2+vmaNWsMfTmAgLVhZlsaErC2hZWiBgXc9vmDgLXBjaUZAggggAACCCCAAAIIIIBAwgoQsE5Yb0ZDAAEEEEAAAQQQQACBpCOQhALWgQar1WHg9uqk85Zw4krN3mIdcw2r/vmDutF6uZGFuS3gYGRNCdmGgHVCasc9ltUB6+PHj2s3uy5cuNBjUHUrbsOGDUXdJqtueQ0PD3cGgJ9ZJGbA2kww1CrMW7duabdgR0ZGxiq5f/9+adeunWzfvl17zQk3WP/222/SpEkT2bt3rzan1q1ba+Fgdd6MPE4LWAcTTI+5XnWj9NNPPy3Hjh3Tfvzkk0/KtGnTJHPmzLFYvAPWdoTzjeyFVW2C+Z1m9DxYYXbjxg3p1auXdrt29KNusG7WrJlfCgLWfolsbUDA2lZeivsRcNvnDwLWHGkEEEAAAQQQQAABBBBAAAFHChCwduS2MCkEEEAAAQQQQAABBBAIAYEkELCuJCJDRKR2ENsV8V+NIErQFYGgBNTVn+pG6kAfQ0FrtwUcAsWwqx8Ba7tkzdUNJowY10jr1q2Tl19+WbZt2+azSb58+aR+/fpakLBixYqGbmg2tyrrWlsVeDUyIzv2wt+4KlC9YcMG+eqrr7RbiFVw0+jjhIB1sEFXo4FaoybBtjt79qwWEo/+gsKDDz6o7U3RokVNlTYTwA3W0NTEEqBxMO8jo+dh1qxZ0rx5c301AwYMEPUf7/9dxt9yvW8rnz59unYjuL/HzP76q6W9fmyzoWY0+leAgDUnITEF3Pb5g4B1Yp4WxkYAAQQQQAABBBBAAAEEEIhTgIA1hwMBBBBAAAEEEEAAAQQQsEcghAPWKlg9+J+/nbxOkHLcXh0kIN0tEVC3WKtrO9U/g3lW/tNZ3Wi9wlcRtwUcgoGwoy8BaztUzdcMJowY32i7d++WN998U7777rt4J6UCpCqM3aZNG0mbNq35BdjcI1QD1lFRUbJ8+XLtBt1ffvklIEUnBKy//fZbadCggT5/s0FXo4HagIAC6HT69GktYKvC7uopVaqUqDBvkSJFTFUzE8AlYH2H1uh5sOr3JgFrU8faMY0JWDtmK5LkRNz2+YOAdZI8piwaAQQQQAABBBBAAAEEEHC+AAFr5+8RM0QAAQQQQAABBBBAAAF3CoRgwFoFqweJSF2LdkTdHKyC2jwIJLaAusFanUcrHp9Ba7cFHKyAsLIGAWsrNQOvZVVQ0NcMrl+/LkuXLpWRI0fK6tWr452kCpKOHj1aHnnkEdO3wAa+ev89QzFgrcLVM2bMkE6dOsnFixf9I8TRwgkB62DPr9FAbcBIJjsSsDYJ5qN5MGfC6HkIZoyYUyZgHfx+J0YFAtaJoc6Y0QJu+/xBwJqziwACCCCAAAIIIIAAAggg4EgBAtaO3BYmhQACCCCAAAIIIIAAAiEgEEIBaxWsVgHUehZuC7dXW4hJqaAFMonIEQtusY45kTUi0vufm97VP8VtAYegRS0uQMDaYtAAy1kVFIxv+MjISFE36i5YsECmT58u27dv99k8ffr0MnHiRGnRooVjQtahGLBeuXKlPP/883Lo0CF9H8qXLy+vv/661K1bV7JmzSphYWGx9sj7VmQnBKy9b7Du1q2bjBgxQsLDww29I4wGag0Vs6CRd8Ba3fD+1VdfSdGiRU1V5wbr53SvQYMGSUREhCE/o+fBu53Zm9OjJ0PA2tC2OK4RAWvHbUmSmpDbPn8QsE5Sx5PFIoAAAggggAACCCCAAALuESBg7Z69YqYIIIAAAggggAACCCDgLoEQCFiXE5EhIvKoDfJv/xfatqE0JREISEDdpt4voJ7xd1ohIhG7PhGPK3mLdRA3ZAhs4AisJAHrwNys7pUQAeuYc44OW8+ePVvGjh0rZ86c8ViSusl61qxZUqRIEauXGlC9UAtYX758Wbp06SKff/657tGhQwctlJwlS5Z4jZwYsF67dq1UrVpVn3d8oW9fizMaqA3o8ATQ6cqVK/Laa6/J5MmT9d5r1qyRKlWqmKq2fv16qVevnn5Defv27bX3W5o0aWLVCdbQ1MQSoHEwv9OMnodVq1ZJjRo1Aj53quO1a9ekR48eMmHCBL2O+vJD9erV/SqZCdD7LaYaHNtsqBmN/hUgYM1JSEwBAtbW60fFLKn+mg8eBBBAAAEEEEAAAQQQQACB0BcgYB36e8wKEUAAAQQQQAABBBBAIHEEXBywVsFqFTZ9zCa5SyKSS0TUP3kQcIqAHbdY62urUESk6zMiZQv9+yMC1ua2nYC1OS+7WgcTRgx2TqdOnZJRo0bJu+++61FqzJgxom4idsITagHr3377TZo0aSJ79+799/dWsWIyc+ZMKVmypF9uJwasN2/eLE8//bQcO3ZMm79amwonZ8yY0e96VIbqvffe00Ku0Y+6Yb1Vq1Z++9rV4MaNG9KrVy9tXtHPlClTpE2bNqaGVF9SaN68ud6nd+/eom5LTpYsWaw6BKzvkBgNWHufuzp16siXX34p2bNnN7xPZ8+eldatW8vChQu1PoULF5Y5c+YE9F589NFHRc1d3T4f0EPA2hQbAWtTXDS2WICAtcWgIkLA2npTKiKAAAIIIIAAAggggAACjhcgYO34LWKCCCCAAAIIIIAAAggg4FIBFwasy/93q/QTLiVn2gg4XqBSUZEuDUSeG8kN1mY2i4C1GS372iZmwFqt6tatWzJgwAAZNmyYvsjOnTvL6NGjJVWqVPYt3GDlUAtYewdvVcBz/Pjxkj59er8iZgLWqpgK9Pbv31+va/Qm5uPHj4u6cTk6eBrfreb79u3TgsQq8KqeypUra0HXfPny+V3Ppk2btED2oUOH9LaJHbBWE5k0aZJ06tRJn5P6soG6YTw8PNzvmlSD27dvS0REhAwfPtzQughY32E1GrA+evSoFsRfsUL9hRYiuXLlkgULFkjZsmUN7ZFq5P1lh8cee0ymTZsm2bJl81uDG6z9EtnagIC1rbwU9yNAwNr6I0LA2npTKiKAAAIIIIAAAggggAACjhcgYO34LWKCCCCAAAIIIIAAAggg4FIBFwasXSrNtBFwpcByEVFpwjWunH0CT5qAddzgly9f1m4V/u677yRTpkzStm1bqVatmoSFhVm+S4kdsFYLWrVqldSoUUNf20svvaTd4Js6dWrL12u2YKgFrL3324y1CiS3bNlSv/3aX1/vgPX8+fOlfv368W6BOvs9e/aUCRMm6O3iC1ifP39eC2Orm3/Vo4LiixcvlipVqsQ7zokTJ0TNX80p5uOEgLUKPD/++ONy8eJFbWoVK1aUGTNmSIECBQwd3wMHDkiLFi1kw4YNWnt1S/ns2bOlePHiPvsTsL7DYjRg7ev3gvpSiArDe/9vM77Qfd2erkLx6ssmvm4Z966hbv9X78WlS5dqL9WsWVO7wTp37tyGzkisRtxgbcqNgLUpLhpbLEDA2mJQbrC2HpSKCCCAAAIIIIAAAggggIAbBAhYu2GXmCMCCCCAAAIIIIAAAgi4UYCAtRt3jTkjkGACP4jIEALWxrwJWPt2iiv4qW6w7dGjhyRPntwYsMFWBKzjhwr1gLUKJ48dO1bSpEkTL8S6devk5Zdflm3btunt/AWsVUi+e/fuensVuO7bt2+cAVR1m7kKqfbq1ctjLvEFrFVQdejQodqNzdGPv6CqrxB3dF8nBKzPnj0r7dq1k6+//lpfk7rhXQXP/YVvlaH6XRHTo2vXrjJq1ChJmTKlzz0mYH2HxWjAWvWYN2+eNG7cWO8c3zn1ht+1a5cWgo9+P6kbsL/55hupUKGCod/c6oyo2+ejb3k3+sWCOIsTsDbkHt2IgLUpLhpbLEDA2mJQAtbWg1IRAQQQQAABBBBAAAEEEHCDAAFrN+wSc0QAAQQQQAABBBBAAAE3CrgwYF39H+e3/7kg9BE3ejNnBNwgUKOkyCtPizw7VO5yw3ydMkcC1rF34vbt2zJw4EBRQVTvRwXoVOCydu3alm5hYgesVSBU3dqqAqTRj78grqUAfoqFWsD6xx9/lHr16umr9hcKvX79unb7cb9+/eTQoUMeWv4C1t5j1apVS6ZNmyb33HNPLHV1DiZOnCh9+vTRb26ObuRvjsuWLZOGDRvq/VR7deOzurnZ+1HhanXWYp63mG2cELBW8/n000+1m7mjn3z58slHH30kjz32WJwBdRU2V78jVKg9eq9UP3W7d7ly5eI86QSs79CYCVgfO3ZM2rRpo98irap06NBBC7hnyZIlTm91+7T6sox6L0Q/6s/qiwJxheC9i924cUP7IoL6EkP0o8ZWf06bNq35X5EErE2ZEbA2xUVjiwUIWFsMSsDaelAqIoAAAggggAACCCCAAAJuECBg7YZdYo4IIIAAAggggAACCCDgRgEXBqyjA59VRWS4iKh/2vFcEpFcIqL+yYOAUwQyicgREUlnx4SqPyjyan2REvn/rV6sAwFrM85ODVhv3rxZC3nG9ahw3JYtW/SXVZBOBTpTpEgRq4u6jVTd2JsqVSpDNN63knp3GjRokMfNtIaKimi3nO7YscNnc/VzFSqNfp544gmpXl19Nyf2U6JECXnyySfjHPbIkSPy/fffS5kyZaRIkSKSLl38b70LFy7Ixx9/LGpdFy9e1OoaCYQaXbcV7UItYL1nzx5p1qyZx03UKpipwp3Zs2fXySIjI2Xr1q3y7rvvamFl9aiQf+rUqeXkyZPan/0FrA8cOKDd0rthwwa9rroFe+TIkVqt6Ee9p9QNy2os9VSpUkVy5Mih3+DsL2Dt68ZndU4/+OADKViwoD7OwYMHtfd29HpUAFu9P9V8tm/frrVzSsBaGat9+fbbbz1+16ige8eOHWOFaFVwXL2XhgwZImfOnNH7GLn5noD1nd8UZgLWqpd3e/Wzp556SvuiTOnSpT3C8CoAr/7dob5Q8t133+mDVqxYUf7v//7P5xcC4vsd5n2Dtmr7xhtvaDedx3wvR9dQ72n1O/ratWva72ePh4C1qX9dELA2xUVjiwUIWFsMSsDaelAqIoAAAggggAACCCCAAAJuECBg7YZdYo4IIIAAAggggAACCCDgRgEXB6yjuWv+81/UjdY1bPBXdQfaUJeSCAQqoM5j/0A7x9Nvsaq76xP5JWYbAtbmpJ0asPYOG5pblWdrfwFU79qnT5+WVq1ayQ8//OBz2EAD1upG6P79g38r+BvfO7yrwtKFCxeW+++/X/LmzauvSYWp169fLxs3box1W7GRQGgwe2K2b6gFrNWN1CpUPHr0aA8KtVcqXK/+qc7h0qVLPb5IoH6uztHq1avlk08+0fr6O99x3ciuwp3169eXrFmzys6dO7UvAESHgtVrKiiswtDPP/+8No6/gLVqs2TJEmnSpInHeVJfflBB6+LFi8caRwW81Y3ZZcuW9QicOyVgrda0cuVKzcD75nC1FzVr1tQDubt27ZIVK1bEate6dWttn32FbWNuPgHrOxpmA9Yq2K4CzRMmTIj1q6VGjRpStWpV7csE6nfemjVrtD2N+ai9HDNmjHYDu/f/puPvd5WvEL7qo869+psOHnroIUmWLJk2tgp2q/eaOks+zzgBa3/cHq8TsDbFRWOLBQhYWwxKwNp6UCoigAACCCCAAAIIIIAAAm4QIGDthl1ijggggAACCCCAAAIIIOBGgRAIWEezq6C1Cp/6vqY0sM0598/fan8vt1gHhkcvywXsuL36exGJ+OeCyk1qtm4LOFguHGRBAtaxAVX4VYX11M27vp65c+dKo0aNTMsnVsDa7ETV7cLqP2nTpjXb1bb2oRaw1n537dolL7zwgsfN0vEBqtDz+++/L9WqVZMePXrIpEmTtOb+Ataqzd69e0UFfWPeYh3XWNHhanWDesygq5GA9a1bt7Qwca9evfyeBRV4VYHYli1bavOLeaO3kwLW6sZjFcjt1KmTqC8vmHmMhqtVTQLWd2TNBqxVTxVgVl9aGDdunJkt0r7MEGi4OnqguEL48U2EgLWpbfLZmIB18IZUCFzAbZ8/ov86rcBXbH/PqJhDqH/58iCAAAIIIIAAAggggAACCIS+AAHr0N9jVogAAggggAACCCCAAAKJIxBCAetowFr//Bd187RVQWt1RergxNkdRkXAQ2DAf2fbChZ1nbB6n6yPWcxtAQcrIKysQcDat2Zc4Vd1s7UK8GXOnNn0Njg9YK2Cu+qG7UceeUTCwsJMr8/ODqEYsFZeu3fvljfffFO+++67ePmeffZZGT58uBQsWFC8LYwErFVxdXOuaquCvHE99erVk5EjR2q37qrHbMBa9VHzUyHrUaNGxboZPXrc8uXLi7olvVatWtqNwd63rjspYB09Z3Wb94ABA2Tq1Kl+j7oKqav3UuPGjSVlypR+26sGBKzvMAUSsFa91Zdj1Bdg1C3/RsLwbdq0kYEDB0r+/PkN7VF8jbZu3SoRERF+38vRNQhYB00uBKyDN6RC4AJu+/xBwDrwvaYnAggggAACCCCAAAIIIICAjQIErG3EpTQCCCCAAAIIIIAAAggkaYEQDFhH76dVQWtusU7S7xDHLD6diBwREXWLdTDPkn/+1mgV1PYIVkcXdFvAIRgIO/o6NWBtx1rN1lSBymHDhmmBvezZs8uLL74oL7/8sqibd538/D97dx5gc73/cfzVzNj3LZQ1W7YkJKQoaU+57epqUUQbColkj0IlorgtWlRaVFosESKhbClbIYXs+z5+v8+593xzzpyZ7zlnznfm+z3nef6513w/2/vx+Uy37/Waz5hbhDdt2qSffvpJK1as0I8//qg9e/Zo6dKl2rlzp7V0c3OruZXYhFwvv/xymVCo24LVbnaO1dpMKHT27Nl65513fHtk9s18LrjgArVo0cJ3s3ONGjVisjcHDhzQZ599po8//th3m/WGDRtUtGhRXXrppbr11lt15ZVXKk+ePJkuzVw8acLj48aN08yZM301+ecxt79fe+21rrohPdyCTV3G7JNPPvHVZfbL/Nl86tatq0aNGqlVq1a+W8Zj4RjuumgXKGBC/nPmzNHkyZN9//z7/vv//uuDOYONGzf2nffrr7/ed3t18N/hZMbS/LPXfF9NmTJFc+fOlQldm5u1zcf887V69eq+M9KsWTPfDzHkzJkzcLrNizMzfcL1JWCdcFvuqoK99v5BwNpVx4fFIIAAAggggAACCCCAAAII+AUIWHMWEEAAAQQQQAABBBBAAAFnBOI4YO0Hu+T//4u5qbdpJgR7SRqYif50RSCzAuYm9b6ZGGSaJDNGyGC1f1yvBRwy4eFIVwLWjrAyKAIIIIAAApEJELCOyIuAdURcNI6xgNfePwhYx/gAMBwCCCCAAAIIIIAAAggggEBsBAhYx8aRURBAAAEEEEAAAQQQQACBYIEECFj7S85M0JpbrPnWyU6BzNxePV1Sb7tgtb84rwUcsnNTQs1NwNptO8J6EEAAAQQSUoCAdUTbTsA6Ii4ax1jAa+8fBKxjfAAYDgEEEEAAAQQQQAABBBBAIDYCBKxj48goCCCAAAIIIIAAAggggECwQAIFrP2lX/r//8XcaH1hhKfhCUnPRNiH5gjEQsDcoN4/woFm/O+cz42kn9cCDpHUlhVtCVhnhTJzIIAAAgggYCNAwDqiI0LAOiIuGsdYwGvvHwSsY3wAGA4BBBBAAAEEEEAAAQQQQCA2AgSsY+PIKAgggAACCCCAAAIIIIBAsEACBqz9BJEGrc0t1mdIOsQpQiALBSK9vfobSX0kRRSs9tfjtYBDFu5DWFMRsA6LiUYIIIAAAgg4K0DAOiJfAtYRcdE4xgJee/8gYB3jA8BwCCCAAAIIIIAAAggggAACsREgYB0bR0ZBAAEEEEAAAQQQQAABBIIFEjhg7acwQeu+kpqEcTp6SBoSRjuaIBArgZ6SBoYx2ExJT0UbrPaP77WAQxguWdqEgHWWcjMZAggggAACoQUIWEd0MghYR8RF4xgLeO39g4B1jA8AwyGAAAIIIIAAAggggAACCMRGgIB1bBwZBQEEEEAAAQQQQAABBBAIFiBgbYm0lNRPUsMMTsk2SeW5xZrvoywSMLdXr5dULIP5ZvzvBwTmxGJNXgs4xKLmWI5BwDqWmoyFAAIIIIBAlAIErCOCI2AdEReNYyzgtfcPAtYxPgAMhwACCCCAAAIIIIAAAgggEBsBAtaxcWQUBBBAAAEEEEAAAQQQQCBYgIB1mjPR4v+/8nQGN1p3k/QsJwmBLBB4QtKgdOaZK8k8N/8Zs4/XAg4xKzxGAxGwjhEkwyCAAAIIIJAZAQLWEekRsI6Ii8YxFvDa+wcB6xgfAIZDAAEEEEAAAQQQQAABBBCIjQAB69g4MgoCCCCAAAIIIIAAAgggECxAwDrdM3HZ/z8xQevGQS22SyrHLdZ8LzkskEfSX5IKB80zW1IfSbOcmN9rAQcnDDIzJgHrzOjRFwEEEEAAgRgJELCOCJKAdURcNI6xgNfePwhYx/gAMBwCCCCAAAIIIIAAAggggEBsBAhYx8aRURBAAAEEEEAAAQQQQACBYAEC1rZnIlTQ+jFJw2x70gCB6AW6S3rmlO5z/hesnhn9kPY9vRZwsK8oa1sQsM5ab2ZDAAEEEEAgpAAB64gOBgHriLhoHGMBr71/ELCO8QFgOAQQQAABBBBAAAEEEEAAgdgIELCOjSOjIIAAAggggAACCCCAAALBAgSswz4TLf+/pbnRupEkbrEOm42GUQiY26s3Siouae7/gtXfRDFOxF28FnCIuECHOxCwdhiY4RFAAAEEEAhHgIB1OEpWGwLWEXHROMYCXnv/IGAd4wPAcAgggAACCCCAAAIIIIAAArERIGAdG0dGQQABBBBAAAEEEEAAAQSCBQhYR3wm/EHr9yU9H3FvOiBgL/C4pFb/C1bPsG8euxZeCzjErvLYjETAOjaOjIIAAggggECmBAhYR8RHwDoiLhrHWMBr7x8ErGN8ABgOAQQQQAABBBBAAAEEEEAgNgIErGPjyCgIIIAAAggggAACCCCAQLAAAeuoz8S5kpZE3ZuOCKQvUPf/A9Y/ZQeQ1wIO2WGU0Zy2AWu3LZj1IIAAAggggEDCCxCwTvgjkK0AXnv/IGCdrceFyRFAAAEEEEAAAQQQQAABBNITIGDN2UAAAQQQQAABBBBAAAEEnBEgYO2MK6Mi4EUBrwUc3GZMwNptO8J6EEAAAQQQQMBOgIC1nRDPnRTw2vsHAWsnTwNjI4AAAggggAACCCCAAAIIRC1AwDpqOjoigAACCCCAAAIIIIAAAhkKELDmgCCAgF/AawEHt+0cAWu37QjrQQABBBBAAAE7AQLWdkI8d1LAa+8fBKydPA2MjQACCCCAAAIIIIAAAgggELUAAeuo6eiIAAIIIIAAAggggAACCGQoQMCaA4IAAn4BrwUc3LZzBKzdtiOsBwEEEEAAAQTsBAhY2wnx3EkBr71/ELB28jQwNgIIIIAAAggggAACCCCAQNQCBKyjpqMjAggggAACCCCAAAIIIJChAAFrDggCCPgFvBZwcNvOEbB2246wHgQQQAABBBCwEyBgbSfEcycFvPb+QcDaydPA2AgggAACCCCAAAIIIIAAAlELELCOmo6OCCCAAAIIIIAAAggggECGAgSsOSAIIOAX8FrAwW07R8DabTvCehBAAAEEEEDAToCAtZ0Qz50U8Nr7BwFrJ08DYyOAAAIIIIAAAggggAACCEQtQMA6ajo6IoAAAggggAACCCCAAAIZChCw5oAggIBfwGsBB7ftHAFrt+0I60EAAQQQQAABOwEC1nZCPHdSwGvvHwSsnTwNjI0AAggggAACCCCAAAIIIBC1AAHrqOnoiAACCCCAAAIIIIAAAghkKEDAmgOCAAJ+Aa8FHNy2cwSs3bYjrAcBBBBAAAEE7AQIWNsJ8dxJAa+9fxCwdvI0MDYCCCCAAAIIIIAAAggggEDUAgSsoyzDHLEAACAASURBVKajIwIIIIAAAggggAACCCCQoQABaw4IAgj4BbwWcHDbzhGwdtuOsB4EEEAAAQQQsBMgYG0nxHMnBbz2/kHA2snTwNgIIIAAAggggAACCCCAAAJRCxCwjpqOjggggAACCCCAAAIIIIBAhgIErDkgCCDgF/BawMFtO0fA2m07wnoQQAABBBBAwE6AgLWdEM+dFPDa+wcBaydPA2MjgAACCCCAAAIIIIAAAghELUDAOmo6OiKAAAIIIIAAAggggAACGQoQsOaAIICAX8BrAQe37RwBa7ftCOtBAAEEEEAAATsBAtZ2Qjx3UsBr7x8ErJ08DYyNAAIIIIAAAggggAACCCAQtQAB66jp6IgAAggggAACCCCAAAIIZChAwJoDggACfgGvBRzctnMErN22I6wHAQQQQAABBOwECFjbCfHcSQGvvX8QsHbyNDA2AggggAACCCCAAAIIIIBA1AIErKOmoyMCCCCAAAIIIIAAAgggkKEAAWsOCAII+AW8FnBw284RsHbbjrAeBBBAAAEEELATIGBtJ8RzJwW89v5BwNrJ08DYCCCAAAIIIIAAAggggAACUQsQsI6ajo4IIIAAAggggAACCCCAQIYCBKw5IAgg4BfwWsDBbTtHwNptO8J6EEAAAQQQQMBOgIC1nRDPnRTw2vsHAWsnTwNjI4AAAggggAACCCCAAAIIRC1AwDpqOjoigAACCCCAAAIIIIAAAhkKELDmgCCAgF/AawEHt+0cAWu37QjrQQABBBBAAAE7AQLWdkI8d1LAa+8fBKydPA2MjQACCCCAAAIIIIAAAgggELUAAeuo6eiIAAIIIIAAAggggAACCGQoQMCaA4IAAn4BrwUc3LZzBKzdtiOsBwEEEEAAAQTsBAhY2wnx3EkBr71/ELB28jQwNgIIIIAAAggggAACCCCAQNQCBKyjpqMjAggggAACCCCAAAIIIJChAAFrDggCCPgFvBZwcNvOEbB2246wHgQQQAABBBCwEyBgbSfEcycFvPb+QcDaydPA2AgggAACCCCAAAIIIIAAAlELELCOmo6OCCCAAAIIIIAAAggggECGAgSsOSAIIOAX8FrAwW07R8DabTvCehBAAAEEEEDAToCAtZ0Qz50U8Nr7BwFrJ08DYyOAAAIIIIAAAggggAACCEQtQMA6ajo6IoAAAggggAACCCCAAAIZChCw5oAggIBfwGsBB7ftHAFrt+0I60EAAQQQQAABOwEC1nZCPHdSwGvvHwSsnTwNjI0AAggggAACCCCAAAIIIBC1AAHrqOnoiAACCCCAAAIIIIAAAghkKEDAmgOCAAJ+Aa8FHNy2cwSs3bYjrAcBBBBAAAEE7AQIWNsJ8dxJAa+9fxCwdvI0MDYCCHhC4PiBP3V072od3fubju/foGMHNun4oS06cXibUo/s0omje3Xy+EGdTD2ik6nHPVETi0QAAQQQQCAcgdOSUnRaUi6dlpJXyTkLKilXESXnLqGUPKWUI18ZpeQvr5wFz1LOglWVku/McIakDQIxFSBgHVNOBkMAAQQQQAABBBBAAAEELAEC1hwGBBDwC3gt4OC2nSNg7bYdYT0IIIAAAgggYCdAwNpOiOdOCnjt/YOAtZOngbERQMB1Akf3rNHhbQt0aPsiHdmxREd2LteJIztdt04WhAACCCCAgNsEknMVVa6itZWr2LnKU7y+cpdoqJyFqrhtmawnzgQIWMfZhlIOAggggAACCCCAAAIIuEaAgLVrtoKFIJDtAl4LOGQ7WNACCFi7bUdYDwIIIIAAAgjYCRCwthPiuZMCXnv/IGDt5GlgbAQQyHaBY/s36sCf03Twr290cMtsHT+wKdvXxAIQQAABBBCIF4GUfGWUt9RFynvGJcp35mXKkb9cvJRGHS4RIGDtko1gGQgggAACCCCAAAIIIBB3AgSs425LKQiBqAW8FnCIulCHOhKwdgiWYRFAAAEEEEDAMQEC1o7RMnAYAl57/yBgHcam0gQBBLwlYG6m3rdhsvb/8bkOb1vkrcWzWgQQQAABBDwskLtEfeUve40KlG/lu+maDwKZFSBgnVlB+iOAAAIIIIAAAggggAACoQUIWHMyEEDAL+C1gIPbdo6Atdt2hPUggAACCCCAgJ0AAWs7IZ47KeC19w8C1k6eBsZGAIEsEzA3Ve9d9472/fa+Du/4KaJ5k1LyKWf+CsqZr6xy5DlDOfKUUkqu4krOVVTJOQoqKSW/klLy6LSknDrttOSIxqYxAggggAACbhY4efKETqYeVerxQ0o9vl8nju3ViSM7dfzIdh07tEXHDv2lowf+0NH965V6/EBEpeQuVlcFzrpZBSvdzs3WEcnR+FQBAtacBwQQQAABBBBAAAEEEEDAGQEC1s64MioCXhTwWsDBbcYErN22I6wHAQQQQAABBOwECFjbCfHcSQGvvX8QsHbyNDA2Agg4LrB/w6fas/o17dvwSVhzJSXnVp4idZS7cE3lLlRduQtWVY68Z4bVl0YIIIAAAggkssCxg3/q8N7VOrznFx3e/bMO7Vqq1BOHwyIpUP56Fap6t/KXvy6s9jRCwC9AwJqzgAACCCCAAAIIIIAAAgg4I0DA2hlXRkXAiwJeCzi4zZiAtdt2hPUggAACCCCAgJ0AAWs7IZ47KeC19w8C1k6eBsZGAAFnBE6e0K6Vo7X7lzE6snul7Rx5i9ZV3uINla94A1+4mg8CCCCAAAIIxEbAhKwPbF+og9sX6OBO+98gkatwDRWu3kFFanSU+K0QsdmEOB+FgHWcbzDlIYAAAggggAACCCCAQLYJELDONnomRsB1Al4LOLgNkIC123aE9SCAAAIIIICAnQABazshnjsp4LX3DwLWTp4GxkYAgZgKpB4/qF0rRmjnihd04vC2DMfOf3pT5S/VTOY/U3IVjek6GAwBBBBAAAEE0gocP7JT+/+eo/1bZvn+M6NPcu4SKlrrERWp1VlJKXnhRCBdAQLWHA4EEEAAAQQQQAABBBBAwBkBAtbOuDIqAl4U8FrAwW3GBKzdtiOsBwEEEEAAAQTsBAhY2wnx3EkBr71/ELB28jQwNgIIxExgx9JntHPZszpxZGe6Y+YuXFOFzrxSBUq3JFQdM3kGQgABBBBAIHIBE7bet3mq9vz5pQ7v/jndAZJzFVXRcx5XsTo9Ip+EHgkhQMA6IbaZIhFAAAEEEEAAAQQQQCAbBAhYZwM6UyLgUgGvBRzcxkjA2m07wnoQQAABBBBAwE6AgLWdEM+dFPDa+wcBaydPA2MjgECmBXavGq8dPw3Qsf3r0x2rUNnrVLhsK+UpUifT8zEAAggggAACCMRW4NCupdr9x2Tt+ePTdAfOkb+CitXtpcLV7o3t5IzmeQEC1p7fQgpAAAEEEEAAAQQQQAABlwoQsHbpxrAsBLJBwGsBh2wgynBKAtZu2xHWgwACCCCAAAJ2AgSs7YR47qSA194/CFg7eRoYGwEEohY4uGWOti/urYObvw05RlJKPhWpcIuKlL9JKblLRD0PHRFAAAEEEEAgawSOH96mXRs+0K717yn1+IGQk+YtfbGK1+uvvKWaZs2imMX1AgSsXb9FLBABBBBAAAEEEEAAAQQ8KkDA2qMbx7IRcEDAawEHBwgyNSQB60zx0RkBBBBAAAEEskGAgHU2oDOlJeC19w8C1hxeBBBwlcDJE0f198Ju2rXihZDrMsHqomfdqaJntVFSch5XrZ3FIIAAAggggIC9QOqJQ9r529va+duEdIPWRWo9otMbDNVpyTntB6RFXAsQsI7r7aU4BBBAAAEEEEAAAQQQyEYBAtbZiM/UCLhMwGsBB5fxiYC123aE9SCAAAIIIICAnQABazshnjsp4LX3DwLWTp4GxkYAgYgE9m/4VH8v6KKje9eF7FesUlsVq3y3klLyRzQujRFAAAEEEEDAfQKpx/drx9rXtGPdGyEXl7NgJZ3ecLjyl7/OfYtnRVkmQMA6y6iZCAEEEEAAAQQQQAABBBJMgIB1gm045SKQgYDXAg5u20wC1m7bEdaDAAIIIIAAAnYCBKzthHjupIDX3j8IWDt5GhgbAQTCFtj6/aPp3lpd8MwrVLzK/cqZr1zY49EQAQQQQAABBLwhcPTARm1f84r2/vlVyAWb26xLXvC8N4phlTEXIGAdc1IGRAABBBBAAAEEEEAAAQR8AgSsOQgIIOAX8FrAwW07R8DabTvCehBAAAEEEEDAToCAtZ0Qz50U8Nr7BwFrJ08DYyOAgK3A4e2LteW7Djq8bVGatrkKnKUS1R5U/pIX2Y5DAwQQQAABBBDwtsD+rbO1bdVLOrLvtzSF5C5RX6WajFHu4vW8XSSrj1iAgHXEZHRAAAEEEEAAAQQQQAABBMISIGAdFhONEEgIAa8FHNy2KQSs3bYjrAcBBBBAAAEE7AQIWNsJ8dxJAa+9fxCwdvI0MDYCCGQosHvVeG2Z0y5km2KV2qrE2Q8hiAACCCCAAAIJJrDt15Hase6NkFWXajpOhavdm2AiiV0uAevE3n+qRwABBBBAAAEEEEAAAecECFg7Z8vICHhNwGsBB7f5ErB2246wHgQQQAABBBCwEyBgbSfEcycFvPb+QcDaydPA2AggkK7A3wse087lw9I8N7dWl6zxuPIWb4AeAggggAACCCSowMHtC7V15bMhb7MuWrurTm/4XILKJF7ZBKwTb8+pGAEEEEAAAQQQQAABBLJGgIB11jgzCwJeEPBawMFtpgSs3bYjrAcBBBBAAAEE7AQIWNsJ8dxJAa+9fxCwdvI0MDYCCKQRSD1+UJtnttG+DZ+keVa43A0qWauHTjstGTkEEEAAAQQQSHCBkydPaOuKZ7R748dpJAqUv16lm7+tpJS8Ca4U/+UTsI7/PabCrBH4buFSXdgqut8AUK1SeZUvU1pnlCqhC88/Vy2anq+yZ5RUUlJS1iyeWeJS4O2PvtQdD/a2amt/Z2uN6NtVeXLnCqh3x649atOpl76eNd/6+tzJ49WkQZ24dMlMUcFWdWpU1XtjB8t8D/NBAAEEEEAglAABa84FAgj4BbwWcHDbzhGwdtuOsB4EEEAAAQQQsBMgYG0nxHMnBbz2/kHA2snTwNgIIBAgcGzfb/rzm1t0eNuiNDKlavdU4XKtEUMAAQQQQAABBAIEdm/8SFuWD0qjkrtEfZ15yXvKUeAsxOJYgIB1HG8upWWpQGYC1qEW2rRhXT3S7jZdc9mFypUzZ5bWEs1kR44e1efT5ipHjhRd1/KiaIagT4wFCFiHD5qamqpv5/+otev/0H1tbki3IwHr8E1piQACCCDwXwEC1pwEBBDwC3gt4OC2nSNg7bYdYT0IIIAAAgggYCdAwNpOiOdOCnjt/YOAtZOngbERQMASOLx9sf6cfqOO7V8foJIzX1mVrvO08hTh9imOCwIIIIAAAgiEFji0a6k2L31aRw/8EdAgR/4KOrPFJOUuXg+6OBUgYB2nG0tZWS4Q64C1v4AbrmyuEX27+G64duPHBFPnLVqmIaPe0OfT5uitl/qrTesr3bjUhFsTAWv7LT958qR+Xbtez7z0ut78YIr6Pd5BvTu3S7cjAWt7U1oggAACCAQKELDmRCCAgF/AawEHt+0cAWu37QjrQQABBBBAAAE7AQLWdkI8d1LAa+8fBKydPA2MjQACPoGDW+boz2nX68SRnQEi+Yo3VOlz+yslV1GkEEAAAQQQQACBDAWOH9mpzUt668D2BQHtknMV1ZmXfaK8pZoiGIcCBKzjcFMpKVsEnApYm2IanldLowZ1V71zqmdLbRlNOnT0m+o+4EWrCQFr92wRAWv7vZj0+Qzd06Wv9u0/6GtMwNrejBYIIIAAApEJELCOzIvWCMSzgNcCDm7bCwLWbtsR1oMAAggggAACdgIErO2EeO6kgNfePwhYO3kaGBsBBHRw80xt+vpapR4/EKBRqMzVKl2nL0IIIIAAAggggEBEApuX9tGeTVMC+iSl5FOZyz9T3tLNIxqLxu4XIGDt/j1ihd4QCBWwnjt5vJo0yPg3CZkbdPfuO6B9Bw7qx+W/auInX+vz6XOswKe/ehOyfm1EH1WvUtFVIP1HjNNTz46x1kTA2j3bQ8Dafi+CjQhY25vRAgEEEEAgMgEC1pF50RqBeBbwWsDBbXtBwNptO8J6EEAAAQQQQMBOgIC1nRDPnRTw2vsHAWsnTwNjI5DgAubm6k1fXZkmXF204u06vUaXBNehfAQQQAABBBCIVuDvlcO18/d3Arr7QtZXfMlN1tGiurQfAWuXbgzL8pxAtAHr4EJN4Hrxsl/06FPDZMY89XPDlc01dmhPlShWxDU+BKxdsxVpFkLA2n5vIg1Y249ICwQQQAABBAIFCFhzIhBAwC/gtYCD23aOgLXbdoT1IIAAAggggICdAAFrOyGeOyngtfcPAtZOngbGRiCBBQ5vX6w/vmypE0d2BigUq3yPSlTrmMAylI4AAggggAACsRDYtmq0dqz9T8BQybmKquyVU5W7eL1YTMEYLhAgYO2CTWAJcSEQq4C1H+PPLX+r0xNDNPnrbwN8nu/XVQ/fe6uCv3ezC5GAdXbJ289LwDpyI7sbrO1HpAUCCCCAAAKBAgSsOREIIOAX8FrAwW07R8DabTvCehBAAAEEEEDAToCAtZ0Qz50U8Nr7BwFrJ08DYyOQoALH9v2mjVMu1bH96wMEile5T8Wrtk9QFcpGAAEEEEAAgVgLbF89VtvXvBowbI78FVTu6hnKUeCsWE/HeNkgQMA6G9CZMi4FYh2wNki/rPldd3fuqwU/rrDMGp5XS++OHqSK5c5whSMBa1dsQ8hFELC23xtusLY3ogUCCCCAQOYECFhnzo/eCMSTgNcCDm6zJ2Dtth1hPQgggAACCCBgJ0DA2k6I504KeO39g4C1k6eBsRFIQIHU4we1ccrFOrxtUUD13FydgIeBkhFAAAEEEMgCgVA3WecuUV/lrv5WSSl5s2AFTOGkAAFrJ3UZO5EEnAhYG7+Jk6fq/scHaN/+gxbnuGG9de9trVzBS8DaFdsQchEErO33hoC1vREtEEAAAQQyJ0DAOnN+9EYgngS8FnBwmz0Ba7ftCOtBAAEEEEAAATsBAtZ2Qjx3UsBr7x8ErJ08DYyNQAIK/DntBu3b8ElA5UUr3q7Ta3RJQA1KRgABBBBAAIGsEPh75XDt/P2dgKkKlL9eZ172cVZMzxwOChCwdhCXoRNKwKmA9a49e9W+2yB98Nl0y/PGay7VuOd6q1DB/GEZHz12TEtWrNas+Ys1f9Ey383Yq9ZtsPpWq1Re1atU1MWNztPlzRrJ/DkpKSnk2IcOH1HnPsM0dsJHYc3d7/EO6t25XYZtY7m+sBYVRaO/t+/UN98t0tez5mvpz6v104pVvlGMVd1a1dTiooa69rKmOr140ShGl8z40+f8oM+mzvaN7d+f8mVKq06NKmrepL6ua3mxKpQtne7eBE+clQHrvfsOaM6CnzRpyowAn1PXf/0VzWT+HPy/O5GApaam+mzMPsz8bpGWrlyjDZs2+4a4oF5tnVf7bLW6/GI1bVhXeXLnCjl08A8FZDR/+ztba0TfrtZYO3btUZtOvXzzm0+dGlX13tjBvnMQzse//s+mzdE3cxdq4ZKftXP3Xl9Xc47q1Kyqqy5pohYXna8ihQqGM6SvTfBez508Xk0a1PE9O378hBb8tELvfzpNPyz5Wd8vXh5wdltd0cw3Z8EC+cKej4YIIIAAAuELELAO34qWCMS7gNcCDm7bDwLWbtsR1oMAAggggAACdgIErO2EeO6kgNfePwhYO3kaGBuBBBP4e8Fj2rl8WEDVhcpcrdJ1+iaYBOUigAACCCCAQFYLbF7aR3s2TQmYtmjtrjq94XNZvRTmi6EAAesYYjJUQgs4FbA2qOPfnax2XftbvlUqltOkcUN0TvUqGZofOHhIr7/3mUb+572AQLXdRl1zWVP1fay9L/AZ/M+IWAasnVifXW2RPt+2Y5eef/VdjXlzkhWETW+MooULqtPdN+vxB/6tAvnD+w0P6//4S8PGvKU3Pvg84Jby9Oa44crm6vXovSH3JrhPVgSszR6+8tbHGvD8OFsfs75/33S172xVKHtGRFtx8uRJX/B8wPPj9fGXM2371q5eWU93vV8m1B38wwLZEbA2wepv5/+oIaPesMLZGRVhzlKHf9+oR++7TSWKFbGtN72A9ZKfV6v30Jf1+bQ5GY5h5jM/DNGuzfXKlTOn7Xw0QAABBBAIX4CAdfhWtEQg3gW8FnBw234QsHbbjrAeBBBAAAEEELATIGBtJ8RzJwW89v5BwNrJ08DYCCSQwO5V47VlTuDNX/mKN1TZhqMSSIFSEUAAAQQQQCA7Bf5Y0EkHti8IWEKppuNUuNq92bks5s6EAAHrTODRFYFTBJwMWC/7ZY1ubNdda37faM341kv91ab1lenugWn7YM+hmvrt91HtkwlcjhrcQ7dcd1lAyDpWAWun1hdVsSE6mUCvCcR26D4oonC6GerqFhdq1KDuvtua0/uY8c0tyI8+NSzi8c3eDH+6i2//U1KS053D6YD1r2vX65Hez0V8xozL8Kc7y4TFw7nN+sjRo3ph3ERfiHvf/oMRbbEJWXfr1DbgNuusDlib7xkToh86+o2I129uoX5xwOO+m7kz+oQKWG/dtkNdnh5h3fAdDtwj7W7TwB4dlS9vnnCa0wYBBBBAIAwBAtZhINEEgQQR8FrAwW3bQsDabTvCehBAAAEEEEDAToCAtZ0Qz50U8Nr7BwFrJ08DYyOQIAKHty/W+k/qB1SbM19ZlWs0Xim5ovsVxAlCR5kIIIAAAgggEEOB40d2auP8e3X0wB8Bo1a4fpFyF68Xw5kYKqsECFhnlTTzxLuAkwHrXXv26s6HntKU6XMtxj5d71efLveFDKhu3bZT7bsN1OSvvw1gN8HcBufWVP061VUgfz7fs41/btH8Rct8twMHf+rUqKr3xg5WtUrlrUdHjx3Th1O+8fUzn9nf/6gvZnxnPb/jX1ep1tmVrD/XqlbJFzg+9ePk+mJ1zky4uu0jfdKEU43hpU3P17k1qyo5OVm/rPlds+YtTtPOhIfHDu0Z8vZhE65+95OvfeHt4MBwuOObG7J7P9pOne9vk27I2smAtan77s59teDHFWnOWOMGdXT+uTWVM2cO7di1R9NnL0hzvsz6xwzpqduuvzzDkPXx4yc0bOxb6jFwZJqtNefS7EW5M0vp6NFjmrdomb5buCSN6dBeD6tL+zuUnJzkG8N8H61Ytc7331f8uk5vffiFNfZVlzbRRRecZ/3ZjP2vqy9Rzhw5fF8z9bTp1Mu6hTrU98ipCzU3fHcb8KJGv/5B1Os3db7y7JMB6woeLHivzS3nEyZ9YZ1L492kwblqXP8c376Y798Zc34IGe63++GNWH2PMQ4CCCCQKAIErBNlp6kTAXsBrwUc7CvK2hYErLPWm9kQQAABBBBAIPMCBKwzb8gI0Qt47f2DgHX0e01PBBD4n8D6yQ10eNuiAI/yjccrT5E6GCGAAAIIIIAAAlkqcGjXUm2YF3hjde4S9VWh1cIsXQeTxUaAgHVsHBkFAScD1qFujW5/Z2uN6Ns14GZeswsnTqT6bsrtOfif33RkwpVPdb5P99/RWgUL/DdYferHBH5/XvWbnnp2jD7+cmbAs2F9Oqvz/benG4INvg3YLpyZ1euL5mSa27VNoP3U8LAJPvd6tJ3uva1VGkMTgH/u5bc08j8TA8K9z/frqofvvTWNnTkrJqS7YdNma3lm/IE9OunOG69Kc3uwucHZhNr7DX81IBBr9vWVZ3vp1lYtQ5bpVMA6VEA+I5/U1FT9uPxXPfnM6IDbrs1N1m+PGiBzS3N6n4mTp+r+xwcEuDY4t4bPqnnj+gHhcnOOTfC7+8CR+nzaHGtIM8+kV4eofp0aaaYJNur3eAf17hz4m8NO7RRJwNqc9eFj3/IFrE/9mHoHPdFJF55/rpKS/hv69n+27djlu+169BsfBNTc8LxamjCyn6pULBfWXvsbmTPSse1NMjdTly5ZPKCvOVfvfPyVHuv7vHbu3ms9Mz8cMH54bxUpVDCabx/6IIAAAggECRCw5kgggIBfwGsBB7ftHAFrt+0I60EAAQQQQAABOwEC1nZCPHdSwGvvHwSsnTwNjI1AAghs/f5R7VrxQkClpWr3VOFyrROgekpEAAEEEEAAATcK7N74kbYsHxSwtCK1HlHJC55343JZUwYCBKw5HgjERsDJgLVZYXCQ+fJmjXzh1GJFCgUU8PvGv3Rbx54B4WBz+22726/P8KZgM8juvfv0cK9nfTff+j8m8DtqUA+ZoGaoT6QB66xeX6S7a0KxfYe/4vP2f0xA9z/Dn1LzJvXTNQx107IJxb47epAqljvDGsuEsdt3G6QPPptufc3cgvzykB5qVO+cDJdrgt8P9hwaEFI2YV0Taq9Q9p85/IM4EbAOFZAPx8esyYR4zU3Ur779sVXnv2+6WiMHdAsZ/N+8dbv+/fBTmj7nB6t9q8sv1qjB3XVmqdPTtQoVADdB96G9H1aunDkD+jkZsF60dKVuvK97QJDefD+ZH1ooUaxIuus3QXHzgw5dnh4R0Ldrhzs0sEfHNDWYgYLrMF8z37OjB/fQ7TdckSbI7Z881G3qpt+Xb4/MMPge6fcV7RFAAIFEFiBgnci7T+0IBAp4LeDgtv0jYO22HWE9CCCAAAIIIGAnQMDaTojnTgp47f2DgLWTp4GxEYhzgf0bPtWmaa0Cqixc7gaVqv1knFdOeQgggAACCCDgdoEtywdq98Z/QlJmvWUum6z85a9z+9JZ3ykCBKw5DlkpMH/xcr35/uf65ruF+m3jn76pzyp3pi5p0kD/vvkaNapXOyuXE9O53BKw/nTqbLW6q4tVW6S30U6bvUAtb+1k9W/R9Hy9M3pguoHQSAPWWb2+SDc5VADc3BzcpvWVtgH1v7fvHgBvbwAAIABJREFU1H2PDZCp0f8ZN6y379Zr/2fG3B90wz2PWbcTmzDrpFeHquXFF4S11GW/rNGtHXr6bmr2f9K7KduJgHWwj1n/mCE9ddv1l9v6mPX+ueVv3+3gM7/772/oMv0//s9zuvTC89PU/9EX3+hf7bpZXzdB9HdfHqjqVSraWs3+/kfd+kBPmZC2+Zg+H7wyRDWrnRXQ16mAdaigvgnom7OUUTjcvzgTfB73zie6//GB1nojuYnbdMookH0qggn939ulf8Dt9W+80Fcm/M4HAQQQQCDzAgSsM2/ICAjEi4DXAg5ucydg7bYdYT0IIIAAAgggYCdAwNpOiOdOCnjt/YOAtZOngbERiGOBkyeO6vcPa+jo3nVWlbkKnKUKTd/Vaaclx3HllIYAAggggAACXhA4efKE1s+5TUf2/WYtN2fBSqr4r5U6LTnwhkgv1JOoayRgnag7n/V1P9B9sMZM+DDDiTvc+S+9POSJrF9cDGZ0OmA9dsJH6tD9n98cUO+c6po4ZpAqVygbsPqFS1Zq5rxF+mn5r1q/abPuuvlatb8z/N9+tGrdBt3S/gktXbnaN64Jtb43drCqVSofUinSgHVWry/SrQ0O3F7X8iK9+lwvnV68aFhDjX93stp17W+17XjXTb4bi3Pnyqmjx475bnAe8co71vP0blZObzITvDX9u/YdYTW5onljX3C3eNHCAd2cCFgH15fRDdTp1RA8Ruf7b9czTz6knDlyWF0OHT6izn2GyZx7/2fQE53UrWNbJScn2e7FgYOH9OCTQ/X6e59Zbc33yy3XtczQqN/jHdS7c7t0x9+xa4/adOqlr2fNz/D7Y8Omzbq945Oat2iZNdaH44aq9VWX2K7d3yBU8Ll/twf05CP3pAmzB+91JLdQmzB476Eva/DI16y12TmEXQQNEUAAAQREwJpDgAACfgGvBRzctnMErN22I6wHAQQQQAABBOwECFjbCfHcSQGvvX8QsHbyNDA2AnEssPX7R7VrxQsBFZZr+LLyFm8Qx1VTGgIIIIAAAgh4SeDg9oXauOCBgCUXqfWISl7wvJfKSOi1ErBO6O3PsuKvuP0hK5BoN+nlzRrpq3dG2jVz3XOnA9ZvfjBFbR/pY9VtF3yOFsjpgHW06/L3i3R9kcwXKgBtwtEmABz8z8r0xjU3TD/S+zmVKlFMdWufrXrnnK0Lzz9XuXLm1F9bt/nCubPmLba6T504Spdd1DCSZcrMcWO77lrz+0Zfv9Ili+uzN0bIhO5P/cQ6YB0q9PzWS/19t3tH8glef7PG9fT2qAE6o2QJa5jggLKp8ZP/DNP5dWuGPdWrb3+sCZO+UO3qlVWz6lm66ILzVOvsShka2QWLww1YB98EH6rGcAoJ/sGKG6+5VOOe661CBfNnWEek8wXPY+cQztppgwACCCDwXwEC1pwEBBDwC3gt4OC2nSNg7bYdYT0IIIAAAgggYCdAwNpOiOdOCnjt/YOAtZOngbERiFOBg1vmaOPnFwVUV6xSW5U4+6E4rZiyEEAAAQQQQMCrAtt+Hakd694IWH65a2Yrb6mmXi0podZNwDqhtjtbig3n5urghXnxJmunA9bBN0U3rn+O3hk9UOXLlI7pvkYaYI70BuvMLjbS9UUyn7kx+M6HntKU6XOtbt9+9IovmBuLz/eLl6vlbZ20b/9B33DR7uGevfvV7rH+mvT5DGtZoYLOsQ5YBwfEzS3JU98dpQvq1Y6IZ9uOXb7bnafP+cHXL1RAPNiqRdPzfee9RLEiEc1l1zjYyC5YHG7A2twG3XPwKGv6ULd0263NPF+87Bdd27azNm/d7mue3g9WBNfR7vbr9UL/x5Q3T+5wplGkDmENSiMEEEAAAZ8AAWsOAgII+AW8FnBw284RsHbbjrAeBBBAAAEEELATIGBtJ8RzJwW89v5BwNrJ08DYCMSpwMYpzXRw87dWdbkKnKWKF70fp9VSFgIIIIAAAgh4XeD32TfryL7frDLylr5Y5a6e5fWyEmL9BKwTYpuzrcj5i5er8bV3RzX/vM9eU6MIg5tRTRSjTlkdsDY3fZtbf4sVKZTpCszNzevWb/LdrPzhlG80Y+5/g6/mY3dTdlYErDOzvkhwgsPb5ubj98c+o7MrV4hkmHTbfjp1tlrd1cV6nt5txHaTnTiRqt5DX5YJ8fo/oYLBsQ5Yh7o5+85/XaWiEZ5BcxP2+59O0y9rfrfWH3yTd2YDw3aG/ueRBovDCViHugl9+NNdfDehR/oJdev53Mnj1aRBnYChguvoeNdNMrev586VM6wpI3UIa1AaIYAAAgj4BAhYcxAQQMAv4LWAg9t2joC123aE9SCAAAIIIICAnQABazshnjsp4LX3DwLWTp4GxkYgDgV2rxqvLXPaBVRWpv5w5S8ZeKN1HJZOSQgggAACCCDgUYH9W2dr06J/QmOmjFJNx6lwtXs9WlHiLJuAdeLsdXZUGs3t1f51eu0WaycD1qECtVe3uFATRvZTkUIFw9ra1NRU7dm3Xxs2bZG5QXjFr+tkArNLf16tn1asSneMrApYO7W+sHD+1+jXtet1c/seWv7LWt9X6p1TXRPHDFLlCmUjGSbdtuEGnsOZLDjYnhUB61BnPJy1htMm+AbuNz+YoraP9LG6RhoYDmdO0ybSYHE4AWsTIO/cZ5jGTvjIWkaoG8bDWWPwfKZPOAFru5u4g+eO1CGctdMGAQQQQOC/AgSsOQkIIOAX8FrAwW07R8DabTvCehBAAAEEEEDAToCAtZ0Qz50U8Nr7BwFrJ08DYyMQhwLrJlbUsf3rrcoKnnmFzjh3QBxWSkkIIIAAAgggEE8Cfy3ppb1/fmWVlCN/BVW69Z/bKeOp1niqhYB1PO2m+2qpdmFrrf5tY1QLq3pWOa2a+09AMapBsrCTkwHrffsPqlPPZzRh0hdWRe3vbK0RfbsqT+5c6VZpgp7mVurX3vtUM+b8oJ2790Ys4mTAOivWF0nBwXsYy1vCzTqcDFiHOg/hzhduiDcrA9bhBMgj2dv02kYaLHZDwDpUWDvSOoI9Mts/FnvBGAgggEC8ChCwjtedpS4EIhfwWsAh8gqd7UHA2llfRkcAAQQQQACB2AsQsI69KSOGL+C19w8C1uHvLS0RSHiBHUuf0baFTwQ4nNXsI+XMVy7hbQBAAAEEEEAAAXcLHD2wUb/Nah2wyBINBqtYnR7uXniCr46AdYIfAIfLz1GuoY4fPxHVLCkpyTq2cUFUfbOjk5MB67+2blObTr18YWn/Z9ATnfTEQ3eHLNXcBv3Nd4vUc/BLWrhkZdgcRQsXVN1aZ2vlmt+0eet2Xz8nAtZZub6wi5fk5YC1OQv9uz2g5OQkq2QC1va7H2mw2A0B66kTR+myixoGFBdpHcEyme1vL00LBBBAIHEFCFgn7t5TOQLBAl4LOLhtBwlYu21HWA8CCCCAAAII2AkQsLYT4rmTAl57/yBg7eRpYGwE4kgg9fhBrXu3rE4c2WlVVaxSW5U4+6E4qpJSEEAAAQQQQCCeBbb9OlI71r1hlZicq6gq3faHklLyxnPZnq6NgLWnt8/1iydgPV5NGtTJ9D6Z4O+VbR6Sucna/5n8+nBd1/KiNGObQPuYCR/6wtWntg9uWL5MadWsdpbq1qqmeudU9/1nmdIltW7DJt3S/gktXbna1yXWAeusXl8k+Mt+WaMb23XXmt//e+u6cZk4ZpAqVygbyTDptg038BzOZOHc8BzufNHeYB3rG75PrXvshI/Uofsg60sd77pJw/p0Vu5cOcPhCbtNpMFiNwSs505O+8+VSOsIBsps/7DBaYgAAggkoAAB6wTcdEpGIB0BrwUc3LaRBKzdtiOsBwEEEEAAAQTsBAhY2wnx3EkBr71/ELB28jQwNgJxJLBjyUBtW9TLqigpJZ8qXzpFSSn546hKSkEAAQQQQACBeBZIPb5fa2dcrdTjB6wyS9QfoGLnPhnPZXu6NgLWnt4+1y++2oWttfq3/4ZVI/1UPaucVs39KNJu2dbeqRusT548qRGvvKOufUdYtWUUev5m7kLd8VBv6wZq08ncTH3bDVfomhYXqtbZlXV68SLKmSNHSKtV6zY4GrDO6vVFciCCa69dvbLeH/uMzq5cIZJh0m376dTZanVXF+v5jddcqnHP9VahgpG98x89dkw9Bo70nQv/J9SN5rEOWH+/eLla3tbJCu7HOoB+Klzw2tvdfr1e6P+Y8ubJHZO98A8SabA4nIB1qP0Z/nQXdb7/9ojXvmHTZt3e8UnNW7TM17dA/rya+u4oXVCvdsBYkdYRvJDM9o+4MDoggAACCSRAwDqBNptSEbAR8FrAwW0bSsDabTvCehBAAAEEEEDAToCAtZ0Qz50U8Nr7BwFrJ08DYyMQLwInT2jN26V14vA2q6LiVTuoeJV28VIhdSCAAAIIIIBAgghsXzNO21ePsapNzl1CVdpslk5LThABb5VJwNpb++W11T7QfbDvNuVoPh3u/JdeHvJENF2zpY9TAevNW7fr3w8/pelzfrDqan9na43o21V5cucKqPXAwUN68Mmhev29z6yvmxu0xw590ndbdTgfJwPW2bG+cGr2t9m2Y5cvzHqq9bcfvaKLLjgv7GEOHT6ix/o9r1/W/K7qVSr6br++pdVlOqNkCS1e9ouubdvZCr9HG1DetWev7nzoKU2ZPtdal7lp+5brWgasM9YB67Xr/9CtHXr66jAfE/b98u2RMbmlPRh49vc/6uLW91tfbtH0fL0zeqBKFCsS9l6Ys2xuwc6XN4/OrVnVF5S/6doWypXzn1uwIw0WhxOwNgs04fcuTw+31hrtDdzhhtojrSMYMbP9w94UGiKAAAIJKEDAOgE3nZIRSEfAawEHt20kAWu37QjrQQABBBBAAAE7AQLWdkI8d1LAa+8fBKydPA2MjUCcCOz6eaS2zn/YqsZ3e3WLr5SUnCdOKqQMBBBAAAEEEEgUgdQTh7R2+hUBt1iXbPSiitR8KFEIPFUnAWtPbZfnFjt/8XI1vvbuqNY977PX1CjoltaoBsqiTk4FrIODj6acD8cNVeurLklT2bJf1ujGdt215vf/3hpuArCTXh2qlhdfELZCcLA1o9uyzaD9R4zTU8/+80M1b73UX21aXxlyvuxYX9iFSzp85KjvpvDRr39gdYv05uG/tm5Tm069NGveYt8YVSqW06RxQ3RO9SoKfmaeT504Spdd1DCSZSrYsXTJ4vrsjREyge1TP7EOWO/Zu1/tHuuvSZ/PsKYZ1qez72bm4P8tyaig3zf+pXu69FVKcrLq1j5bFcqU1r+uvlQlSxS1ugWHudOrMaN5ps1eoJa3drKa3HnjVRo1qIfv+8L/iTRYHG7AOnjuZo3r6e1RA3xB+0g+Yyd85AuJ+z/p3XoeaR3Ba8hs/0hqoi0CCCCQaAIErBNtx6kXgfQFvBZwcNteErB2246wHgQQQAABBBCwEyBgbSfEcycFvPb+QcDaydPA2AjEicDvk2rqyO6VVjXFKt+jEtU6xkl1lIEAAggggAACiSawbdVo7Vj7H6vsXIVrqOKNPycagyfqJWDtiW3y9CKjucXaa7dXmw1yImBtbkG+u3NfLfhxhXUGrmt5kV59rpdOL/5PGNX/MDjU2bj+Ob5bf8uXKR3WGTp58qTv5l0TMvZ/Yhmwzo71hVX4KY3GvztZ7br2t75yw5XNNX54bxUpVDCsoWbM/UE33POY9u0/6Gt/aiD26LFj6jFwpM/Y/0nvNvL0JjtxIlVDR7+hnoNHWU2uaN5YE0b2U/GihQO6xTpgHep8NG9S3zf3maVOD8vHjDHunU90/+MDrfahzmmo284jCXMbp77DX/H9AID/EyosH2mwONyA9YZNm323oc9btMyaP6MfPgiF9/f2nbrvsQH6dOps63H/bg/oyUfuSRNoj7SO4Pky2z+szacRAgggkKACBKwTdOMpG4EQAl4LOLhtEwlYu21HWA8CCCCAAAII2AkQsLYT4rmTAl57/yBg7eRpYGwE4kBg/4ZPtWlaq4BKKl/6pVJyR3azURxQUAICCCCAAAIIxInA8cPbtHZG4A2mZS6brPzlr4uTCuOnDALW8bOXbq7kitsf0tez5oe1xMubNdJX74wMq62bGsU6YL1120617zZQk7/+1irT3Lz7yrO9dGurliFLN0HMVnd1sZ6ZG40njhmkyhXKhkVlbka+tUNPmWC3/xPLgHV2rC+swk9p9POq33TT/d0DDEyA2NzKbXdL86HDR9S5zzCZW4f9n+BQcHAAO9JbxkPtUXrB41gHrE1Ni5au1I33dZcJEPs/zzz5kLq2v0MpKcm23OZ29Tsfeirghwa6dfy3+nd/QDlz5AjoHxx2N2fx3ZcHqnqVirbzrFq3Qbe0f0JLV672tTU3YH/yn2E6v27NgL6RBovDDViHCnhHEkYPFURPrwZTUKR1BANmtr/thtAAAQQQSGABAtYJvPmUjkCQgNcCDm7bQALWbtsR1oMAAggggAACdgIErO2EeO6kgNfePwhYO3kaGBuBOBD4c9oN2rfhE6uSQmWvU+lznoqDyigBAQQQQAABBBJZYPOyftrzx6cWQYHy1+vMyz5OZBJX1k7A2pXbEpeLCucmay/eXO3frFgFrFNTU7VwyUrfLdJmzFM/He+6SUN7Pax8efOEPCPfL16ulrd1sm5PNo3CDQebYLEJdAfPWbt6Zb0/9hmdXblCyDnNDcFPPTvGejZmSE+ZW5lDfbJjfZF+M4UKxpobwN94oa8ubnReusOZfXvn46/U8YlnLP9Q4fRde/aqfbdB+uCz6dZY1SqV1yvPPqmLLkh/fNPYhJMf7DlUU7/93urb8Lxavj2uUrFcmrU5EbA+cvSonnxmtIaNeeuf/33Pn1cj+nZV25uuyTBkbW717j7wRb38xiSrr7Gd9OoQ1a9TI836N2/drn8//JSmz/nBetbq8os1duiTKlki7Q3u/kah5knvpvBgoyceulvmlujk5KSQex1uwNp0DhVGv+naFho5oFuG6zfh6o+/nKkuT48ICLI/ePfNGtr7EeXJnct2r/s93kG9O7cL+/gTsA6bioYIIIBAxAIErCMmowMCcSvgtYCD2zaCgLXbdoT1IIAAAggggICdAAFrOyGeOyngtfcPAtZOngbGRsDjAsf2b9S6ieUDqijfeLzyFKnj8cpYPgIIIIAAAggkusChXUu1Yd69AQyVbt2gHPnThsAS3So76ydgnZ36iTf3/MXL9eb7n+ub7xbqt41/+gDOKnemLmnSQP+++Ro1qlfbsyjRBqxNMHfPvv3a8vcO/fDTz5ow6QuZW46DP+EES0MFUk2AdUD3B2SCnbly5kwz7t/bd+qN9z/XMy+9rp2794b0nzt5vJo0CP2OOuKVd9Tl6eFWP7POUYO768xSp6cZKzvWF82BWv/HX7rjwd4BYXO/47+uvjRNwHXvvgN6Ydy7evblNwPC7c/366qH7701zc3X5qy06dQrIDxbtHBB9Xq0ne6/44Y0AXoTav5ixnd6YtBLMjcz+z/m9msTaL/t+stD3q7tRMDazB3qFmrz9c73365H77td5c4sFcBuAsM/rVilPs+N1efT5gQ8s7v92tzgfudDvQNcW158gQb26Kjzap+tpKR/gtBmnrXr/1D3ASN9AWX/J6MQd/Ct6iawPu653qp1dqWQRyeSgLUJ6w8f+5a6DXgxYKwG59bQoCce1CVN6ges3zQy4784fqJGvPJ2QM1mXa+N6JPu7d2ZDUhntn8032f0QQABBBJFgIB1ouw0dSJgL+C1gIN9RVnbgoB11nozGwIIIIAAAghkXoCAdeYNGSF6Aa+9fxCwjn6v6YlA3AvsWPqMti18wqozd+GaqtDkjbivmwIRQAABBBBAIDEE1n/XVod3/2wVW6LBYBWr0yMxivdIlQSsPbJRLNP1AqEC1rFatAmUvjSoW8hbik+dwwRMx73zie5/fGCaqc0tyY3qn2PdRG2CnHMW/CRzq/SpHxP+NDdkz5q32Prytx+9ku7tysEBVdPJhIXr1KyqHCkpuvD8c9X9wbbKmSOHsmN90e7Bt/N/VNtH+gSEoM1YJqzbrHE9X9D1xIkTWvLzas2Y80OacHpGt40bh3c/+Vodug8KCNH67S5ter7OrVlVycnJ+mXN77692LBpc5pS7MLJTgWszULS8zHPzE3fZt8L5M+nffsP+G6gXvDjijTrb3vzNRrWp7OKFSmU7jYdP35Cw8a+pR4DR6ZpU7dWNbW4qKGvv5ln7g9LfOs69WMXQl+87Bdd27azTPjf/zF9zq1ZzRekr3JWOQ3q0UkFC+TzPY4kYG3aHzh4yBewHv36ByG/J81em0D60aPHNG/RMn23cEmaMxHODeqZDUhntn+032f0QwABBBJBgIB1IuwyNSIQnoDXAg7hVZV1rQhYZ501MyGAAAIIIIBAbAQIWMfGkVGiE/Da+wcB6+j2mV4IJITA+o/P0+EdP1m1lqz5mIpUuDUhaqdIBBBAAAEEEIh/gV3rJ2rrz89ZheYuVlcVbggMP8W/grsrJGDt7v1hdd4RcCpgfc+t12lgj04qdXqxsDBMoPPJZ0b7blSO9OOf67X3PlXPwaOs7m+80Ff/vunqkMOFuu351IZ33niVRg3qIRNaNZ+sXl+kBqe2n794mR7o/oyWrlwd0TD3tblBJvxsgubpfUzI+pOvZqW5lTqcicy4A7p3lJknJSU53S5OBqzNpNH6mL7mXJhwdYliRWxLNiHrMRM+VM/BL6UJH2fU2Zy5EX27qu1N16TrtGvPXrXvNkgffDY95FAmTP/2qAE6o2QJ3/NIA9b+M29uiDffk/v2H7St99QG5gceXuz/uC6wud0/swHpzPaPqCgaI4AAAgkmQMA6wTacchHIQMBrAQe3bSYBa7ftCOtBAAEEEEAAATsBAtZ2Qjx3UsBr7x8ErJ08DYyNgIcFjuxYot8/rhtQQeUWU5WSq6iHq2LpCCCAAAIIIIDAPwLHj+zU2uktA0gq3vCTchU7FyaXCBCwdslGsAzPC8Q6YH3Dlc3VpX0bNa5/jpKSkiLyOXT4iMa8+aEGPD8uzc3KoQa6vFkjde/U1nfzsJkr+Fbq9ne29gVVzY2+wR8TFP5q5nw90GNwyFuWgwOqpn9Wri8iuBCNt+3YpWFj3tLoNz6wDceaW8Kf6nKf/nX1JcqVM2dYU5uAer/h4zRpynTb8c2AJuje8+F7ZOay+zgdsDbzG5/nX31XY96cFNZZi8bIzGPO2U8rVqnPc2P1+bQ5dqXrmsuaqu9j7WVuuQ7+37ngzuYW6049h4S8ZbtKxXKaNG6IzqlexdctmoC16ZeamqpvvlukfsNf9d0cb/cxIfoeD96l++9orUIF89s1V2YD0pntb7tAGiCAAAIJLEDAOoE3n9IRCBLwWsDBbRtIwNptO8J6EEAAAQQQQMBOgIC1nRDPnRTw2vsHAWsnTwNjI+Bhge0/9tX2H5+2Ksh/elOVaTDCwxWxdAQQQAABBBBAIK3ApoWdtf/vf8JQxc97WsXP6wOVSwQIWLtkI1iG5wUyE7A2IdAzSpVQ/To1fIFqc2ttkULp334cLtbf23fqs2lzNH32Al84ddW6Db6u5cuUVp0aVdS8SX2ZcLUJvZ4a4v5941+6rWNPK3BavUpFTRwzyAqZhprfBIXHvztZ0+f8oO8XL7eaBAdUT+2blesL1yy9dumt1dg1qn+Orrqkic+yYIF8EU9lwsObNv+tL2Z8p1nzFgXslRnfnI9mjevrqkubqEzp020Dw/4FZEXA2j+XuQl6+uwf9MU33+nXteutM2BukT63ZjVfDeaHBhqeVytkUD9cNBNUXrn6d3385UyZ77mFS362gt3mlufmjevr6hYXqmHdWhne7h08nwmKv/nBFH35zTz9sGRFQNh96sRRuuyihr4u0Qas/fOZ27jN9+JXM+eFXP95tc/2naWmDetGdJYyG5DObP9w9492CCCAQCIKELBOxF2nZgRCC3gt4OC2fSRg7bYdYT0IIIAAAgggYCdAwNpOiOdOCnjt/YOAtZOngbER8LDA+skNdHjbIquCUuf0VuGyrTxcEUtHAAEEEEAAAQTSCuz+Y7K2LOtvPchdor4qtFoIlUsECFi7ZCNYBgIIIIAAAggggAACCMSdAAHruNtSCkIgagGvBRyiLtShjgSsHYJlWAQQQAABBBBwTICAtWO0DByGgNfePwhYh7GpNEEg0QSO7d+odRMDf6Vv5RZTlZKraKJRUC8CCCCAAAIIxLnA8SM7tXZ6y4AqK926QTnyl4vzyr1RHgFrb+wTq0QAAQQQQAABBBBAAAHvCRCw9t6esWIEnBLwWsDBKYdoxyVgHa0c/RBAAAEEEEAguwQIWGeXPPMaAa+9fxCw5twigEAagd2rxmvLnHbW1/MWratyjV5FCgEEEEAAAQQQiEuBjfPv08GdP1m1lWo6ToWr3RuXtXqtKALWXtsx1osAAggggAACCCCAAAJeESBg7ZWdYp0IOC/gtYCD8yKRzUDAOjIvWiOAAAIIIIBA9gsQsM7+PUjkFXjt/YOAdSKfVmpHIB2Bv2a20d5171hPi1ftoOJV/glcA4cAAggggAACCMSTwPY147R99RirpIKVbtcZzd+OpxI9WwsBa89uHQtHAAEEEEAAAQQQQAABlwsQsHb5BrE8BLJQwGsBhyykCWsqAtZhMdEIAQQQQAABBFwkQMDaRZuRgEvx2vsHAesEPKSUjICdwNp3y+r4gU1Ws/KNxytPkTp23XiOAAIIIIAAAgh4UuDQrqXaMO+fG6tT8pVR5dv+8GQt8bZoAtbxtqPUgwACCCCAAAIIIIAAAm4RIGDtlp1gHQhkv4DXAg7ZLxa4AgLWbtsR1oMAAggggAACdgIErO2EeO6kgNfePwhYO3kaGBsBDwoc3bNGv31Q1Vp5UnJuVb1irgcrYckIIIAAAggggED4Aqu/ulCOb3ucAAAgAElEQVSpJw5bHc66abVyFqoS/gC0dESAgLUjrAyKAAIIIIAAAggggAACCIiANYcAAQT8Al4LOLht5whYu21HWA8CCCCAAAII2AkQsLYT4rmTAl57/yBg7eRpYGwEPCiwd+1b+mvWndbK8xVvqLINR3mwEpaMAAIIIIAAAgiEL/DHgk46sH2B1eGMZhNUsPId4Q9AS0cECFg7wsqgCCCAAAIIIIAAAggggAABa84AAghYAl4LOLht6whYu21HWA8CCCCAAAII2AkQsLYT4rmTAl57/yBg7eRpYGwEPCiw9ftHtWvFC9bKi1W+RyWqdfRgJSwZAQQQQAABBBAIX2DbqtHasfY/VocitR5RyQueD38AWjoiQMDaEVYGRQABBBBAAAEEEEAAAQQIWHMGEEDAEvBawMFtW0fA2m07wnoQQAABBBBAwE6AgLWdEM+dFPDa+wcBaydPA2Mj4EGBjVOa6eDmb62Vn1nvWRUo1dyDlbBkBBBAAAEEEEAgfIF9W2bqz8WPWx3ylr5Y5a6eFf4AtHREgIC1I6wMigACCCCAAAIIIIAAAggQsOYMIICAJeC1gIPbti7Yz23rYz0IIIAAAggggICdQPX75IUMqV0ZPPeIgNfeP7zwzXHy1L0/eTLgjx45FiwTAe8IrJlQTCeO7LQWXKn5ZOXIe6Z3CmClCMS5wHcLl+rCVvdaVdapUVXvjR2sapXKZ6ryHbv2qE2nXvp61nxrnH6Pd1Dvzu0yNS6dEUAAAa8IHDv4p9bNbGUtNzlXUVW5c4dXlh+36yRgHbdbS2EIIIAAAggggAACCCCQzQLBN5ad3c5df/8W/D4o8Rf+2XxkmD6OBbwWcHDbVhCwdtuOsB4EEEAAAQQQiFSAgHWkYrTPjIDX3j8IWGdmt+mLQJwJHD/wp9a+W8aqKikln6pe/s9t1nFWLuUg4EkBAtae3DYWjQACHhFY/fXFSj1+wFpt5ds2KSUfP2iWndtHwDo79ZkbAQQQQAABBBBAAAEE4lmAgHU87y61IRCZgNcCDpFV53xrAtbOGzMDAggggAACCDgrQMDaWV9GDxTw2vsHAWtOMAIIWAIHN8/UximXWH/OXbimKjR5AyEEEHCRAAFrF20GS0EAgbgTWP9dWx3e/bNVV7mrv1He0s3jrk4vFUTA2ku7xVoRQAABBBBAAAEEEEDASwIErL20W6wVAWcFvBZwcFYj8tEJWEduRg8EEEAAAQQQcJcAAWt37Ue8r8Zr7x8ErOP9RFIfAhEI7F41XlvmtLN6FDzzCp1x7oAIRqApAgg4LUDA2mlhxkcAgUQW+GtJL+398yuLoFTTcSpc7d5EJsn22glYZ/sWsAAEEEAAAQQQQAABBBCIUwEC1nG6sZSFQBQCXgs4RFEiXRBAAAEEEEAAAQQQQMAlAl57/yBg7ZKDwzIQcIPA9sVPaftP/a2lFKt8j0pU6+iGpbEGBBD4nwABa44CAggg4JzAtlWjtWPtf6wJitftreL1+jk3ISPbChCwtiWiAQIIIIAAAggggAACCCAQlQAB66jY6IRAXAp4LeAQl5tAUQgggAACCCCAAAIIJIiA194/CFgnyMGkTATCEdg8+x7tWf2a1bRU7Z4qXK51OF1pgwACWSRAwDqLoJkGAQQSUmD3xo+0Zfkgq/ZCVe9W6Yv+CVwnJEo2F03AOps3gOkRQAABBBBAAAEEEEAgbgUIWMft1lIYAhELeC3gEHGBdEAAAQQQQAABBBBAAAHXCHjt/YOAtWuODgtBIPsF/vj6Kh3440trIWXqD1f+khdl/8JYAQIIWAIErDkMCCCAgHMC+7fO1qZFXawJ8pW9UmUv/8K5CRnZVoCAtS0RDRBAAAEEEEAAAQQQQACBqAQIWEfFRicE4lLAawGHuNwEikIAAQQQQAABBBBAIEEEvPb+QcA6QQ4mZSIQjsD6yQ10eNsiq2n5Jq8rT+Fa4XSlDQIIZJEAAessgmYaBBBISIFDu1dow3d3WbXnLlFfFVotTEgLtxRNwNotO8E6EEAAAQQQQAABBBBAIN4ECFjH245SDwLRC3gt4BB9pfREAAEEEEAAAQQQQACB7Bbw2vsHAevsPjHMj4CLBH57v7KO7l1nreisZh8pZ75yLlohS0EAAQLWnAEEEEDAOYGjBzbqt1mtrQlyFqyks25e69yEjGwrQMDalogGCCCAAAIIIIAAAggggEBUAgSso2KjEwJxKeC1gENcbgJFIYAAAggggAACCCCQIAJee/8gYJ0gB5MyEQhHYM1bp+vE4W1W08otpiolV9FwutIGAQSySMCNAevU1FSt/2OzPp36rWZ+t0hLV67Rhk2bfSLVKpVX9SoVdXGj83R5s0a+PyclJUWldfLkSW3a/Lc+nzZHX82cFzBP3VrVVKdmVV11SRPfPAUL5AtrjkOHj6hzn2EaO+EjX3vT9+1RA1SsSCGt/+MvvTh+oj76YqavHjNH04Z1dfN1l6lh3VpKSUkOaw4aIYCAdwSOH9mptdNbWgtOzl1CVe742zsFxOFKCVjH4aZSEgIIIIAAAggggAACCLhCgIC1K7aBRSDgCgGvBRxcgcYiEEAAAQQQQAABBBBAICoBr71/ELCOapvphEB8Cqx+Pb9Sjx+wiqt6xRwlJeeJz2KpCgGPCrgtYL3k59XqN/xVffzlzLBEr7msqfo+1t4XVg4OzWU0gAk793lurN78YIrtPEULF1SvR9vp/jtuUL68Gf8zLFTA+q2X+mv29z+qy9MjrKB48KSTXx+u61peZLsWGiCAgLcEUk8c0uqvmlqLTkrJp6p37fdWEXG2WgLWcbahlIMAAggggAACCCCAAAKuESBg7ZqtYCEIZLuA1wIO2Q7GAhBAAAEEEEAAAQQQQCBqAa+9fxCwjnqr6YhA/Ams+k8OnUw9bhVW7aoFOu00bmiNv52mIi8LuCVgbW6TNrdV39OlX7oh5PScC+TPqxF9u6rtTdfY3gJtbsf+cMo3erz/CxHP0/LiC/TSoG6qUrFculseKmB9722tMpyvRdPz9eaL/VS6ZHEvHyXWjgACIQROnjyhVV80tJ6clpSiavccwyobBQhYZyM+UyOAAAIIIIAAAggggEBcCxCwjuvtpTgEIhLwWsAhouJojAACCCCAAAIIIIAAAq4S8Nr7BwFrVx0fFoNA9gr8Oi7wHwlnX70oexfE7AggkEbALQHrX9b8rrs799WCH1cErPGCerXVtGFdFStSyPf1jX9u0Yw5P2jVug0B7Uw4+a2R/XXJhQ3S3WUT4n73k6/Vofsg7dt/MKBdtUrl1aj+OTq7cgXf1816Zs1bnCaE3fC8WnptRB9Vr1Ix5DzBAWuzroL581nrNf1NoDpvntxauGSlZsz9QU93ba/O998e0Q3cHGUEEPCOgNv/gtk7krFZKQHr2DgyCgIIIIAAAggggAACCCAQLOD2998Qv/3OC3+nyUFDwJMCXgs4eBKZRSOAAAIIIIAAAggggIBPwGvvH174PyNOnnq2TNiKDwIIOCNAwNoZV0ZFIJYCbghYHz12TL2HvKyho9+0Sru6xYUa0beLKlcomyZ4fPz4CX09a7669h0RELS+65Zr9dLAbsqXN09Iom/n/6i2j/QJCE03OLeGBvbopOaN66e5/dqEpT+cMkO9hrwc0OeGK5tr7NCeKlGsSJp5ggPW/gbmlm0zz/133KBcOXNa/f7evlMpKSkqWrhgLLeVsRBAwEUCbv8LZhdRZclSCFhnCTOTIIAAAggggAACCCCAQAIKuP39l4B1Ah5KSs42Aa8FHLINiokRQAABBBBAAAEEEEAg0wJee/8gYJ3pLWcABOJHgIB1/OwllcSvgBsC1hs2bdbtHZ/UvEXLfNDmlud3Rw9SxXJnZAj/zdyFuuOh3tq8dbuvnbkt+rM3RqjeOdXT9DNB5vseG6BPp862nrW6/GKNGtxdZ5Y6PcN5Fi/7RZ16Dgm4XfuVZ59Uu9uvTxP+Ti9g3b/bA+rx4F1pQtzxe7KoDAEE/AJu/wvmRNspAtaJtuPUiwACCCCAAAIIIIAAAlkl4Pb3XwLWWXUSmAcB790gx54hgAACCCCAAAIIIICAdwUIWMd+77jBOvamjIhASAEC1hwMBNwv4IaA9feLl6vlbZ20b/9BH1j7O1trRN+uypM7V4aAR44eVbf+L+rF8ROtdmOG9PT1D/589MU3+le7btaXTYj7tRF9VL1KxbA2aeq33+vG+7pZa2zR9Hy9+WI/X6j71E+ogLWZ44NXhqhmtbPCmotGCCAQXwJu/wvm+NK2r4aAtb0RLRBAAAEEEEAAAQQQQACBaATc/v5LwDqaXaUPAtEJeC3gEF2V9EIAAQQQQAABBBBAAAE3CHjt/YMbrN1walgDAi4RIGDtko1gGQhkIOCGgHXwGu688SqNGtRDBfLntd27Nz+YopffnKQKZUqrdvXKurhRPTVpUCeg34GDh/Tgk0P1+nufWV9P7wbq9CYMNcbk14frupYXBXQJFbCOpB7bgmmAAAKeE3D7XzB7DjSTCyZgnUlAuiPwP4Hgf3+LBKZapfIqX6a0zihVQheef67MD66VPaOkkpKSIhmGtggggAACCCCAAAIuE3D7+y8Ba5cdGJYT1wJeCzjE9WZQHAIIIIAAAggggAACcS7gtfcPAtZxfiApD4FIBAhYR6JFWwSyR8ANAetf167Xze17aPkva30IJlhtbrBue9M1SklJzjTMqnUbdEv7J7R05WrfWHVqVNV7YwfLhHsi+Yyd8JE6dB9kdXniobvVv9sDSk7+JwwUKmDdp+v96tPlPoX4S5xIpqctAgh4VMDtf8HsUdaol03AOmo6OiIQIJCZgHUoyqYN6+qRdrfpmssuVK6cOV2vbX6TyufT5ipHjpQ0P3Dn+sWzQAQQQAABBBBAwCEBt7//ErB2aOMZFoEQAl4LOLCJCCCAAAIIIIAAAggg4F0Br71/ELD27llj5QjEXICAdcxJGRCBmAu4IWAd6nZoU+g1lzXVbddfrkuaNFDJEkWjDihPm71ALW/tZNld3eJCTRjZT0UKFYzIc/b3P+ri1vdbfW685lKNe663ChXMb30tVMD6rZf6q03rKyOai8YIIBA/Am7/C+b4kQ6vEgLW4TnRCgE7gVgHrP3z3XBlc43o28V3w7UbP6mpqZq3aJmGjHpDn0+bI/49z427xJoQQAABBBBAILsE3P7+S8A6u04G8yaigNcCDom4R9SMAAIIIIAAAggggEC8CHjt/YOAdbycPOpAIAYCBKxjgMgQCDgs4IaAtSlx6rff68b7umnf/oMhK65bq5pMMPqK5o11bs2qypc3T9gywTdPN2lQxzeOuXEwks+mv7bqpdfet7o0a1xPb48aoDNKlrC+FipgPXXiKF12UcNIpqItAgjEkYDb/4I5jqjDKoWAdVhMNELAVsCpgLWZuOF5tTRqUHfVO6e67TqyusHQ0W+q+4AXrWkJWGf1DjAfAggggAACCLhZwO3vvwSs3Xx6WFu8CXgt4BBv/tSDAAIIIIAAAggggEAiCXjt/YOAdSKdTmpFwEaAgDVHBAH3C7glYH38+AmNeOVt9X9+XLoha79mgfx5demF5+uma1uoRdPzdXrxohlC9x8xTk89Oybmm1GnRlW9N3awqlUqb40dKmA9d/J4mVA3HwQQSEwBt/8Fc6LtCgHrRNtx6nVKIFTAOpx/5zl58qT27jugfQcO6sflv2riJ1/r8+lz0vz7nwlZvzaij6pXqehUCVGNG/zvlQSso2KkEwIIIIAAAgjEqYDb338JWMfpwaMsVwp4LeDgSkQWhQACCCCAAAIIIIAAAmEJeO39g4B1WNtKIwQSQ4CAdWLsM1V6W8AtAWujaH7l+jffLVLPwS9p4ZKVYcOaXyXfpX0bNa5/jpKSktL0I2AdNiUNEUDAAQG3/wWzAyW7ekgC1q7eHhbnIYFoA9bBJZrA9eJlv+jRp4bJjHnqx/w73tihPVWiWBHXyBCwds1WsBAEEEAAAQQQcKGA299/CVi78NCwpLgV8FrAIW43gsIQQAABBBBAAAEEEEgAAa+9fxCwToBDSYkIhCtAwDpcKdohkH0CweGYKhXLadK4ITqnepVMLWrHrj1q06mXvp413xon3Bv+zG3WC35aofHvTNbkr2dp5+69tmsxt1p369hWXTvcoTy5cwW0J2Bty0cDBBBwUMDtf8HsYOmuHJqAtSu3hUV5UCBWAWt/6X9u+VudnhiiyV9/G6DxfL+uevjeWxUiDJMtagSss4WdSRFAAAEEEEDAIwJuf/8lYO2Rg8Qy40LAawGHuECnCAQQQAABBBBAAAEEElTAa+8fBKwT9KBSNgKhBAhYcy4QcL/Ar2vX6+b2PbT8l7XWYsP59e52la1d/4du7dDTdyOh/xNuwPrUsY8eO+Zb24y5C/XFjLn6dv6PGU49tNfD6tL+DiUn/3OTdXAQpt/jHdS7czu7EqJ6fujwEXXuM0xjJ3wUU8+oFkMnBBBwhYDb/4LZFUhZuAgC1lmIzVRxLRDrgLXB+mXN77q7c18t+HGFZdfwvFp6d/QgVSx3his8CVi7YhtYBAIIIIAAAgi4VMDt778ErF16cFhWXAp4LeAQl5tAUQgggAACCCCAAAIIJIiA194/CFgnyMGkTATCESBgHY4SbRDIXoENmzbr9o5Pat6iZdZCJo4ZpFuua5mphZlg9bVtO2vz1u3WOLEIbu/Zu18/rVilj774Rp9OnS2z/lM/oUI4g0e+pp6DR1nNOt51k4b16azcuXJmqsZQnQlYx5yUARHwvIDb/4LZ88ARFkDAOkIwmiOQjoATAWsz1cTJU3X/4wO0b/9Ba+Zxw3rr3ttauWIvCFi7YhtYBAIIIIAAAgi4VMDt778ErF16cFhWXAp4LeAQl5tAUQgggAACCCCAAAIIJIiA194/CFgnyMGkTATCESBgHY4SbRDIXgETWG73WH9N+nyGtZD+3R7Qk4/ck6lfxf72R1/qjgd7W2PWrl5Z7499RmdXrhCzgg8cPKRnX56gvsNeCRgzOCD+3qdTfbdp+z9XNG+sCSP7qXjRwjFbi38gAtYxJ2VABDwv4Pa/YPY8cIQFELCOEIzmCKQj4FTAeteevWrfbZA++Gy6NfON11yqcc/1VqGC+cPaD/MbUJasWK1Z8xdr/qJlvpuxV63bYPWtVqm8qlepqIsbnafLmzWS+XNS0j+//eTUSUL9u11GiwjnN6XEcn1hgWTQaMeuPWrTqZe+njXf16r9na01om9X5cmdSydPnpT5bTfvfPyVps/5Qd8vXu5rY7wa1T9Ht11/uZo2rOtrG84n+Mz4f7vNkaNH9fm0uXr5jUmaMfcHFS1cUI0b1NG1lzXV9Vc00+nFi6Y7vFnjps1/6/Npc/TVzHlaunKN9QOYdWtVU52aVXXVJU18+1ywQL5wlqngPTd93x41QMWKFPL13/jnFt8PAkyd9b1+WLLC98MA5cuUlvlBzxuubO6bL9y50vM3Pwi67Jc1euHViZr89Szt3L1XF9SrrRZNz/f9IGyNqhXTPbNmjX9v3+nbs8+mzvb9cKr//Jt11qlRRc2b1Nd1LS9WhbL/x96dwOlU9/8f//ztWkgq1V1SWZI9S9lCiYhk4o4QFUa2sjMMjWEwYipGaFTIUpZCFCH7vhMhFS3SekdRhN//e7rn3HNd17nmOtd+znVe5/H4P+5fc33X5/c7/vN9nPd856Zs2/EFdunSJa1ttX8+2bjDxV+N955yd0mzhnX82idZ+wzH+rrP6e+/L2r/Rrz/0RpRe3T7nk81b/WoPaT2e90aVaTxgzXllptu8PuMHO72fa0RnyOAAAKRFrD6+ZeAdaR3BP05WcBuAQcnrxVzRwABBBBAAAEEEEDA7gJ2O38QsLb7jmP8CIRQgIB1CDFpCoEwCVy8eEkSU18Tdctz5qOCAdPGJ0qhggUC6lWFJPonvyqvTpur1/cWjFFlt+3+VPt/O/YelO9//FleSe4r5UuXMNW3Coh3SxgjKtCd+bgHW9xv076pyHXy/hvjpFqlMqb6yCykbs0e8fI0LUChwgJlSt0hj9SvJXnz/O8mbALWfpFSGAFHCFj9BbMjFiHLJAlYO23FmW+4BMIVsFbjnTZnkXTsk6wPvcTtRWV+xhifPx+qX757650lMuGNd1wC1b4MmjxUW5L6xmthSvd/I0IZsA7H+HzNzdfn3gK+KhQ6euJbMuGNuS63ibu3p8Knw/p0lpZN6kuuXDmz7c4oYN2gzn3SJylNZs5fZlg3u3D9V19/J8NemiIz5i31NU0ttD3khY7SuW1zufKK/NmW9xawvurK/JIx630ZOnayHsA1aiizry5PPe4zfG7knzrkeZkxf6kkjJpoaK/OMkump0nl8qU9ulcm4ya/LdPnfZDtumU99w154VnDvZ8dkgo+q+C2Ohu99+EnPv3VL9u+2KezFpj39ssM7o2Ea30z+1FzUKHwF8dNlfVbd/ucgyrwVMtHtH8rit16s8/y4W7f5wAogAACCERJwOrnXwLWUdoYdOtIAbsFHBy5SEwaAQQQQAABBBBAAIEYEbDb+YOAdYxsPKaBQCgECFiHQpE2EAi/wOL/f7NZsw699Y6uvuoKmTkhWbttLJBH3bamboxWN4FlPt5uxTYKrWTeZme2b/c/1e4esFY3IT7bO9nl5X9Cz2e0l+O+giCZYzh95g/pMSTVJcDRq/OTMnpwD8mTO7c+VALWZleNcgg4R8DqL5idsxL/zJSAtdNWnPmGSyCcAWv1s2SLjgPk6Jcn9OH7+vlQle2ekCor1m4JaMoqFJs+aqA88ehDLv9OhCpgHa7xBTTZLJWMAr5JfbtI0vip2o3SZh/1s3VCz6ezDS+775nXRg+S/Z99LpPemue1m4xxifJs62Yun6tbkxcsXS39kl/Rb6s2O04V6J6Y0l9UaN/bYxSwfiNtqEx/9wNJGJVutitp16KxjBvWS64vXMhrHXf/Tm2aS5UKpaXv8Je9BqQ7PNFUJo7s72KtwrzqFukXho7z65cL1MDU3h//Ym9pE9fI1NlI/YLsKxlzZcTLGaZC3Fknr0LW/bu1zzZ4Hu71VeNRfaib2bsOGu33HNQv26q9+3C96l5vsw53+6Y3IQURQACBKAhY/fxLwDoKm4IuHStgt4CDYxeKiSOAAAIIIIAAAgggEAMCdjt/ELCOgU3HFBAIlQAB61BJ0g4C4RU4eeonearnUO3PSGc+6k9cv5k2TPvz6f486ma+/iNedQlK+LoxesrMhdJlQIrejboZbMKI/qb+tLZR6GX6K0na7WKZjwocqNu0VeAg81EvxlU59afhzTzqz4B37jdCfwGvQuhzJqVoN1hnfQhYm9GkDALOErD6C2ZnrQYBa6etN/MNn0A4A9bql+Pa9RgqS1du0Cegbkke1ruTYaDx1I+/SHz/kbJo+VqXCavgaNWKZbTA6tVXXal9duLb72Xzjn3a7bvuT4W7S8o7U0aJupU58zl/4YIW5lX11LNuyy5Ztmqj/nnbxxtL2bvu1P+7bKk7PX4+DOf4gl1h94CvCu8Wue5aGZM+3eXn5sYP1tT+isuZ3//Qzgxbdx3w6Fr94mGf+LZeQ7rue0bdGJ65Dmqt1M/VZUrdKWpMi5evlWsKXq39vH170f/dFqx+rp/z/nLt7HDm97MuY1DrVr1KebmreDHt6+qXPdds2ukRwvZ1znH/eb5+7WrSsG51LdCd+WQd7/nzF2Tt5l2yasP/zlKZ5bp2aCmpQ3p6DZ67+6s5nP79D1HnM/U8WKuafl7J7GNBRqrENX5AH0t2JmqcD9auJhXLlJScOXN6NVFnm8QXOkqvzm2yDVmrm83HTXlbBo6c4LH+auyqr6L/ulGUyaYd+2Tj9j0e66Q8ese3lZw5c3i0EYn1VZ0qy/bPD3PZG8qgWsWycl/lsvq/F972kPq3Ys5rI72elcPdfrDf99RHAAEEwilg9fMvAetwrj5tI+AqYLeAA+uHAAIIIIAAAggggAAC9hWw2/mDgLV99xojRyDkAgSsQ05KgwiERcAogKw6Ui+Oxw59Xh6sVdXUn3JWf8ZZ3eqmQg9Znz5d2srIgV0lb548huP/9PAX0rLzAJcbr30FNDIbWr1hu7TtkaiHELz9CXk1trbdE0UFOzIfFa5ITxlg+Oe1sw70wGfHpGPfZJcgScum9WVKaoIUKljAZU4ErMOyRWkUAVsLWP0Fs61xAxg8N1gHgEYVBAwEwhmwNvp5Kr5dnKQl9fG4+fbixUuSOmm6y83CKig5tFcn6dw2zvAX9tTPvurnz6FjJ7v8hRM1TXXjsPorJQbhG03B/S+n+LpZO9Lj83ezugd8s9ZX4dwhL3SUzm2buwSE1e282/cclD5JaS4/Wyv3qWOHSKtmDQyHYbRnVEF1q/QryX31YLT6mgryfnPylNx6840uQVyj4GrVinfLyIHdpF6NKh7hYLWXFixdJUPGvOYSpm3eqJ72s7zR7dLZ3Vqu5ti1fUtR55usddWe+vyrr2XAiAkeeyq7QLE3fxVmH5v4vDz+yAP6OUz1cfKHn+TqK68UNY7MR7m26TbEZX5q7ZSJukX7yivyu6yHuoFa/dLA8PGvu9x27Wv9VCPuv3SqvubNX41XBZQHjJwgH3y8Xh+Dmtv818dIlQp3e+yTSKyv+stEnfuNlHcWr9D7VzeHq79upH4x2P1R+0Gdb/sNf1l++c9p/ePEXh1lWO/OHkHxcLfv7/c45RFAAIFIC1j9/EvAOtI7gv6cLGC3gIOT14q5I4AAAggggAACCCBgdwG7nT8IWNt9xzF+BEIoQMA6hJg0hUCYBX78+VeJ75/iEQhQ3TZ5qLaol873ViorhQsV1IMLKvigQgF7Dx6RxSvWyZz3PnJ56azq+rohTpVR7Qx7aYqkvPqGPsvM8MLzHVsbvuhWwYB5S1Z6hCWyC3MbBQLUC/6hvTtpfw7ebPggu9uvCflA+tQAACAASURBVFiHeaPSPAI2FLD6C2YbkgY1ZALWQfFRGQFdIJwBa9WJe5BZ3SA8K32E9rNo1ufLE99J664JLr8IN3XsYOn45GNeQ9KZ9f9z+oz0HDJWZs5fpjepAqnpKQNdAqxZ+/M3YB3p8fm7RbML+L42epA8XK+6V8dvv/9Bug0a43JzuLrtecarww1/fjfaM75uAs46nx9++kU69R2hnTsyn2YN60j6qAHyrxtvyHbqO/cdkm4JY0ztE28Ba3U+USH/9i2beL3lWd2qPWDkq/La9Pn6eNRfBJo3dYyUKXWHxxi9+c+cMFzaxDXyuYfVbe/qDKfORZmPMn1tzECpXrl8tiZHvzwh3RNSZcXaLXq5mlUriPqlgWK3/u/W8MwPjf7qkRl/oxvcez7bSlITe7r8Am6k1lfthabte+m/oKvC9tPGJ3r84mxWPBUWn7XwQ+1m/cynRpXyMnvSSO1m96xPuNv393uc8ggggECkBax+/iVgHekdQX9OFrBbwMHJa8XcEUAAAQQQQAABBBCwu4Ddzh8ErO2+4xg/AiEUIGAdQkyaQiACAoePHZdnew93uYkumG7NvtxXfRjdMK2+7v6nmi9evCh7Dx7VwhHHvznpMjxfYe7s/qS1+5/PVm2rP//u3ocaz5jBPbUbEY3+rDUB62B2DHURiE0Bq79gjk1177MiYO20FY/ufDfv3C8z3v1AVm/cLl+c+FYbzB1F/yUP1KwqT/27iVSvXC66Awyid6sErFXYtlmH3vpMzIQls07743VbpUGrbvqXVEBYhSaNbjZWhfwNWEd6fP4uabABX3VDcevnBmu/cJn5LMhIlbjGD3gMxWjPeLsF2GgeC5etlsc79tc/8vWzv3sbKkjcolN/USFo9XgLg3sLWCf3f04Gdu/gNVyd2d/3P/ys/fWbpSs36EPwdjO6kX92IXX3Oa3asE2aP9NXn5M6q8x/PVW7FdzMs+/QUWnVJcHlLwm9PLyPqAC0+/9/6e7vTzh+3ZZd0uq5BD3UbBQ6j9T6qpur1Zwzn+H9uojah74eFWZ/tneyyy8kr5ibLg/df69L1XC372ucfI4AAghEW8Dq518C1tHeIfTvJAG7BRyctDbMFQEEEEAAAQQQQACBWBOw2/mDgHWs7UDmg0AQAgSsg8CjKgJREvj6u1MyYMSr2p9BDuZRt16rP2t9V/FippsxulnObGV129qrI/rJPeXuyraKCllPnrlAEkZN1IMIZvtQgYWUQd2lS7vHvQYrCFib1aQcAs4RsPoLZuesxD8zJWDttBWP3nyfGzBK+5kju0f9TPHamEHRG2QQPYc7YD1l5kLpMiBFH2Hl8qVl7uQUKV7sVpdRb99zUD7ZtEN27/9MvvrmpHT4d1OJbxdnembqFwyfiB+kB4RVaPSdKaOk1J23Gbbhb8A60uMzPfH/FjQK+PoTUr948ZKkTpouCaPS9a6Vv7rpOX++vC7DMdozRgFVozn8cfacdB+cKm+9s0T/2OxN5ZkVjNpY9NZ4ebTB/S5dGv08r8LccyalyO1FPW92Nhqvuu24bfdE/aOH69UQdSv1ddde41LcyH9Qj6dFhbmNfpkza+XzFy7IwJETJG3qbP3LRjdDZ7cn1M3Mqn6fpLRsx2pkkjKom/Tv2t7nOFXDRvbq+/mJRxto/UZyfd3Xxqy3slLf/yvXb5M7i90iZUreIY/UryUqLJ71CXf7/n6PUx4BBBCItIDVz78ErCO9I+jPyQJ2Czg4ea2YOwIIIIAAAggggAACdhew2/mDgLXddxzjRyCEAgSsQ4hJUwhEUOCv8+dl5bptMiZ9uqzfutuvnsuVLi7qJXVc43ouf/LZbCPqxrehYyfL3EXLTQWg1c3TXZ5qIS90au31pkH3vtXL8d0HDsuIl6e53ECW3RhVYDypb7xUKlsq2z/VTcDa7EpTDgHnCFj9BbNzVuKfmRKwdtqKR2e+Dz/ZQ5av2Wyq84Z1q8tHsyeYKmulQuEOWM+Yt1TaPz9Mn7Kv4HOgNuEOWAc6rsx6/o7P3/6MAr4Z4xLl2dbNTDelfkmyafte+u3ENaqU124Bv+2Wm1zacN8z6tzw7pTRpn4hM1QO7sF9o3Ct0c/z/ty0rSat/grOk10Hy6Yd+zSDm4pcJ0ump4n6RYGsj5H/9FeS5KmWj/j0/+7Uj9Km2xBZs2mnXtZsYD1r4+oW6xYdB8jRL094HavRfN5/Y5xUq1TG5zgzC7w+6z2ZOX+ZqHVX4eT777tHyt51p/ZxJNdX3aZdJ66zPm61T18bPUgerlc923Oe2YmGu32z46AcAgggEC0Bq59/CVhHa2fQrxMF7BZwcOIaMWcEEEAAAQQQQAABBGJFwG7nDwLWsbLzmAcCIRAgYB0CRJpAIIoCly5dEnWjtQpDqP+n/gT43k+PyC//Oa2P6r7K5aTYLTdJjaoV5MFaVaXkHbf5/LPZZqb0w0+/yOqNO7Rw0meffyVbdu536VPdjN34gZpS//5qUqhgATNNepRR8/vq65OyeMVaWbt5lzY/9XJfPepFe5lSd0id6pWl6UO1tVsMc+TI4bMfAtY+iSiAgOMErP6C2WkLQsDaaSse+fmaubnafVR2vMk63AFr95uivYV2g11hf4Od/t5gHenx+dufe8C3xO1FZX7GGClfuoTppn78+VctTKxu9lWP+qsvK+akizonZH3c94z65YJZ6SOkcKGCPvv6eN1WadCqm15O3RysboT29xzgHn5t0eRByXgpUQoWuEpv2+jneX+Dy2fP/SnPJ74kGbPf19vNemNz5heNAtYbFk0T9dd5fD3qfNSgdTf9l1ID/R757fTv0rFvssz/YJXe5dsTk6VNXCP9v937ql+7mhaiv75wIV/DNPV5JNf35Kmf5KmeQ/X9mrlnm9Svrc25RtXyfu+rrJMMd/umQCmEAAIIRFHA6udfAtZR3Bx07TgBuwUcHLdATBgBBBBAAAEEEEAAgRgSsNv5g4B1DG0+poJAsAIErIMVpD4CCCCAAAII2F3A6i+Y7e7r7/gJWPsrRnl/BDbv3C81mj7tTxW97KYlb0p1t0BqQA1FqFKkA9b+hHF9EZy/cEGOffWNdvPvgqWrZdWGf4LB6vF1U3YkAtbBjM/X3N0/dw/4BhKcNQokuwd0Vb/ue6Zdi8aSnjJQC2T7etxvnlYB5Ifr1ZDcuXP5qury+TffnZKJb76rf61ujcpayPvmItfrX3Ofjz83bWftzH2vDO/XRdRN2FmfYALui1esk2YdeuvNGYXFzeBcvHhJElNfk1ET3tSLu4911sIPpW33RP3zjk8+Jq8k95Ur8ucz04XPMpFcX/XXjFTwvXO/kV7HVaf6PdL4wVraLxCr9c+TO7fPOWQWCHf7pgdCQQQQQCBKAlY//xKwjtLGoFtHCtgt4ODIRWLSCCCAAAIIIIAAAgjEiIDdzh8ErGNk4zENBEIhQMA6FIq0gQACCCCAAAJ2FrD6C2Y72wYydgLWgahRx6xAILdXZ7Ztt1uswxmwNgp8+ntjsfpLJb+d+V2Of/O9qBuWD3x2TPYdOqr9NZbdBw57XdJIBazDNT6zezWznHvAN5DgrNF6TR6TIPHt4lyG475n1OdpSX0kf768PoftHlb2WcFkAaP1dg9YBxI6V927h4YH9Xhakvs/Jzlz/u+v4rj7+9p/WaflHnr2x9Odx1cYfMa8pdL++WF6ta4dWsq4Yb0kX948JqWzLxbJ9VUj+ePsORk8epK8kjHH5/ivvaaAqH9/nni0gdS+t5IUuPpKn3XC3b7PAVAAAQQQiKKA1c+/BKyjuDno2nECdgs4OG6BmDACCCCAAAIIIIAAAjEkYLfzBwHrGNp8TAWBYAUIWAcrSH0EEEAAAQQQsLuA1V8w293X3/ETsPZXjPL+CJSqFSdHvjjhTxW9bMk7isrhDQsDqhuNSuEMWJ/5/ax0SxgtM+cv06dmJjyqgrHqVuo331ksq9Zvk1/+c9pvGl8B12BusI7E+PydsHvA14yzUR++Arqqjl0D1oHenm4mAG3VgLX7PjCzvv7uvazlIx2wVn3/df68doP98PGvy+Fjx00NX9223uKR+tKvazu5q3gxMQjp6e2Eu31TA6YQAgggEAUBq59/CVhHYVPQpWMF7BZwcOxCMXEEEEAAAQQQQAABBGJAwG7nDwLWMbDpmAICoRIgYB0qSdpBAAEEEEAAAbsKWP0Fs11dAx03AetA5ahnRiB30Xvl778vminqUSZXrpxy4cTWgOpGo1I4A9bfnfpR2nQbooWlM5+UQd1E3QBs9KjboFdv3CEJoybK9j0HTXOom2krlb1LDh79Qk6e+kmrF46AdSTHZ3ry/y1IwLqkvDNllJS68zadzv0GaycGrN1v247FgHXmgmf+4sPUtxfKqg3bRP2Ch69H/dsx/sXe0iaukah/u7N7wt2+r7HyOQIIIBBpAauffwlYR3pH0J+TBewWcHDyWjF3BBBAAAEEEEAAAQTsLmC38wcBa7vvOMaPQAgFCFiHEJOmEEAAAQQQQMCWAlZ/wWxL1CAGTcA6CDyq+hQgYD1Nalat4NPJVwEV3m7UpodL0HHRW+Pl0Qb3e1RVgfbJMxdo4ersgpG33XKTlCl1h1QqW0oqly+t/e8tNxWRY8e/kSfiB8neg0e0tkMdsI70+HzZun8eioD1+QsXZODICZI2dbbe/NsTk7XwadYnlDdYD+/XRRJ7dfR3uqbKhypgrTx6vzhe79NozFa9wdp9rFNmLpQuA1L0uXTt0FLGDesl+fLmMWXqq1C4A9y++s/8/I+z52TPp0fko082ydKVG2T3gcNeq6rbrKeOHSKtmjUw27yEu33TA6EgAgggEEYBq59/CViHcfFpGgE3AbsFHFhABBBAAAEEEEAAAQQQsK+A3c4fBKztu9cYOQIhFyBgHXJSGkQAAQQQQAABmwlY/QWzzTiDHi4B66AJaSAbgVK14uTIFycCMip5R1E5vGFhQHWjUSlcN1hfvnxZC+r2SUrTp5Vd6Hn1hu3StkeifgO1qqRul23d/GFpUr+WlL2ruNxwXSHJkzu3IdPhY8fDGrCO9Pj83QvuAd9H6teSmROGS6GCBUw3dfbcn/J84kuSMft9vY5RID6YgPWoCW9Kwqh0vf1QB3yzTtY9YK0C+XMnp0jxYreaNlH7OGn865I0bqpeR9143Kvzky5tBBOwXrxinTTr0Ftvr0WTByXjpUQpWOAq0+NUBY0C8u43xs9a+KG07Z6ot9vxycfkleS+ckX+fH715a1wJNfX7IDVGv7yn9OyZed+eWfxCi1wrf4769O8UT2ZNj7Rr++XzPrhbt/sPCmHAAIIhFrA6udfAtahXnHaQ8C7gN0CDqwlAggggAACCCCAAAII2FfAbucPAtb23WuMHIGQCxCwDjkpDSKAAAIIIICAzQSs/oLZZpxBD5eAddCENJCNwHMDRmm3KQfydGn3uLw2ZlAgVaNSJ1wB65OnfpKneg6Vleu36fOKbxcnaUl9JH++vC5zVbfBdh+cKm+9s0T/urpBe0rqYO22ajNPOAPW0RifmTlnLeMe8K1RpbzMnjRS1I3fZp/vTv0obboNkTWbdmpVbipynSyZnqbdFJ71CSZgrQKurbok6M09XK+GFgS/7tprzA7TdDn3gLW3+WTXoLpNvVvCaJk5f5lezCh0HkzAeue+Q9K0fS/9lwsCCYKrwf3622lp12OoFiDOfFSg/IlH/3cz87otu6ROXGf98/q1q2n75PrChUy7qu81dQv2lVfkl4plSspdxYtJy6b1JW+ePFqAOVLra3rAbgV//PlXGTx6krw+6z39E3WL9Yo56XJf5XKBNqvXC3f7QQ+QBhBAAAGTAlY//xKwNrmQFEMgBAJ2CziEYMo0gQACCCCAAAIIIIAAAlESsNv5g4B1lDYK3SJgRQEC1lZcFcaEAAIIIIAAApEUsPoL5khaWKEvAtZWWIXYHcPmnfulRtOnA5rgpiVvSvUQhPQC6jyASuEKWLvflKuGtiAjVeIaP+Axyn2HjkqLjgPk6Jf/3Bquwo7zX0+VBnXuMz0j9+Bodrdlq0aT0zJk6NjJevtvT0yWNnGNDPuLxvhMT/y/Bd0DvsrwvTdekgdrVTPdlNoLjdr0EBUqVo+38HMwAWv3MLEKPb//xjipVqmM6XGqgguXrZYRL0/TAuT3lLtLC+KrW7tVyDfzcQ9Yq69njEuUZ1s3M92X2eB+MAFr92C7GtyKueny0P33mh6nKui+T40C5Z9/9bUWgFbroJ5AQucfr9sqDVp108fWrkVjSU8ZqH3fRmp91R7duH2P7Nr/mWzfc1D+vnhRpqQmyM1Frjdl9s3JH+TJroNl/dbdhv8GhLt9U4OkEAIIIBBlAauffwlYR3mD0L2jBOwWcHDU4jBZBBBAAAEEEEAAAQRiTMBu5w8C1jG2AZkOAsEIELAORo+6CCCAAAIIIBALAlZ/wRwLxv7MgYC1P1qUDUQgkFus7XZ7tXIJR8D60NEv5eleSbJ11wGd/tEG98vrLw2RG6671mM53AOb/t6+fPnyZUmbOlv6JKXpbYcyYB2N8fm7Z90Dvqp+Yq+OMqx3Z8mZM4fP5i5evCRJ46dqwfPMx1v9YALW6pblZ3sny3sffqL3k9DzGUnqGy+5cuX0OU5V4PSZP6THkFSZMW+pXr5X5ydl9OAekid3bv1rRgHrDk80lYkj+2u3L5t5ps1ZJB37JOtFvdUPJmB9/sIFGThygraHMx9vt717G7Nav9RJ0yVhVLpexCggb3Qb+7hhvUT5GQTVPLoz2ifjX+yt1VdPpNb3p1/+o93W/dEnm7R+Vbj7w1kTRN18b+Yx2htZf8ki3O2bGSNlEEAAgWgLWP38S8A62juE/p0kYLeAg5PWhrkigAACCCCAAAIIIBBrAnY7fxCwjrUdyHwQCEKAgHUQeFRFAAEEEEAAgZgQsPoL5phA9mMSBKz9wKJowAIPP9lDlq/ZbKp+w7rV5aPZE0yVtVKhUAesT/34i8T3HymLlq/Vp6nCj1PHDpFWzRoYTn3xinXSrENv/bPK5UvL3MkpUrzYraao1M296lZeFezOfEIZsI7G+ExNPEsho4C1ut15/utjpEqFu302t2PvQWnRaYAc/+akVja7m6WDCVirMPyr0+bKC0PH6WNS45z+SpLUqX6Pz3GqAnMXrZDO/UboN22r/TVnUop2g3XWxyhEq8rOnJAszRrW8dnXV19/J227J2q/hJD5eLuFPZiAtWp71YZt0vyZvi5z8ucWd6PvAW/BaffQuPpemfPaSCld4nafJu43ervvk0itrwp6J6a+JqMmvKmP2Z+gvnuAWjWyduFUuf++f/ZguNv3CU0BBBBAwAICVj//ErC2wCZhCI4RsFvAwTELw0QRQAABBBBAAAEEEIhBAbudPwhYx+AmZEoIBCpAwDpQOeohgAACCCCAQKwIWP0Fc6w4m50HAWuzUpQLVsDMTdZ2vLk60yVUAetLly7J9j0HtVukswZSVT9dO7SU1CE9vd4avGXnfmnQupseLlV1Zk4YLm3iGvm8VffTw19ogW73PsuVLi7vThktdxUvZrgF1E3NQ8dO1j+bPCZB1K3BRk80xufvvjUKWKs2VOg4PWWAqBCzt+folyeke0KqrFi7RS+S3Q3KwQSsVQdGweV77ymrjVOF67N7Dnx2TDr2TXa5Hb1l0/oyJTVBChUs4FLVKGCtCpjp68eff9X28sz5y/Q2s7uFPdiAtbr5Ob5/isxbslLvr9Sdt8nUsYP10K8/66fmqL6HStxe1KPayVM/yVM9h8rK9dv0z1TgfErqYClyvecN85mFzvx+VgaMfFVemz4/230SqfU1CqWr7+PWjzXM9t8NFQKftfBD7QbszKdujcoyK32E3Fzkev1r4W7f3+9xyiOAAAKRFrD6+ZeAdaR3BP05WcBuAQcnrxVzRwABBBBAAAEEEEDA7gJ2O38QsLb7jmP8CIRQgIB1CDFpCgEEEEAAAQRsKWD1F8y2RA1i0ASsg8Cjqt8Cm3fulxnvfiCrN26XL058q9W/o+i/5IGaVeWpfzeR6pXL+d2mVSoEGrBWgerfzvwu3//ws2zb/akWRFWBRPfHTHDTKPCpAsEjBjwnKjybN08ej3Z/+OkXmf7uBzJ64lvyy39OG3JuWDRNalatYPhZ2tTZ0vvF8fpnapzpowbIv268waN8NMbn7/7wFrBW7VSteLekDOouD9SsIjly5NCbVmu4asN26Tf8Fdl78Ij+dXWTsbpBvHzpEobDCDZgrRp1v4VafU2t+dDeneSJRx/yCOP/df68LFi6WoaPf13ULcqZT3a3X3sLWKu6Krys+nr8kQdc9pcK3+4+cFgGpUx0CZyrm6+zu1E62IC1GpNybdNtiH6LuPratdcUkCEvdJTObZsbmixbtVEba1YTNVZfQWN1w3y7Hokuv9TQoM59MnJgV7mn3F0u+0SZfP7V1zJgxAR578NPXOy93ZAeifU9feYP6TEkVWbMW6qPKdPr2dbNpMDVV3rs3z/OntMC4sPTXneZ+8vD+0jPZ1u5BLPD3b6/3+OURwABBCItYPXzLwHrSO8I+nOygN0CDk5eK+aOAAIIIIAAAggggIDdBex2/iBgbfcdx/gRCKEAAesQYtIUAggggAACCNhSwOovmG2JGsSgCVgHgUdVBLIIGAWsQwWkApsTU/ob3qKbtQ8V4MyY/b507jfSo2sVhK1epbx+E7UKsq7fulvUrdJZHxUivvKK/LJm0079y2sXTvV6++/iFeukWYfeLm2ocGaFMiUld65cUqtaRRnQvb3kyZ1bojE+f9fAPeCrQrb58+UTFUTPfCqVLSX1779XChcqKKr84uVrXYK5qpyZcG4oAtZ//31Rxk15WwaOnOAxVbUOD9auJhXLlJScOXNqgWMVJFb/m/VRYx0zuKd0bhsnOXP+LzieWcYoYH1TketEBeYzH7W/VF9F/3WjnPn9D+1W5627DniMafTgHtInvq3kypXTcGlCEbBW+2zO+8uly4AUl/Cv6tDd5NDRL7W97m6iyvoaqyqTnX/WfaJMNmzbI2s37/Kwzy7EHYn1VQPasfegtOg0wMNBedWoWkGqVSwjefLklvPnL8i2PZ/Kpu17PX4hI7tfAgl3+/5+n1MeAQQQiKSA1c+/BKwjuRvoy+kCdgs4OH29mD8CCCCAAAIIIIAAAnYWsNv5g4C1nXcbY0cgxAIErEMMSnMIIIAAAgggYDsBq79gth1okAMmYB0kINUR+K9AuALWz7R6VEYO7CY33lDYlLW6WXbw6EnySsYcU+WzFsrs6813FkvCqHT9o+mvJMlTLR8xbO+rr7+Ttt0TtVuDjZ52LRpLespALXCsnkiPz18Eo4DvsD6dZNzkt73O0b0PdRv0+Bd7SfNG9Vxu8nUvF4qAtWpThXAnz1wgCaMmegSKfc1frYu6lbtLu8e9hp6NAtbvThkt8z5YKfOWrPTVhfa5mX5UuVAErFU7KmT9/kdrPG6lNjNYFSoeMaCrdGrT3KtJ1nYC9VcmaUl9pH3LJtn2E2j7/rgrr48+2SzPDRxlGDb35ab2elpSb+32dKMn3O37Gh+fI4AAAtEUsPr5l4B1NHcHfTtNwG4BB6etD/NFAAEEEEAAAQQQQCCWBOx2/iBgHUu7j7kgEKQAAesgAamOAAIIIIAAArYXsPoLZtsD+zkBAtZ+glEcAS8CoQ5Yq8Bi7/g2UqNKecmRw/NW4ewWQgViJ89YICNezvC4ZdaoXsO61WVAt/ZSp/o9Wl/ut1LHt4vTgqD58+X1qO4rOFm3RmWZlT5Cbi5yvV43kuPzd8N6C/gWvPoqGTw6Xd6YuzjbJlUQPalvvBS79WafXYcqYK06Uuuw+8BhGfHyNHnvw0989q0KNHmotjZWddOyQbjKZb16DRsnU2Yu1L+2YdE0KV+6hIye+JZMeGNutsFus/2oxkMVsM4cqPoFgOHjM2T+0pWmwudq/RJ6PiPqRm5/nkz/YS9NkQ8+Xu+zqj8m4V7frIP97POvtF+uMLuHVKD6+Y6tpXPb5trN976ecLfvq38+RwABBKIhYPXzLwHraOwK+nSqgN0CDk5dJ+aNAAIIIIAAAggggEAsCNjt/EHAOhZ2HXNAIEQCBKxDBEkzCCCAAAIIIGBbAau/YLYtbIADJ2AdIBzVEHATCCZgrQKuN994vVSpcLcWqK5a8W4pVLBA0MY//PSLLPl4vaxct1UL3x4+dlxrU4UiK9xdQurVrCIqXK3CpFlD3F+e+E5ad02QrbsOaOVLl7hd5k5O0QK13h4VZJ02Z5GsXL9NtuzcrxcrcXtRmZ8xxrBuJMdnFjO7gO+lS5dk6+4DMvf9FbJ8zWbNU91CXK1iWWlQ9z5p1rCOlLyjaLZh5azjCGXAOrNdNcavvj4pi1eslbWbd8mho1+6rHuZUndIneqVpelDtT3W3ZuR0Q3WKmBds2oFLditQrOz3/tIlq7coO0z9dxXuZzUr11NHnu4rhbgNvtLAqEOWKuxqDF+c/IHWbZqo6zZtMPle0HtfTW+ujWqSOMHa8otN91gev2MvJT/wSNfagFltb7b93yq/5KDMqlXo4o8Ur+W3FuprKnbsd37CMf6uvfh7qX2eea6qv1esUwpKVe6uLbf1R4wE6zO2ke42zf7vU45BBBAIFICVj//ErCO1E6gHwRE7BZwYM0QQAABBBBAAAEEEEDAvgJ2O38QsLbvXmPkCIRcgIB1yElpEAEEEEAAAQRsJmD1F8w24wx6uASsgyakAQQQiCGBcAR87c6TXcDa7nNj/AgggAACCIRbwOrnXwLW4d4BtI/A/wTsFnBg7RBAAAEEEEAAAQQQQMC+AnY7fxCwtu9eY+QIhFyAgHXISWkQAQQQQAABBGwmYPUXzDbjDHq4BKyDJqQBBBCIIQEC1p6LScA6hjY4U0EAAQQQiLiA1c+/BKwjviXo0MECdgs4+6V/IQAAIABJREFUOHipmDoCCCCAAAIIIIAAArYXsNv5g4C17bccE0AgdAIErENnSUsIIIAAAgggYE8Bq79gtqdq4KMmYB24HTURQCD2BAhYe64pAevY2+fMCAEEEEAgcgJWP/8SsI7cXqAnBOwWcGDFEEAAAQQQQAABBBBAwL4Cdjt/ELC2715j5AiEXICAdchJaRABBBBAAAEEbCZg9RfMNuMMergErIMmpAEEEIghAQLWnotJwDqGNjhTQQABBBCIuIDVz78ErCO+JejQwQJ2Czg4eKmYOgIIIIAAAggggAACthew2/mDgLXttxwTQCB0AgSsQ2dJSwgggAACCCBgTwGrv2C2p2rgoyZgHbgdNRFAIPYECFh7rikB69jb58wIAQQQQCByAlY//xKwjtxeoCcE7BZwYMUQQAABBBBAAAEEEEDAvgJ2O38QsLbvXmPkCIRcgIB1yElpEAEEEEAAAQRsJmD1F8w24wx6uASsgyakAQQQiCEBAtaei0nAOoY2OFNBAAEEEIi4gNXPvwSsI74l6NDBAnYLODh4qZg6AggggAACCCCAAAK2F7Db+YOAte23HBNAIHQCBKxDZ0lLCCCAAAIIIGBPAau/YLanauCjJmAduB01EUAg9gQIWHuuKQHr2NvnzAgBBBBAIHICVj//ErCO3F6gJwTsFnBgxRBAAAEEEEAAAQQQQMC+AnY7fxCwtu9eY+QIhFyAgHXISWkQAQQQQAABBGwmYPUXzDbjDHq4BKyDJqQBBBCIIQEC1p6LScA6hjY4U0EAAQQQiLiA1c+/BKwjviXo0MECdgs4OHipmDoCCCCAAAIIIIAAArYXsNv5g4C17bccE0AgdAIErENnSUsIIIAAAgggYE8Bq79gtqdq4KMmYB24HTURQCD2BAhYe64pAevY2+fMCAEEEEAgcgJWP/8SsI7cXqAnBNwDDogggAACCCCAAAIIIIAAApESKN1JLJ1htvTg/rtIl7Mu1uXLLv8ZqXWkHwQcIUDA2hHLzCQRQAABBBBAIBsBq79gdtriEbB22oozXwQQyE6AgLWnDgFrvmcQQAABBBAIXMDq518C1oGvLTUR8FeAgLW/YpRHAAEEEEAAAQQQQACBUAkQsA5ekoB18Ia0gIApAQLWppgohAACCCCAAAIxLGD1F8wxTG84NQLWTltx5osAAggggAACCCCAAAKRErD6+ZeAdaR2Av0gIELAml2AAAIIIIAAAggggAAC0RIgYB28PAHr4A1pAQFTAgSsTTFRCAEEEEAAAQRiWMDqL5hjmN5wagSsnbbizBcBBBBAAAEEEEAAAQQiJWD18y8B60jtBPpBgIA1ewABBBBAAAEEEEAAAQSiJ0DAOnh7AtbBG9ICAqYECFibYqIQAggggAACCMSwgNVfMMcwveHUCFg7bcWZLwIIIIAAAggggAACCERKwOrnXwLWkdoJ9IMAAggggAACCCCAAAIIIIAAAt4E/p8NaAhY22CRGGJsCBCwjo11ZBYIIIAAAgggELiA1V8wBz4ze9YkYG3PdWPUCCCAAAIIIIAAAgggYH0Bq59/CVhbfw8xQgQQQAABBBBAAAEEEEAAAQRiXYCAdayvMPNDwA8BAtZ+YFEUAQQQQAABBGJSwOovmGMSPZtJEbB22oozXwQQQAABBBBAAAEEEIiUgNXPvwSsI7UT6AcBBBBAAAEEEEAAAQQQQAABBLwJELBmbyCAgC5AwJrNgAACCCCAAAJOF7D6C2anrQ8Ba6etOPNFAAEEEEAAAQQQQACBSAlY/fxLwDpSO4F+EEAAAQQQQAABBBBAAAEEEEDAmwABa/YGAgjoAgSs2QwIIIAAAggg4HQBq79gdtr6ELB22oozXwQQQAABBBBAAAEEEIiUgNXPvwSsI7UT6AcBBBBAAAEEEEAAAQQQQAABBLwJELBmbyCAgC5AwJrNgAACCCCAAAJOF7D6C2anrQ8Ba6etOPNFAAEEEEAAAQQQQACBSAlY/fxLwDpSO4F+EEAAAQQQQAABBBBAAAEEEEDAmwABa/YGAgjoAgSs2QwIIIAAAggg4HQBq79gdtr6ELB22oozXwQQQAABBBBAAAEEEIiUgNXPvwSsI7UT6AcBBBBAAAEEEEAAAQQQQAABBLwJELBmbyCAgC5AwJrNgAACCCCAAAJOF7D6C2anrQ8Ba6etOPNFAAEEEEAAAQQQQACBSAlY/fxLwDpSO4F+EEAAAQQQQAABBBBAAAEEEEDAmwABa/YGAgjoAgSs2QwIIIAAAggg4HQBq79gdtr6ELB22oozXwQQQAABBBBAAAEEEIiUgNXPvwSsI7UT6AcBBBBAAAEEEEAAAQQQQAABBLwJELBmbyCAgC5AwJrNgAACCCCAAAJOF7D6C2anrQ8Ba6etOPMNl8DG7XulVrNnA2q+1J23yW233CQ333i91KpWUerXria33lxEcuTIEVB7VEJACcxa+KG07Z6oY8S3i5O0pD6SP19eF6Bzf/4lvYaNkykzF+pf37BomtSsWiGqkO7fU97GH9VB0jkCCCCAAAI+BKx+/iVgzRZGAAEEEEAAAQQQQAABBBBAAIFoCxCwjvYK0D8CFhIgYG2hxWAoCCCAAAIIIBAVAau/YI4KShQ7JWAdRXy6jimBYALWRhC1760kz3dsLU0eqiV58+SxvNVf58/LBx9vkNy5c8mjDe63/HidMMBIBKy/+vo7mfP+cuny1ONSqGABU6w//vyrzH7vI3mkfi0pXuxWr3UIWJvipBACCCCAgMUFrH7+JWBt8Q3E8BBAAAEEEEAAAQQQQAABBBBwgAABawcsMlNEwKwAAWuzUpRDAAEEEEAAgVgVsPoL5lh19zYvAtZOW3HmGy6BUAesM8fZvFE9SUvqrd1wbcXn0qVLsmnHPhmTPl0++Hi9vD0xWdrENbLiUB03pnAGrH/+9Td5Y84iGT3xLalasYzMSh8hhQsVzNb4j7Pn5N0lH8uYidMlX9688s6UUaJub/f2ELB23JZlwggggEBMClj9/EvAOia3HZNCAAEEEEAAAQQQQAABBBBAwFYCBKxttVwMFoHwChCwDq8vrSOAAAIIIICA9QWs/oLZ+oKhHSEB69B60ppzBcIVsFai995TVtJTBkjl8qUtB5w6aYYMGPGqPi4C1tZZonAFrI999Y207ZEoW3bu1ybbsG51nwHrX387LU+/kCSLlq/V6lS4uyQBa+tsFUaCAAIIIBBGAauffwlYh3HxaRoBBBBAAAEEEEAAAQQQQAABBEwJELA2xUQhBJwhQMDaGevMLBFAAAEEEEDAu4DVXzA7be0IWDttxZlvuASMAtYbFk2TmlUrZNvl5cuX5fSZP+TMH2dl1/7PZO77y+WDlevlzO9nXeqpkPWbacOkdInbwzWFgNpNTsuQoWMn63UJWAfEGJZK4QpYHz52XJ6IHyR7Dx7Rxm0mYK1uvG7TbYgsX7NZq0PAOixLTqMIIIAAAhYUsPr5l4C1BTcNQ0IAAQQQQAABBBBAAAEEEEDAYQIErB224EwXgewECFizPxBAAAEEEEDA6QJWf8HstPUhYO20FWe+4RIINGDtPh4VuN6575C8MHScqDazPs0b1ZMpqQlyfeFC4ZqG3+0SsPabLGIVzAas/R1QpALW/o6L8ggggAACCFhRwOrnXwLWVtw1jAkBBBBAAAEEEEAAAQQQQAABZwkQsHbWejNbBLIVIGDNBkEAAQQQQAABpwtY/QWz09aHgLXTVpz5hksgVAHrzPF9+/0P0m3QGFm0fK3LkF8e3kd6PttKDMIw4Zpatu0SsI4Ku6lOCVibYqIQAggggAACYRWw+vmXgHVYl5/GEUAAAQQQQAABBBBAAAEEEEDAhAABaxNIFEHAKQIErJ2y0swTAQQQQAABBLwJWP0Fs9NWjoC101ac+YZLINQBazXOQ0e/lKd7JcnWXQf0Yd97T1mZMylFbi96c7im4le7BKz94opoYQLWEeWmMwQQQAABBAwFrH7+JWDNxkUAAQQQQAABBBBAAAEEEEAAgWgLELCO9grQPwIWEiBgbaHFYCgIIIAAAgggEBUBq79gjgpKFDslYB1FfLqOKYFwBKwV0NxFK6RzvxFy5vezulfGuER5tnUzS/gRsLbEMhgOgoC1ddeGkSGAAAIIOEfA6udfAtbO2YvMFAEEEEAAAQQQQAABBBBAAAGrChCwturKMC4EoiBAwDoK6HSJAAIIIIAAApYSsPoLZkthRWAwBKwjgEwXjhAIV8D6199OS3z/FJm3ZKXu2KLJg5LxUqIULHCVKdvzFy7IngNHZM3mnbJ5xz7tZuzDx47rdUvdeZuULnG71Kl+jzSsW13Uf+fIkcOw7XN//iW9ho2TKTMXmup7eL8uktirY7ZlQzk+U4Pyo5DyX7lumyxbvVH2fnpEdh84rNW+9poCUqFMSbnvnnLSoM59om4Wz58vr8+Wf/71N2nTbYgsX7NZKxvfLk7SkvpodS9fviyfff6VzH7vI1m5fpts2blfK6PWo3qV8tL6sYZS+95KpvpR9cwGrI3WdMOiaVKzagV9Pkb729tkK9xdUt6ZMkr7+In4QbL34BGfLqqArz6zWmVt0H38ag/PSh8hhQsV1IqdPvOHtn6LPlqjrV/m3r+vcjmpVrGM/PvRh+TeSmUlV66cpsbpXuiv8+dl84798t6Hn8i2PZ/q61apbCltvdzbd18X93kHNAgqIYAAAghYVsDq518C1pbdOgwMAQQQQAABBBBAAAEEEEAAAccIELB2zFIzUQR8CxCw9m1ECQQQQAABBBCIbQGrv2CObX3P2RGwdtqKM99wCYQrYK3GO23OIunYJ1kfeonbi8r8jDFSvnSJbKfzx9lz8tY7S2TCG++4BKp9GTR5qLYk9Y0XFRB1/zcilAHrcIzP19zMfv7Lf07LuMlvy+QZ80X9374eFYIe2ruTPP7IA5I3Tx6vxb0FrP/++6KMnviWTHhjrstt5e4NqX6G9eksLZvU9xkIdnrAuuDVV8m8D1ZK0ripPvd/1Yp3y8vD+0r1yuU89ry3xVSB+E827pCBKRNk+56D2W4R9T2V3P85qVimpEfwnYC1r+8uPkcAAQTsLWD18y8Ba3vvL0aPAAIIIIAAAggggAACCCCAQCwIELCOhVVkDgiESICAdYggaQYBBBBAAAEEbCtg9RfMtoUNcOAErAOEoxoCbgLhDFjvO3RUWnQcIEe/PKH3+vbEZGkT18jrOqiy3RNSZcXaLQGtlbqhOX3UQHni0YdcAqehCliHa3wBTdat0rff/yDdBo2RRcvX+t1cpzbNZfTgHtoN10aPUcA6qW8XSRo/VV6bPt90fwk9n5GEnk/LlVfk91rHyQHrqWMHa7esp7z6hmlTb3veqAEViJ88c4EkjJqYbSA+a93bbrlJ3hg/VL479aO06zFU/4iAtekloiACCCBgSwGrn38JWNtyWzFoBBBAAAEEEEAAAQQQQAABBGJKgIB1TC0nk0EgOAEC1sH5URsBBBBAAAEE7C9g9RfM9hf2bwYErP3zojQC3gTCGbD+9bfTWiBz6coNevfqFuNhvTsZ3rZ76sdfJL7/SI+AsAqQVq1YRqpUKC1XX3Wl1taJb7+XzTv2ye4Dhz2mVuHukvLOlFGibk3OfM5fuCALlq7W6qln3ZZdsmzVRv3zto83lrJ33an/d9lSd8oj9Wu5tB3O8QW7Q9Wt2v1HvCqT3prn0pQyqF6lvNxVvJj29TO//yEbtu2RtZt3eXSpbioe2L2D4Q3T7gHrDk80lSLXXStj0qfr7aggbuMHa4r6X9XPyvXbZOuuAx79qCB3n/i2Xm+yDmXAWgXiFy77RBvDL7/+JjMXLJOTp37S/rt0idvl348+JPnz5dX+O2+e3NKqWUPt/567aLn8df6CqGD+u4s/lkNHv9S+flOR66Td443l2kIF9XnFNa4n6nb2zMf9eyq+XZykJfXR+8ks5x76r31vJe329VenzXUxrVujsjbWixcvyp5Pj8iq9ds8bic32vPu8Orm6jnvL5cuA1I8wtWq3/r33yuFCxUUtdYr1211+d5Sa3rvPWU1i8yHgHWw37XURwABBKwtYPXzLwFra+8fRocAAggggAACCCCAAAIIIICAEwQIWDthlZkjAiYFCFibhKIYAggggAACCMSsgNVfMMcsvJeJEbB22ooz33AJhDNgbXRrtLew6cWLlyR10nRJGJWuT/Xqq66Qob06See2cVLg6n+C1VkfFRj99PAXMnTsZHnvw39CtJnPuGG9pFfnJw2D3KpMclqGVi/z8XWzdqTH5+96qxB7664JenBWBWInjOwnjerV9AgyK7fPv/paBoyY4OKmQrzzpo6RMqXu8OjePWCdtYAKwA95oaN0btvc5WbqS5cuyfY9B6VPUpqofZb5qHWdOnaItGrWwHCaoQxYZ+3g8LHj8kT8INl78Ij25YZ1q8us9BFaqNjb4z5vM0HmQAPWWceggvFDXnhWHn/kQY9g9o8//yovjpvqEab3tefVuNp0GyLHvzmpd1W14t2SMqi7PFCziuTIkUP/ulq71Rt3aDddqzU0eghY+/tdSnkEEEDAXgJWP/8SsLbXfmK0CCCAAAIIIIAAAggggAACCMSiAAHrWFxV5oRAgAIErAOEoxoCCCCAAAIIxIyA1V8wxwy0yYkQsDYJRTEEfAiEM2CtunYPMnsLtX554jstIJz1xuOpYwdLxycf8xqSzpzaf06fkZ5DxsrM+cv02bZr0VjSUwaKCvMaPf4GrCM9Pn82rrqde+DICZI2dbZebUFGqsQ1fiDbZr7/4Wfp2DfZ5Ybx8S/21oLp7o+3gLUKcr82epA8XK+613X69vsfpNugMS43k9evXU1mvDpcuxHa/XF6wFrdFJ3xUqLLjeruRkY3lj9cr4bMnDBcrrv2Gg/T02f+kB5DUmXGvKX6Z+qG9vSUAdqN494eFcbuljDGZY9kliVg7c93KWURQAAB+wlY/fxLwNp+e4oRI4AAAggggAACCCCAAAIIIBBrAgSsY21FmQ8CQQgQsA4Cj6oIIIAAAgggEBMCVn/BHBPIfkyCgLUfWBQNWmDzzv0y490PZPXG7fLFiW+19u4o+i95oGZVeerfTaR65XJB9xGtBqwSsF68Yp0069BbZ2jeqJ5MG58ohQoWMEXz8bqt0qBVN72sCvDOnjRSri9cyLC+vwHrSI/P1KT/W+jX305Lux5D9RCsmVuWM9tfuGy1PN6xv96dt2C6t4C1CvS2iWvkMwR/6OiX0vq5wfrt0apDbyFwJwes1S8EzJyQLM0a1vG5Bbbt/lQee6aPnDz1k1a2XOni8u6U0XJX8WIedVdt2CbNn+nrcsP5/NfHSJUKd/vsZ9+ho9KqS4KoNcz6ELD2SUcBBBBAwNYCVj//ErC29fZi8AgggAACCCCAAAIIIIAAAgjEhAAB65hYRiaBQGgECFiHxpFWEEAAAQQQQMC+AlZ/wWxf2cBGTsA6MDdq+S/w3IBRMnnmgmwrdmn3uLw2ZpD/jVugRrgD1lNmLpQuA1L0mVYuX1rmTk6R4sVudZn99j0H5ZNNO2T3/s/kq29OSod/N5X4dnGmhQ4fOy5PxA/SA7y+Qsb+BqwjPT7TExcR9/BziduLyvyMMVK+dAmfzXz2+VfSud9IKXD1lVKxTEktnNuyaX3JmyePS12jgLU/IfiLFy9J6qTpkjAqXW9XrW9aUh/Jny+vS19ODlhndwu1+2J+d+pHadNtiKzZtFP/yCj0rOwTU1+TURPe1Msl9uoow3p3lpw5c/jcI5cvX9ZuR++TlOZSloC1TzoKIIAAArYWsPr5l4C1rbcXg0cAAQQQQAABBBBAAAEEEEAgJgQIWMfEMjIJBEIjQMA6NI60ggACCCCAAAL2FbD6C2b7ygY2cgLWgblRyz+Bh5/sIcvXbDZVqWHd6vLR7AmmylqpULgD1jPmLZX2zw/Tp+wr+ByoTbgD1oGOK7Oev+Pzp7+z5/6U5xNfkozZ7+vVOrVpLqMH95BrrzF3A7iv/owC1hnjEuXZ1s18VdU/37nvkDRt30u/cblGlfLaLeO33XKTSxtODlgP6vG0JPd/zlTw+czvZ6VbwmiZOX+Z7mcUenYPYqtbsj+cNUFqVq1geu3ULdYtOg6Qo1+eyLYv0w1SEAEEEEDA8gJWP/8SsLb8FmKACCCAAAIIIIAAAggggAACCMS8AAHrmF9iJoiAeQEC1uatKIkAAggggAACsSlg9RfMsanufVYErJ224pGfr5mbq91HZcebrMMdsHa/KdpbqDbYFfY3wOzvDdaRHp+//U2bs0g69kl2qVaudHFp+3hjaVK/lpS84zbJlSunv83q5YO5JTuzkR9//lWe7DpYVq7fpn1JBX1XzEmX+yqXcxmXkwPW019JkqdaPmJqnc79+Zf0GjZO1C3xmY9RwNo92F63RmWZlT5Cbi5yval+VKFffzst7XoMlaUrN2Tbl+kGKYgAAgggYHkBq59/CVhbfgsxQAQQQAABBBBAAAEEEEAAAQRiXoCAdcwvMRNEwLwAAWvzVpREAAEEEEAAgdgUsPoL5thU9z4rAtZOW/HIznfzzv1So+nTAXW6acmbUt0tMBpQQxGqFOmAtbrpW4U7CxcqGPQMz1+4IMe++kbWbNopC5aullUb/gnuqsfXTdmRCFgHMz5/cb79/gctAPvJxh2GVdUt0SpYG9f4AalWsYwUuf5aMQgmee3WPWBdv3Y17fbp6wsXMj1Uo0Dw2xOTpU1cI5c2nBywnjs5RZ54tIEpU7MB68Ur1kmzDr31Njs++Zi8ktxXrsifz1Q/qtCff52XPklpMumteXodozC36QYpiAACCCBgeQGrn38JWFt+CzFABBBAAAEEEEAAAQQQQAABBGJegIB1zC8xE0TAvAABa/NWlEQAAQQQQACB2BSw+gvm2FT3PisC1k5b8cjON5DbqzNHaLdbrMMZsL548ZIkpr4moya8qS/gI/VrycwJw6VQwQKmFvXSpUvy25nf5fg334u6AfnAZ8dk36GjsvfTI7L7wGGvbUQqYB2u8ZnCcSu0bssu6dxvpKjbvH09995TVgtbN32otpS68zbJkSNHtlXcA9aBhHSN9sPkMQkS3y7OpW8nB6z9CS2bDVjPmLdU2j8/TDdW3mlJfSR/vry+tonL5+6/lODPWP3qiMIIIIAAApYQsPr5l4C1JbYJg0AAAQQQQAABBBBAAAEEEEDA0QIErB29/EweAVcBAtbsCAQQQAABBBBwuoDVXzA7bX0IWDttxSM731K14uTIFycC6rTkHUXl8IaFAdWNRqVwBqzP/H5WuiWMlpnzl+lTMxPuVMFRdSv1m+8sllXrt8kv/zntN004A9aRGJ/fE/5vha++/k6GvTRFVKjW7FOudHHpE99WWjR5UK68Ir9hNfeAtZl1NGrIPaQ7vF8XSezV0aUoAesKppbObMDajLmZDglYm1GiDAIIIBA7AlY//xKwjp29xkwQQAABBBBAAAEEEEAAAQQQsKsAAWu7rhzjRiAMAgSsw4BKkwgggAACCCBgKwGrv2C2FWYIBkvAOgSINOFVIHfRe+Xvvy8GJJQrV065cGJrQHWjUSmcAevvTv0obboN0cLSmU/KoG4yqMfThlNVt0Gv3rhDEkZNlO17DprmuPaaAlKp7F1y8OgXcvLUT1q9cASsIzk+05M3KHj58mU5/s1JeXvBh/L2gmWmbrRWzTRvVE/SknrLbbfc5NEqAevNpvaVKuT+PeUtjG42IO1tL5itT8A6mO8m6iKAAALOFbD6+ZeAtXP3JjNHAAEEEEAAAQQQQAABBBBAwCoCBKytshKMAwELCBCwtsAiMAQEEEAAAQQQiKqA1V8wRxUnCp0TsI4CuoO6JGA9TWpWNXeLbnbbQgVNG7XpIeom68xn0Vvj5dEG93tUU4H2yTMXaOHqrOXdC6rwb5lSd0ilsqWkcvnS2v/eclMROXb8G3kifpDsPXhEqxLqgHWkxxeqbzcVCv/6u1OybstuWfLxOp83gquQ9ZTUBLm+cCGXIYQiYH3+wgUZOHKCpE2drbf99sRkaRPXyKUvbrA2971nNmCtbjNv//ww3ThUt49vWBSafydCtddpBwEEEEAgtAJWP/8SsA7tetMaAggggAACCCCAAAIIIIAAAgj4L0DA2n8zaiAQswIErGN2aZkYAggggAACCJgUsPoLZpPTiJliBKxjZiktOZFSteLkyBcnAhpbyTuKyuENCwOqG41K4brBWt2irIK0fZLS9GllF3pevWG7tO2RqN9ArSqpm6lbN39YmtSvJWXvKi43XFdI8uTObch0+NjxsAasIz2+cO0FFXI+cuyELFu9URYuWy1bdx3w6GpBRqrENX7A5evuAetH6teSmROGS6GCBUwP9ey5P+X5xJckY/b7eh2jwD0B69AGrN9ZvEJadUnQzTs++Zi8ktxXrsifz/Ta/fnXee17edJb8/Q6BKxN81EQAQQQsKWA1c+/BKxtua0YNAIIIIAAAggggAACCCCAAAIxJUDAOqaWk8kgEJwAAevg/KiNAAIIIIAAAvYXsPoLZvsL+zcDAtb+eVHaP4HnBozSblMO5OnS7nF5bcygQKpGpU64AtYnT/0kT/UcKivXb9Pn5e3m3D/OnpPug1PlrXeW6GXVDdpTUgdrt1WbecIZsI7G+MzMOdgy6nbrD1dvkm4JY+T4Nyf15rp2aCnjhvWSfHnz6F9zD1jXqFJeZk8aKepGcbPPd6d+lDbdhsiaTTu1KjcVuU6WTE/TbiLP+hCwDm3AesvO/dKgdTf9Zvi6NSrLrPQRcnOR680unfx2+nfp2DdZ5n+wSq9DwNo0HwURQAABWwpY/fxLwNqW24pBI4AAAggggAACCCCAAAIIIBBTAgSsY2o5mQwCwQkQsA7Oj9oIIIAAAgggYH8Bq79gtr+wfzMgYO2fF6X9E9i8c7/UaPq0f5X+W3rTkjdHByN5AAAgAElEQVSleuVyAdWNRqVwBazdQ7JqbkY3I6uv7zt0VFp0HCBHv/zn1vCrr7pC5r+eKg3q3GeaZN2WXVInrrNePrvbslWh5LQMGTp2sl7+7YnJ0iaukWF/0Rif6YmLyKGjX8qmHftk1/7PZP+hz6Vdi8bSqU1zU02om8Ynz1ggXQeN1ss3rFtdC+AWLlRQ/5p7wFqt0XtvvCQP1qpmqh9VSO21Rm166EHfh+vV0G7Bvu7aa1zaIGAd2oC1UbD9/TfGSbVKZUyvnfv3gKpIwNo0HwURQAABWwpY/fxLwNqW24pBI4AAAggggAACCCCAAAIIIBBTAgSsY2o5mQwCwQkQsA7Oj9oIIIAAAgggYH8Bq79gtr+wfzMgYO2fF6X9FwjkFmu73V6tVMIRsFaB36d7JcnWXQd0+Ecb3C+vvzREbrjuWo/F+HjdVmnQqpv+dX9vR1Yh4bSps6VPUpreRigD1tEYnz871mwg2Vub7nvATMBatZXYq6MM691ZcubM4XO4Fy9ekqTxU7Vge+bjrb7Z+Zz78y/pNWycTJm5UG8zu9Cv+y3nRvN0n4h7sNzXvjL6nvJ2c7u/43cfm9n65y9ckIEjJ2jfI77sjRZSfX9lzH5fOvcb6fIxAWuf254CCCCAgK0FrH7+JWBt6+3F4BFAAAEEEEAAAQQQQAABBBCICQEC1jGxjEwCgdAIELAOjSOtIIAAAggggIB9Baz+gtm+soGNnIB1YG7U8k/g4Sd7yPI1m01VUmHNj2ZPMFXWSoVCHbA+9eMvEt9/pCxavlafprrteOrYIdKqWQPDqS9esU6adeitf1a5fGmZOzlFihe71RSVul23VZcE7SbnzMdXENafG6yjMT5TE/9vIffbhUuXuF3zK1+6hKlm3APNHZ98TF5J7itX5M+n13cPGqsPbrvlJpn/+hipUuFun/3s2HtQWnQaIMe/OamVvanIdeLtFmUC1qG9wVp5r9qwTZo/01e/PdyfPaJulm/XY6jLL0yoNglY+9z2FEAAAQRsLWD18y8Ba1tvLwaPAAIIIIAAAggggAACCCCAQEwIELCOiWVkEgiERoCAdWgcaQUBBBBAAAEE7Ctg9RfM9pUNbOQErANzo5b/AmZusrbjzdWZEqEKWF+6dEm27zmo3SKt2sz6dO3QUlKH9JQrr8hvuABbdu6XBq276eFPVWjmhOHSJq6RGIRnXNr49PAXWqDbvc9ypYvLu1NGy13Fixn26R6wnjwmQdRNw0ZPNMbnz0794+w56T44Vd56Z4lerVnDOjIldbAUud7zxvCsbX//w8/SsW+yLF25Qf+ykYVRwFpVeKR+LUlPGaCFrb09KqDbPSFVVqzdohfxdquzKhCpgHXdGpVlVvoIubnI9V7H7j7vErcXlfkZY7INr7t/T0X7Bms1udNn/pAeQ1JlxrylLnskfdQA+deNN3id/48//6p9T8+cv8yjDAFrf75LKYsAAgjYT8Dq518C1vbbU4wYAQQQQAABBBBAAAEEEEAAgVgTIGAdayvKfBAIQoCAdRB4VEUAAQQQQACBmBCw+gvmmED2YxIErP3AomjQApt37pcZ734gqzduly9OfKu1d0fRf8kDNavKU/9uItUrlwu6j2g1EGjAWgWqfzvzu6iA7rbdn2oBTHVLrvtjJuh78tRP8lTPobJy/f/qq8DuiAHPScum9SVvnjwe7f7w0y8y/d0PZPTEt+SX/5w25MsuAJo2dbb0fnG8Xk+N01vYNBrj83c/qPByi079XULqTR6qLcN6d5J7yt0lOXLkcGny8uXLsvvAYRmUMtEl+FyzagV5e2KyFLv1Zpfy3gLWqlDVindLyqDu8kDNKi79qD2yasN26Tf8Fdl78Ijenq/bk8MVsFa3Zz/ZdbBs2rFPG4u6WX3SqIHyZPOHPXwyB/vb6d+1APr8D1bp408Z1E16x7cx3JeqkBUD1pnjatNtiH6LuPqaWm81n1rVKnqs3a79n8ng0ZNc9kfWTUHA2t/vUsojgAAC9hKw+vmXgLW99hOjRQABBBBAAAEEEEAAAQQQQCAWBQhYx+KqMicEAhQgYB0gHNUQQAABBBBAIGYErP6COWagTU6EgLVJKIoh4EPAKGAdKrQGde6TiSn9Rd36m92jwr4Zs9+Xzv1GehQrdedtUr1Kef0mahX0Xb91t6hbpbM+KuSrbshes2mn/uW1C6fK/ffdY9j14hXrpFmH3i6fXXtNAalQpqTkzpVLC5wO6N5e8uTOLdEYn79r8Nf581oYdtzktz2qVipbSjMs+q8btc9OfPu9bN6xTwtYZ31U4FjdXt36sYYeN4e7B6xV2fz58okKumc+qp/6998rhQsVFFV+8fK1cvjYcdN9ZBYMV8DaKCyt+lTjvr5wIcmdO5cWNi5fuoQ+5vMXLsjAkRNEBfKzPmpfZt7arcLWDetW1z+2asBa7eNXp82VF4aOM9wjWddu5bqtLvvjhuuulXN//ukS4Cdg7e93KeURQAABewlY/fxLwNpe+4nRIoAAAggggAACCCCAAAIIIBCLAgSsY3FVmRMCAQoQsA4QjmoIIIAAAgggEDMCVn/BHDPQJidCwNokFMUQ8CEQroD1M60elZEDu8mNNxQ2tQZ/nD2nBYRfyZhjqnzWQpl9vfnOYkkYla5/NP2VJHmq5SOG7X319XfStnuidtuw0dOuRWNJTxmo3XKsnkiPz28EEe0mbxUGfn3We35XV+Hy8S/2ljZxjSRXrpwe9d0D1hXuLinD+nTSAt3eDN0bUYHk8S/2kuaN6nkEuLOWDVfAOruAcWb/K+amy0P33+sy9EXL10q7Hoku4eKsBVQoPb5dnP4lqwas1QD//vuipE2dJckvZ3idj/u6qbUe3r+LTHprnixfs1n/mIC1399mVEAAAQRsJWD18y8Ba1ttJwaLAAIIIIAAAggggAACCCCAQEwKELCOyWVlUggEJkDAOjA3aiGAAAIIIIBA7AhY/QVz7EibmwkBa3NOlELAl0CoA9YqPKtu9K1RpbzkyJHDV/cun5/78y+ZPGOBjHg5QwsL+3rUrcEDurWXOtXv0fpyv5VahV7TkvpI/nx5PZpSYduPPtkszw0cJce/Oenxed0alWVW+gi5ucj1+meRHJ+vuXv7XN1k/cacxTImfbrhvIzqqTUb8sKz2k3OBmElrYpRwPqdKaOk4NVXyeDR6fLG3MXZDlkF3ZP6xkuxW2/2ObVwBaxVx75C6O5haVVHrXtq+nR5cdxUw7EP6vG0JPd/TnLm/Ge/WzlgrcZ36dIlWb1xhySMmijb9xzMdj3U3khL6i1XXXmFtOk2RA9Yq188WDEnXe6rXM7nelIAAQQQQMCeAlY//xKwtue+YtQIIIAAAggggAACCCCAAAIIxJIAAetYWk3mgkCQAgSsgwSkOgIIIIAAAgjYXsDqL5htD+znBAhY+wlGcQS8CAQTsFaB3JtvvF6qVLhbC1RXrXi3FCpYIGjrH376RZZ8vF5Wrtsquw8clsPHjmttqhuQK9xdQurVrCIqXF3qzttcQtxfnvhOWndNkK27DmjlS5e4XeZOTpHypUt4HZO6yXranEWycv022bJzv16uxO1FZX7GGMO6kRxfoJgqFKwcVqzdIlt27Ze9nx7RQ+vKTdmoYPqjDepIsVtv8hmG9xawVm2pwO7W3Qdk7vsrtACuWi8VwK1Wsaw0qHufNGtYR0reUTTbW6uzzjOcAWvVjwqhL1u1UeYuWqEZZQ3Yu4elM8el5rh+6x55690lsnnHPn1Pqs/dbzu3esA6c05qj6zfulvUDd1qTup7TT3q+7r2vZWk1WMN5N5KZbW9kd36B7pHqYcAAgggYG0Bq59/CVhbe/8wOgQQQAABBBBAAAEEEEAAAQScIEDA2gmrzBwRMClAwNokFMUQQAABBBBAIGYFrP6COWbhvUyMgLXTVpz5IoBANAUI2EZTP/p9f3fqR+0G6zWbdmqDqVy+tPbLC8WL3Rr9wTECBBBAAIGwCFj9/EvAOizLTqMIIIAAAggggAACCCCAAAIIIOCHAAFrP7AoikCsCxCwjvUVZn4IIIAAAggg4EvA6i+YfY0/1j4nYB1rK8p8EEDAygIErK28OuEf22effyX/jh8o+w99rnWmbpCflT5CChcqGP7O6QEBBBBAICoCVj//ErCOyragUwQQQAABBBBAAAEEEEAAAQQQyCJAwJrtgAACugABazYDAggggAACCDhdwOovmJ22PgSsnbbizBcBBKIpQMA6mvrB9X3uz79kwIhX5dDRL6VSubuk1J23SbOGdeS6a68x3fDCZavl8Y799fJdO7SUccN6Sb68eUy3QUEEEEAAAXsJWP38S8DaXvuJ0SKAAAIIIIAAAggggAACCCAQiwIErGNxVZkTAgEKELAOEI5qCCCAAAIIIBAzAlZ/wRwz0CYnQsDaJBTFEEAAgRAIELAOAWIUm0hOy5ChYyfrI5g8JkHi28WZGtHpM39IjyGpMmPe0oDqm+qEQggggAAClhOw+vmXgLXltgwDQgABBBBAAAEEEEAAAQQQQMBxAgSsHbfkTBgB7wIErNkdCCCAAAIIIOB0Aau/YHba+hCwdtqKM18EEIimAAHraOoH3/eshR9K2+6JekOP1K8lGS8lyo03FM628b//vijjprwtA0dO0MuVLnG7zJs6RsqUuiP4gdECAggggIBlBax+/iVgbdmtw8AQQAABBBBAAAEEEEAAAQQQcIwAAWvHLDUTRcC3AAFr30aUQAABBBBAAIHYFrD6C+bY1vecHQFrp60480UAgWgKELCOpn7wfR8+dlyeiB8kew8e0Rtr8lBtGda7k9xT7i7JkSOHRycnT/0kr2TMkUnT58mZ38/qn6cO6Sm949tKzpyedYIfKS0ggAACCFhFwOrnXwLWVtkpjAMBBBBAAAEEEEAAAQQQQAAB5woQsHbu2jNzBDwECFizKRBAAAEEEEDA6QJWf8HstPUhYO20FWe+CCAQTQEC1tHUD77vy5cvy6vT5soLQ8d5NFapbCmpXqW8FP3Xjdpnaq3Xb90tW3bu9yjb/t9NZNywXlK4UMHgB0ULCCCAAAKWFrD6+ZeAtaW3D4NDAAEEEEAAAQQQQAABBBBAwBECBKwdscxMEgFzAgSszTlRCgEEEEAAAQRiV8DqL5hjV954ZgSsnbbizBcBBKIpQMA6mvqh6fvcn39Javp0eXHc1IAa7NqhpST3f06uvaZAQPWphAACCCBgLwGrn38JWNtrPzFaBBBAAAEEEEAAAQQQQAABBGJRgIB1LK4qc0IgQAEC1gHCUQ0BBBBAAAEEYkbA6i+YYwba5EQIWJuEohgCCCAQAgEC1iFAtEATly5dktUbd0jCqImyfc9BUyMqV7q4DOrxtMQ1rid58+QxVYdCCCCAAAL2F7D6+ZeAtf33GDNAAAEEEEAAAQQQQAABBBBAwO4CBKztvoKMH4EQChCwDiEmTSGAAAIIIICALQWs/oLZlqhBDJqAdRB4VEUAAQT8FCBg7SeYxYv//fdF2X3gsHz0ySbZsmu/fHr4Czn+zUlt1OqG6qoVy0jNqhXk4Xo1pFLZUpIrV06Lz4jhIYAAAgiEWsDq518C1qFecdpDAAEEEEAAAQQQQAABBBBAAAF/BQhY+ytGeQRiWICAdQwvLlNDAAEEEEAAAVMCVn/BbGoSMVSIgHUMLSZTQQABBBBAAAEEEEAAAUsJWP38S8DaUtuFwSCAAAIIIIAAAggggAACCCDgSAEC1o5cdiaNgLEAAWt2Bg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XAQQQQAABBBBAAAEEIiVg9fMvAetI7QT6QQABBBBAAAEEEEAAAQQQQAABbwIErNkbCCCgCxCwZjMggAACCCCAgNMFrP6C2WnrQ8DaaSvOfBFAAAEEEEAAAQQQQCBSAlY//xKwjtROoB8EEEAAAQQQQAABBBBAAAEEEPAmQMCavYEAAroAAWs2AwIIIIAAAgg4XcDqL5idtj4ErJ224sw3XAKzFn4obbsnGjY/eUyCxLeLC0nXv53+XTr2TZb5H6zyaG/DomlSs2qFkPQTrUYOHzsuT8QPkr0Hj2hDaFi3usxKHyGFCxWM1pDk519/kzbdhsjyNZv1MYTS+tyff0mvYeNkysyFYWk/WnAbt++VWs2e1btX3wNpSX0kf768HkNKTsuQoWMn618f3q+LJPbqGPKh+7O//Bl/yAdKgwgggAACMSNg9fMvAeuY2WpMBAEEEEAAAQQQQAABBBBAAAHbChCwtu3SMXAEQi9AwDr0prSIAAIIIIAAAvYSsPoLZntpBj9aAtbBG9ICAkogu4B1uxaNJT1loFx91RVBY+3cd0iatu8lJ0/95NFWKEO/QQ80wAb8CcAG2IXf1QhY+02mVfAnoEzAOjBjaiGAAAIIWF/A6udfAtbW30OMEAEEEEAAAQQQQAABBBBAAIFYFyBgHesrzPwQ8EOAgLUfWBRFAAEEEEAAgZgUsPoL5phEz2ZSBKydtuLMN1wC2QWsS9xeVOZnjJHypUsE3X3a1NnS+8Xxhu0QsA6a17ABAtaBuRKwDsyNWggggAACsSVg9fMvAevY2m/MBgEEEEAAAQQQQAABBBBAAAE7ChCwtuOqMWYEwiRAwDpMsDSLAAIIIIAAArYRsPoLZttAhmigBKxDBEkzjhfILmCtcCaPSZD4dnFBOf12+nfp2DdZ5n+wyrAdAtZB8XqtTMA6MFcC1oG5UQsBBBBAILYErH7+JWAdW/uN2SCAAAIIIIAAAggggAACCCBgRwEC1nZcNcaMQJgECFiHCZZmEUAAAQQQQMA2AlZ/wWwbyBANlIB1iCBpxvECvgLWHZ5oKhNH9pcrr8gfsNXOfYekaftecvLUT4ZtELAOmDbbigSsA3MlYB2YG7UQQAABBGJLwOrnXwLWsbXfmA0CCCCAAAIIIIAAAggggAACdhQgYG3HVWPMCIRJgIB1mGBpFgEEEEAAAQRsI2D1F8y2gQzRQAlYhwiSZhwv4B6wvqnIdVLgqivl8LHjmk3pErfLvKljpEypOwKyunz5sqRNnS19ktK0+jdcd62c+/NPOfP7Wb09AtYB0fqsRMDaJ1HQBZLTMmTo2Ml6O8P7dZHEXh2Dbte9AfX9+ET8INl78Ij2UcO61WVW+ggpXKhgyPuiQQQQQAABBJSA1c+/BKzZpwgggAACCCCAAAIIIIAAAgggEG0BAtbRXgH6R8BCAgSsLbQYDAUBBBBAAAEEoiJg9RfMUUGJYqcErKOIT9cxJeAesFbBzQp3l5DUSTP0eWaMS5RnWzcLaN6//nZanu2dLO99+IlW/7n2LeToFydk5fptensErAOi9VmJgLVPoqALELAOmpAGEEAAAQQsKmD18y8Ba4tuHIaFAAIIIIAAAggggAACCCCAgIMECFg7aLGZKgK+BAhY+xLicwQQQAABBBCIdQGrv2COdf//Y+8846Mouz58XqoUQZqIBUVBRJr0DopIEZEuXVAiBELQJJCEhBBCSAKRJEIIJJEeOgFFem+hN6UKqAgoiCBKsVHf35nn2Xmyk9mdsrObnd3/fFGydznnuu9ZMsw1Z6T5QbD2thVHvs4iICdYf/JRL/owcBxduXpdmHZAjw40NSaYihQupDmMA0dPUqcPg4SxHi9amOZOjqK0jBW0YftecSwI1pqxquoAwVoVJocaQbB2CB86gwAIgAAIuDEBd7/+hWDtxpsHoYEACIAACIAACIAACIAACIAACICAlxCAYO0lC400QUANAQjWaiihDQiAAAiAAAiAgCcTcPcbzJ7MXi43CNbetuLI11kE5ATraXGhFBIzhTJXbxGmrVKpAi1Ln0hVK7+oKYxHjx5RUvpCCopKEvp1bvcGTRztT/7hn0Kw1kRSX2MI1vq4aekFwVoLLbQFARAAARAwEwF3v/6FYG2m3YRYQQAEQAAEQAAEQAAEQAAEQAAEQMAzCUCw9sx1RVYgoIsABGtd2NAJBEAABEAABEDAgwi4+w1mD0KtKhUI1qowoREIKBKQE6wXpIynecvWUODYRLH/jIQIGtiro+J42Rv8fvMWDQyMpi/WbRN+nBAZQO93b099h0U4JFjfuv0n7dp/lDLXbKFvTp6loyfOCOOXfKIY1XutKjWpV5M6tX1dEMPz5curKebsjf/+51/af+SEED/PZ5mnRaPa9PabTalnx9ZU/pmnhC5nvr9APQaPom9OnRX+3Ob1RsQcS5Uormp+ltF/uvIrrd60i9Zv20PfnDpHF366IvStVa0y1az6Mr3dsokwbrHHi6gaM7cFa65avvCL9bRu6x468PUJun3nL6r80vPUqG4NzblI+dZ89WVakhYnjKfm0NJ/98FvqGnHgeKwg/t1oaSoICr0WMEcUzkiWDtrf2mJX3r+Z68mf//+A9p/9AQt/WoTHfj6JO07fFzIn5nznuzY9nVhHdXuRym8f+/epb2HjgvnV/bxeexmDWrRe+++RQ1qVRPPYXuxqtkDaAMCIAACIKCNgLtf/0Kw1raeaA0CIAACIAACIAACIAACIAACIAACIGA8AQjWxjPFiCBgWgIQrE27dAgcBEAABEAABEDAIALufoPZoDRNMwwEa9MsFQJ1cwK2BOsfL12mDv0DiCVZPuxJprZSPHD0JHX6MEgYo1zZ0vTlrAR66YVnqY/faF2C9bXffqe0jBWUlL6AbvxxS5EsS5pjAj+ilk3qUp48eRTbWxo8fPiQtu4+RGFxU+ng16ds9mOhe9xIX/Lp04l+vHRFt2DNrCMnpQlSu9LBc47+xIcG9e1MRQoXsts8twTrujWr0IwFX9KYT1PtrtPzz5ajgEG9aVDfLrLycvbktAjSclC09NciKOsRrJ29v7TEb0ta/vrkWYqIny4I//aO7OdAwQIFlLav8Dk/TLBt9yEKjU22e35x23feakbRwUPotaovEwRrVXjRCARAAAQMI+Du178QrA1bagwEAiAAAiAAAiAAAiAAAiAAAiAAAiCgkwAEa53g0A0EPJEABGtPXFXkBAIgAAIgAAIgoIWAu99g1pKLJ7SFYO0Jq4gc3IGALcE6X9685DMimjJXbxHC1FoxmCXKpPSFFBSVJPTv3O4NmpkYQQ8fPtIlWB85/i0NH/0psTyq5Xi8aGEKHtqfgnz7Kkq8PC5XFU5InU/x0+YKFZfVHLGj/OidVs2on/8YTRWsWbRdvmYrjYyeLFarVjMft2ndoiFNjQ2mShXK2+ySG4L1+oXJQsXqyTMWqU2F+nV7W6huXqZUCZt9tAjScoNo6a9FUNYqWLtif2mJX05avnrtNwocm6RpT37s04tiQocqSv9cFTs1Y7nw8ILa84tF/FmJY+jy1WvCOWY5slfbVr3Z0BAEQAAEQEA1AXe//oVgrXop0RAEQAAEQAAEQAAEQAAEQAAEQAAEQMBJBCBYOwkshgUBMxKAYG3GVUPMIAACIAACIAACRhJw9xvMRuZqhrEgWJthlRCjGQjYEqxLlSguCNKBYxPFNOZPjaY+XdqpSuv3m7doYGA0fbFum9CeBVquVsyVp7VWsN6x9wj1/zgyh/DJ8nSTeq9R47o1qECB/HTx519oy64DxDKt9FAjgLL8mZA2n0JjknP0b1C7GrVqVp8eL1pEdp7AwX1o0879dPz0d0LfNq83ogUp44k5yh0soC/6cgP5hsTmECDDQZoAACAASURBVE0rv/Q8Napbg16p+ILQ9fS587R9z+Ec+XNMs5MiqUqlCrJz5IZgzWux59AxMR6ucNy+VVOqWvklunv3HvFabsk6kCPeoQO6U/zo4TYFXS2CtBwMLf21CMpaBGtX7S8t8UvP/9GfDKSMzLXiXtNyjil9P9jb87WqVaZWzRsI5wvv280799PRE2fEpWTJmvf70q82iT+DYK3qqxiNQAAEQEA3AXe//oVgrXtp0REEQAAEQAAEQAAEQAAEQAAEQAAEQMAgAhCsDQKJYUDAEwhAsPaEVUQOIAACIAACIAACjhBw9xvMjuRmxr4QrM24aojZHQnYE6wPHztNHfoH0JWr14XQB/frQklRQaoqQR84epI6fRgk9C1XtjR9OSuB6teqKsiTWgTrc+cvClVr9x85IeJj6TNgUB8aPrBnDoGZq0Jv3X1IqJB78OtTVshZ4A0c3Jfy5s0juxQbd+yjbh8FWwnPTerVFOTweq+9Snny/K8fy7Jbdx+k4OgpYtXq7IMqCdZy0jjPERPqR280rkv58uW1ipErHy9fs4VGT5xuJVpzZfC0+DDZ6s9aWWvdnxxTQGQCpWWsyNGV12hMwEc0pH83K2maJdvvfrxEIeOTRfne0vmzcUHCmsoIU4I032PwKJG11orqWvprEZS1CNau2l9a4pee/5a14PUb2r878YMJfP5mP/69e5cWfrGeRkR9JjwwYTksVepLFC8mu5U4Lj73L/x0Rfyc93zsqGHUskldq/PL3nls6QzBWusZi/YgAAIgoI2Au1//QrDWtp5oDQIgAAIgAAIgAAIgAAIgAAIgAAIgYDwBCNbGM8WIIGBaAhCsTbt0CBwEQAAEQAAEQMAgAu5+g9mgNE0zDARr0ywVAnVzAvYE65u37pDPiGjKXL1FyEKt1MoSLVe/DopKEvp1e+dNmjEpgooXK6pJsGaRM3zCNEpInS9S5Eq2iWMDiGVOORHX0vDab78L83M1XsvBfTM/n0h1a76aY1W44vbg4Fhatmqz+FnHNi0oJS6EnnnqSZuryNWlPwiIshLAubE9wfrX6zfooxHj6auNOzXNxY1ZevcLm2g1X/qn4eTTu1MOHrklWLOcmzoxjHp1amNzjW7f+YtCYqbQ9LmZIgN7+0uLIC23WFr6axGU1QrWrtxfWuKXE6x5/abFhVLvzm2tpOfsXOWqUXO/dQuSiR9KkB63bv9J/qPjad6yNeJHXNk8JTaE+Ly0dbCMzft9zeasHE0gWLv5Xy4IDwRAwPQE3P36F4K16bcYEgABEAABEAABEAABEAABEAABEAAB0xOAYG36JUQCIGAcAQjWxrHESCAAAiAAAiAAAuYk4O43mM1JVX/UEKz1s0NP7QT2Hj5O85auFioW/3DxZ2GAF8s/Qy2b1KP333uHGtWprn1QN+lhT7DmEFmUDhybKEY7f2o09enSzm70LJMODIwWKxQnjg2kgEG9hT5apN+TZ36g7oNCiCVmy2FLJpYL6OdffhWqX2/bfUj8OMi3L8WEDqWCBQpYddmSdYA6fzhCrF5dpVIFWpwaSzWqVFJcqa1ZB6mvf4RY6Zs72BOsV6zdSl19gsVxG9SuRrOTIonnVHNIKyG3alaf5k0Zl6PSsBbWauaVtrFVwXpCuD8FDe6bowq3tL/c+nC1cN4r0u94LYK0XC5a+msRlNUK1q7cX1rilxOsbZ0jUq7S85w/nzs5it7v3j7HEkjzt/ewg7TzsdPnqKdvmNX3ALeBYK3nrEUfEAABEFBPwN2vfyFYq19LtAQBEAABEAABEAABEAABEAABEAABEHAOAQjWzuGKUUHAlAQgWJty2RA0CIAACIAACICAgQTc/QazgamaYigI1qZYJo8IckhIHKVmLLebi2+/rjR94ihT5qskWHPF5A79A0R5ePjAnhQfMTyHoJw9eRY82/XxF2TlcmVL06q5SVSnRhWhiRbpVyp3c9XqmYkRVKJ4MdWspTKzXJXkBw8eUkT8dIpLni2OGxHgQ5GBgyhv3jyKc3Gl7eDoKTRl5mKxrS3B+s+//qZh4fE0Z8kqsa0WaZw7yY2xck4ivdu6uVWsWlgrJinTQE6wtiV72xp/5qKV5BMULX5sa421CNJyc2npr0VQViNYu3J/ce5a4pee//aqUEu5yuU1bqQv8bmT/XA0f2lFfMvYEKz1nLXoAwIgAALqCbj79S8Ea/VriZYgAAIgAAIgAAIgAAIgAAIgAAIgAALOIQDB2jlcMSoImJIABGtTLhuCBgEQAAEQAAEQMJCAu99gNjBVUwwFwdoUy2T6INv29qcN2/eqyoOF2vULk1W1dadGSoL1zVt3yGdENGWu3iKEzdWWF02LpQrln5ZNg2XImMmzBGGZj27vvEkzJkVQ8WJFhT+rlX5ZzvYLm0AZmWvFeVInhtHgfl004bt89Rr18RtN2/ccFvtJZeTrN/4QKl2v37ZHbLNxcQq91byB6rk27dxPrXv6ie1tCdZaRF97k6dlrCDfkFixySj/Dyg6eIiVEK6WteokJQ3lBGtbFahtzSHlUalCecqcMTFH5XBHuWnpr0VQViNYu3J/MWct8UvP/9cb16EFKePp6bJlVG0L6T6UE6yl56AWidsSBFex7uYTQufOXxTjgmCtaonQCARAAAR0E3D3618I1rqXFh1BAARAAARAAARAAARAAARAAARAAAQMIgDB2iCQGAYEPIEABGtPWEXkAAIgAAIgAAIg4AgBd7/B7EhuZuwLwdqMq2aumNVUrpZmZMZK1kqCNecorSS9fEY8dXm7peyCSmXSxLGBFDCot9hWrfT73Y+XqKdvGHEFbT6klbDV7qa79+5RaEyykIPlkEqgUnmzcd0atHBaDD3/bDm105A0XluCtVTEbt+qKWUkj9NUlZuD2rnvCLXoMkiMTyqy8wdqWatOUtJQTrDesSKdmjesrXpIOZF+cWos9Xi3tdUYWgRpucm19NciKKsRrF25vzh3LfFLz3+f3p1ocvQIKlzoMVVrKO0vJ1hLq+Brlbg5kN9v3hIeglizOUuMC4K1qiVCIxAAARDQTcDdr38hWOteWnQEARAAARAAARAAARAAARAAARAAARAwiAAEa4NAYhgQ8AQCEKw9YRWRAwiAAAiAAAiAgCME3P0GsyO5mbEvBGszrpp5Yt57+Dg17vCBroD3rJpNjepU19U3NzqpEaylguTwgT0pPmI4FSxQIEfILHe26+NPLM7KVSNWK/1K59QjPVuCk1bZ5SrYSVFBVOixgkITqaysR3qWCqC2BGtpLE3q1aS2bzSm/PnzaVr+ny5fpamzl4p95KRVtaw1TZytsVSwrvnqy7QkLY4qv/S86iEfPHgoVDuPS54t9okd5UdckTv7oUWQlptcS38tgrIawdqV+4tz1xK/9PwfOqA7cRXyxwrmPLfluKoRrL/auJM6DggUu2uVuLnjP//epaCoJJo2Z5k4DgRr1acZGoIACICALgLufv0LwVrXsqITCIAACIAACIAACIAACIAACIAACICAgQQgWBsIE0OBgNkJQLA2+woifhAAARAAARAAAUcJuPsNZkfzM1t/CNZmWzFzxaunerUlQ7NVsVYjWN+8dYd8RkRT5uotQpoNalejRdNiqUL5p60W9tGjRxQzeZYgzPLRr9vblBIbSo8XLSy2Uyv9SiVRW8Kymp0lzVEqWCt9rmYOqWxsK16pkKtmbDVt5ORmtazVjC/XRppzq2b1hcrfZUqV0DSkGklZiyAtN7mW/loEZTWxu3J/ce5a4lcjSNtbTDX95y1bQ/0/jhSHkZ5/ajeLlDUEa7Xk0A4EQAAE9BFw9+tfCNb61hW9QAAEQAAEQAAEQAAEQAAEQAAEQAAEjCMAwdo4lhgJBExPAIK16ZcQCYAACIAACIAACDhIwN1vMDuYnum6Q7A23ZKZKuDKTbvQ2R8u6or55RfL05msFbr65kYnNYI1x5WUvpACxyaKIa6ck0jvtm5uFfL1G39QP/8xtH7bHuHnqRPDiGXK7Ida6deZgrVUfnalAOvJgrVeCV4q4I4b6UsRAT5W+0aLIC13Hmnpr0VQhmC9jvoOixCRy62dGkZqvvsgWKuhhDYgAAIgYBwBd7/+hWBt3FpjJBAAARAAARAAARAAARAAARAAARAAAX0EIFjr44ZeIOCRBCBYe+SyIikQAAEQAAEQAAENBNz9BrOGVDyiKQRrj1hGt00if/kGdP/+A13x5cuXl+5d3K+rb250UitYHz52mjr0D6ArV68LYQYM6k0Twv2pQP78Ytgsprbr40+37/xFlSqUp8wZE6lGlUpWabmDYC2trA3BWt/OU1u1W2n0tIwV5BsSKzaDYJ2TmBbWWgRxNRWo7a2fmv4QrJXOAHwOAiAAAu5JwN2vfyFYu+e+QVQgAAIgAAIgAAIgAAIgAAIgAAIg4E0EIFh702ojVxBQIADBGlsEBEAABEAABEDA2wm4+w1mb1sfCNbetuKuzReC9XgqVaK4FfSbt+6Qz4hoyly9Rfh547o1aOG0GHr+2XLCnx89ekQxk2dRRPx04c9SidkymDsI1lxVOykqiAo9VlAIKzcFazmZ2Kjdrpa13vmk0m+rZvWFPVGmVAlNQ6oRcLVUoJabXEt/LYKymthdub84dy3xqxGk7S2mmv7SCuXS80/tZkEFa7Wk0A4EQAAEjCHg7te/EKyNWWeMAgIgAAIgAAIgAAIgAAIgAAIgAAIgoJ8ABGv97NATBDyOAARrj1tSJAQCIAACIAACIKCRgLvfYNaYjumbQ7A2/RK6dQKVm3ahsz9c1BXjyy+WpzNZK3T1zY1OaitYc2xJ6QspcGyiGObKOYn0buvmwp+v3/iD+vmPofXb9gh/npEQQQN7dcyRklrpV1oxWyp0a2EljXvogO6UEBlAjxUsIAwjFVLbvN6IFqTklMztzclVu/3CJlBG5lqhma0x4pJnU1hcijiUNBYteSm1VctaaRxbn0sF65qvvkxL0uKo8kvPqx7ywYOHgpTPXCxH6sQwYgk3+6FFkJabXEt/LYKyGsHalftLbj/bE5rVCNL2FlNN/yVfbaSevmHiMD69O9Hk6BFUuNBjqvfJP//epaCoJJo2Z5nYJ2vlTGpSr6bqMdAQBEAABEBAGwF3v/6FYK1tPdEaBEAABEAABEAABEAABEAABEAABEDAeAIQrI1nihFBwLQEIFibdukQOAiAAAiAAAiAgEEE3P0Gs0FpmmYYCNamWSpTBjokJI5SM5brit23X1eaPnGUrr650UmLYC2VngMG9aYJ4f5UIH9+QVJu18efWDSuUqkCLUufSFUrv5gjJbXS74WfrlDvoeG059AxYYzHixamjYtSqGGd6powyYmZsaP8aJT/B+I43373I703OJSOn/5O+JkeUfjy1WvUx280bd9zWBjDlmAtlU3bvtGYMpLHUemST2jKS01jtazVjCXXRipY61kjaWV0nmfj4hR6q3kDqyml+0HrGu07fJxa9/IT9qfSGhstWLtyf3FuWuJXI0jb2x9q+kvZv964jvAAw9Nly6jeenL7BIK1anxoCAIgAAK6CLj79S8Ea13Lik4gAAIgAAIgAAIgAAIgAAIgAAIgAAIGEoBgbSBMDAUCZicAwdrsK4j4QQAEQAAEQAAEHCXg7jeYHc3PbP0hWJttxcwV797Dx6lxh/8JuFqi37NqNjXSKAFrGd/otloEa6nkaBElyz1ZmmImzxIqEfMxoEcHmhoTTEUKF8oRrlrpV1oRmgeSq2ysxEMqPnP77JW3+c+/37wlVN9eszlLHE7aRmme7II5t7UlWEsl9XJlS9OXsxKofq2qSlNYfb5i7VYa/9lMev7ZclS7+iuCzN6+VVMqWOA/Vbn5UMta08TZGksFaz1rdPLMD9R9UAidPndeGNmWOC3NpXqVirQ0bQK9UvEFVeFLxXZ7grYWQVlNBWtX7i+GoSV+NYK0PcBq+kvPQT17/tjpc9TNJ4TOnf/fmwUgWKva+mgEAiAAAroJuPv1LwRr3UuLjiAAAiAAAiAAAiAAAiAAAiAAAiAAAgYRgGBtEEgMAwKeQACCtSesInIAARAAARAAARBwhIC732B2JDcz9oVgbcZVM1fMeqpYm616Na+IFsGa2yelL6TAsYniYnK14VrVKguC8vpte4Sfz0iIoIG9OsouuBbpVzrXu62b0+eTRtOTpUuq3kzS/OTE2kePHlkJ4jz44H5dKCkqiAo9VlBxrgcPHlJUYjqxbGs5bAnWLNsODIymL9ZtE9uGDf+QokYMpnz58irOxQ1u3f6T/EfH07xla8T22auJW36ohbWqiSWN5ARre3K9dA7mzmscFJUkfmSrv1wuO1akU/OGtRVDv3vvHoXGJAtzWQ5XCtau3F+cn7sJ1nL8IwJ8KDJwEOXNm0dx/ZjfjIVf0qCRMVZtIVgrokMDEAABEHCIgLtf/0Kwdmh50RkEQAAEQAAEQAAEQAAEQAAEQAAEQMAAAhCsDYCIIUDAUwhAsPaUlfSOPLRKIt5BBVlKpQytrxUHQRAAARBw9xvM3rZCEKy9bcVzJ9+2vf1pw/a9qiZnoXb9wmRVbd2pkdbfnaUVmEf5fyBUa+7Q/xPiqtNVKlWgZekThYrKcocW6Vda3ZjHS/80nHx6dyIZqSbHdD//8qsgfm/bfUj8bPjAnhQfMdyq0jN/eODoSer0YRBduXpdaPt40cKU+Xk8tW7RUHG5uLpuT98wsQozd7AlWLMsOmXmYvpkTII4Llehnjs5ilo0UpaFudPilRtp0MjxAm9LrIumxQoVrLMfWlgrJinTQE6wZm4ZydHUsU0LxSG5anWvIeH0zamzYtvlM+Kpy9stc/SVq2ieEBlALJYr7QW59XGlYO3K/cVzuZtgzTFtyTpAnT8cIe5Z/p5YnBpLNapUUtwnXLWaz+P9R05YtYVgrYgODUAABEDAIQLufv0Lwdqh5UVnEAABEAABEAABEAABEAABEAABEAABAwhAsDYAIoYAAU8hAMHaU1bSO/LQKol4BxXXZPnw4UPasfcIfffjJfqoT2fXTKpyFjMI1u7MTyVmNAMBjybg7jeYPRq+THIQrL1txXMvXzWVrM1YudpCVOvvzjdv3SGfEdGUuXqLMASLxC88V47SMlYIf1aqYKxF+v337l0KnzCNElLnixug5BPFKCUulHq8+5Zdsfbab78LlZEzMteKfVlkXpAynprUq5ljQ8nN1aB2NUqJDaE6NarY3IAscfuNmkgrN+ywamNLsOZGP166TH2HRQgirOVQMxe3PfHt9wL/7LJp9w6tKC0+jEoUL2YVgxbWes4wOcGax+FcZkyKoGqvvKSJm70K5XJVoHme2UmRgtRv67C1Pq4WrF25v9xRsJarus4SfkpcCD3z1JM210/uPLY0hmCt56xFHxAAARBQT8Ddr38hWKtfS7QEARAAARAAARAAARAAARAAARAAARBwDgEI1s7hilFBwJQEIFibctm8NmitkojXgjIwcRYevv3uR5owdY7wqvJxI32JX/vsToc7C9Zm4OdOa4lYQCC3CLj7Debc4pJb80Kwzi3y3jnv3sPHad7S1bR190H64eLPAoQXyz9DLZvUo/ffe4ca1aluWjB6fndOSl9IgWMTZXOePzWa+nRpZ5OHVulXrnotV0ke2r87Bfn2pTKlSljNxQ+sZR34msLiUqwEZm40Idyfggb3pXz58srGxxWVPwiIspKXK7/0PI0J/Ii6tm9pVfWa5zn49SlB4s4uSlsGtidYcxtpFWr+GQvgPBfL40UKF7KKkQXd5Wu20rjEz+nM9xfEz+xVv9bKWusmtiVY8zjMjStMM4fsvG1xK1e2NM1PjqaWTevZDIM5t+vjL1ZB5oZcYTwubBjVqlbZSri/f/8BbdtziMInpAjrJD1cLVjz/K7aX+4oWHP+HFcfv9F04acr4nLwww6xo/yoaf3XKE+ePOLPeZ8cOf6t8IDFxh37ZPcEBGutZyzagwAIgIA2Au5+/QvBWtt6ojUIgAAIgAAIgAAIgAAIgAAIgAAIgIDxBCBYG88UI4KAaQlAsDbt0nll4HokEa8EZWDSXMHww8AoUXaAYK0Nrhn4acsIrUHAMwm4+w1mz6RuOysI1t624sjXWQT0/O58+Nhp6tA/gK5cvW4Vlj1p1dJQj/TLb0jp/3GklZjJ47Fo3aTea9S4bg0qUCA/Xfz5F9qy64CVgGyZd+iA7hQ/engOcVnK1dZcLAy/2aw+lX/mKeIcNu/cT0dPnLG5LEqCNQvACWnzKTQmOccYXKWb53qt6suUN29eIe+1W3bL5j8xfDgN6tuF8ub9n5zqCGst+0wqWDdrUEuoWj19bqY4DHN7t00LKlWiON2+8ydt3nXASmC3rGPsqGHEleBtye/czp7Q/WbT+tSiUW2b+4DX/7GCBSgxbYEQW24I1jyvK/aXuwrW/FDplJmL6ZMxCTm2GQvyrZo3EPaJ3Pn1ZOmS9Pc//1jJ9RCstZytaAsCIAAC2gm4+/UvBGvta4oeIAACIAACIAACIAACIAACIAACIAACxhKAYG0sT4wGAqYmAMHa1MvndcHrkUS8DpLBCUuZQ7DWBtgM/LRlhNYg4JkE3P0Gs2dSt50VBGtvW3Hk6ywCen53vnnrDvmMiCZ+SCz7MbhfF0qKCqJCjxW0Ga4ewZoH23f4OA2P+FS2GrE9Nixhf+zTi0KHDVCUq3kclkDXb9tLQ0LjcgjNtubhOQIG9REE7zlLVgnNlARrbsOSdWrGcgqLm2oljqpZa55TSUrWy1rN/NxGKjxzzp+NC6LYKbMoI3OtqmFYJk8cGyhUPbcnV1sG44rmw8LibVY1lpv0oz6dherlKbOX0phPU4UmuSVYu2J/uatgbdnzSekLKPqzGar3PK/VuGBfmjZnGW3YvldcYgjWqk4xNAIBEAAB3QTc/foXgrXupUVHEAABEAABEAABEAABEAABEAABEAABgwhAsDYIJIYBAU8gAMHaE1bRe3LQI4l4Dx3nZGoGQVgqmKipsOgcWjlHNQM/V7HAPCDgzgTc/QazO7NzRmwQrJ1BFWN6IwG9vzsnpS+kwLGJVsjmT40WRFl7hyPS77XffqfPPl9EqfMy6cYftxSX6523mlHY8A+oYe3qJCPh2O3/46XLFDkpjeYtW2O3HVdoHh8ylNq1bExBUUmUlrFCaK9GsOZ2LNxyJezxn82kL9ZtU8yJG3BeUSMGE1f9tZeXI6zVBCInWC9IGU8F8uenCVPnUPKsxXYlWrV5SGPhfZCQOp+mzV1md3yWt0d/4kO+73cVpP/opBm5LlhbcnHm/nJnwZrzf/jwIW3dfUh4sODg16fsbrXO7d6gpKhAKlqkMPXxGy0K1vyAwcZFKdSwTnU1WxVtQAAEQAAEdBBw9+tfCNY6FhVdQAAEQAAEQAAEQAAEQAAEQAAEQAAEDCUAwdpQnBgMBMxNAIK1udfP26LXK4l4Gycj8zWDIAzB2sgVx1gg4J0E3P0Gs7etCgRrb1tx5OssAnp/dz587DR16B9AV65eF0JT+/CaEdLvr9dvCIImV7P95uRZQVDm4/lny1HNVyvRG03qCoIzy8958uTRjY5F0FNnz9OSrzbSjr1H6OuTZwShl+dpULsasfz5dssmVOzxIrLVnFk2LlWiuKr5ea4fL12hrzbuEOY6fe48nfn+gphX1covUotGdajDW81U52UEa3vB2xKsOWcWx7/97kda+MV62rzrgFCBnA+Wwps1qEXvvfsWNahVTVXVarkYePwLP12hpas209asg3Tw65OCdG/ZA+1bNaVObV+nJ0uXFLu7k2DNQTlrf7m7YG1ZEN4/u/YfpZUbdtDeQ8fE89iyR3p2ai3sET6H3flaTtUJjkYgAAIgYEIC7n79C8HahJsKIYMACIAACIAACIAACIAACIAACICAhxGAYO1hC4p0QMARAhCsHaGHvq4moFcScXWcnjQfBGvHVtMM/BzLEL1BwDMIuPsNZs+grD4LCNbqWaElCIAACIAACJiZwOWr14QK1tv3HBbSqFOjCi1OjaWKLzxn5rQQOwiAAAi4NQF3v/6FYO3W2wfBgQAIgAAIgAAIgAAIgAAIgAAIgIBXEIBg7RXLjCRBQB0BCNbqOKGVexCAYO36dTCDIOzOVc/MwM/1uwozgoD7EXD3G8zuR8y5EUGwdi5fjA4CIAACIAAC7kKAq6G/NziUjp/+TgiJK9RrqRDvLnkgDhAAARAwEwF3v/6FYG2m3YRYQQAEQAAEQAAEQAAEQAAEQAAEQMAzCUCw9sx1RVYgoIsABGtd2NAplwhoFayl7bNWzqQm9WoK0d+//4D2Hz1BS7/aRAe+Pim+2ppfN86vLu7Y9nXxteBK6dp7hTb3vfjzL7R45UbauH0fHfj6hM3XjyvNw5/z68R7DB5F35w6KzRX+8p2y9hq+md/xbZSTIP7daGkqCAq9FhBpaaaPuf14VfC86vUpa8e59eC9+7cll6p+ALxTRdHBeu79+7R1yfO0va9h4VXWGd/bTsHzXuiSqUK1KJRbVWvpDean9HxaVoINAYBLyHg7jeYvWQZxDQhWHvbiiNfEAABEAABMxLg6+CQ8VOE66da1V8Rrps6tmlBpUs+oTqdFWu3UlefYLH90AHdKSEygB4rWED1GGgIAiAAAiCgjYC7X/9CsNa2nmgNAiAAAiAAAiAAAiAAAiAAAiAAAiBgPAEI1sYzxYggYFoCEKxNu3ReGbhRgvXXJ89SRPx0Wr1pl12OJZ8oRuNG+pJPn05UsIDtG7y2BOuiRQrRjAVf0phPU+nGH7dszsXzjP7Eh3zf76ooKqsRpO0lpaa/0YKwls366NEjQayOnJRmd30eL1qY/D/sSaHDBhALyPxa6Q3b9wpTqZXO//zrb5qzZBUlz1oiiOtqj3feakZRIwYLIr7MTR8yip+z4lObJ9qBgDcRcPcbzN60FpwrBGtvW3HkCwIgAAIgEwcsKQAAIABJREFUYFYC0muf1IlhxA/hqjlu3f6T/EfH07xla8TmWvqrmQNtQAAEQAAEchJw9+tfCNbYtSAAAiAAAiAAAiAAAiAAAiAAAiAAArlNAIJ1bq8A5gcBNyIAwdqNFgOhKBIwQrC+eu03ChybRBd+uqI4n6XBxz69KCZ0KBUpXEi2j5xgPStpDM1duprC4lJUz9Ov29tCta4ypUrY7KNGkLY3oZr+RgnCqhP/b0OuWs1rHDg20a6Qnn3cIf27UfDQ98k3JE6TYH3u/EUaFhZPG3fs0xqm0J6l+JS4UOrx7ls5REAj+DkzPl0JoxMIeDgBd7/B7OH4c6QHwdrbVhz5ggAIgAAImJWA9Bqd3zY0Y1IEPfVkKbsp8bVfQtp8Co1JFtvxW4OWpU+kqpVfNCsOxA0CIAACpiDg7te/EKxNsY0QJAiAAAiAAAiAAAiAAAiAAAiAAAh4NAEI1h69vEgOBLQRgGCtjRda5y4BRwXr0Z8MpIzMtaJczVWQm9R7jRrXrUEFCuSniz//Qlt2HZCtZjx/ajT16dJOFoBUsG7VrD61eb0RjYyeLLZnIZdvNlet/BLdvXuPduw9QluyDuQYj1+JHD96uE2ZW40gbW+V1PRfszmLTpz5XhjmxLff0/zla8Uh336zCTVvWFv8c/lnnqKu7VtSgfz5HdocXLl60ZcbyDcklm7f+ctqLH7V9LttWlCpEsXpt99v0uad+4Uq15aDJWuOc9f+o8KPlCpYX712gwYHx9DKDTus5uE1qvdaVapbswo9XrSI8Bnvib2HjlnNZ+lkax5H+Tk7PocWCp1BwEMJuPsNZg/FbjMtCNbetuLIFwRAAARAwKwEpNeXnAe/8Scy8COqXf0VypMnT47Urly9TpNnLKJpc5dZXfvxdXDg4L6UN2/OPmblg7hBAARAwB0JuPv1LwRrd9w1iAkEQAAEQAAEQAAEQAAEQAAEQAAEvIsABGvvWm9kCwJ2CUCwxgYxEwFHBWtLrixWD+3fnbgydbmypa0Q/Hv3Li38Yj2NiPrMqopy53Zv0MzECCpRvFgOZFLBOnsDy1xBvn2tKlOzUPzdj5coZHwyfbFum9WY9m4sqxGk7a2p1v5S5uNG+lJEgI/h2+bY6XPU0zeMTp87L47NYjVX9GZZPV++vOLPHz58SEeOf0vhE6bJVqC2J1g/ePCQ4qfNtaoszms0JuAjGtS3CxV7/D9idfaD1+rkmR9ozKepOdaK4wsY1DtHFWtLf638XB2f4QuJAUHApATc/QazSbHqDhuCtW506AgCIAACIAACLiXA10pTZi6mT8Yk5Ji3VrXK1KhuDeKHcvngh2X5odh9h4/naNv/vXeEaz9+qBYHCIAACICAcwm4+/UvBGvnrj9GBwEQAAEQAAEQAAEQAAEQAAEQAAEQUCYAwVqZEVqAgNcQgGDtNUvtEYkaIVizTDstLpR6d24rW02LQclVU+Z+6xYkU5N6NXOwtCVYc5+kqCDq3/0dK0E4+wBcrTkkZgpNn5sp/tjeq5G1CtLSYLX21yoI69loLLWzLJ2QOl/s3qB2NeHV0tVeecnmkLYqPdsTrM9fvEy9hobR/iMnxHHTPw0nn96dbErSloZ/3LpNw0d/KlRBtxz9ur1NKbGhxGstd2jl5+r49KwX+oCAJxJw9xvMnsjcXk4QrL1txZEvCIAACICAmQnw9XB8ylwam5CuKw1+i1N08BDiNwrhAAEQAAEQcD4Bd7/+hWDt/D2AGUAABEAABEAABEAABEAABEAABEAABOwTgGCNHQICICASgGDtWZth7+HjNG/patq6+yD9cPFnIbkXyz9DLZvUo/ffe4ca1alu6oSNEKy5knRM6FAqWKCAXRa/37xFAwOjrSoWz50cRe93b5+jny3Bmm8Shw4bYFOutgz0y6+/kc+IaFqzOUsc21ZlZK2CtDRYrf21CsJ6NhhXh+4+KESsXs2ycubn8dS6RUPF4bjida8h4fTNqbNiW3uC9Vcbd1LHAYFiW3uVyeUm37RzP7Xu6Sd+1KpZfVo4LcaqOnn2flr5uTo+RcBoAAJeQsDdbzB7yTKIaUKw9rYVR74gAAIgAAJmJ8BvGdq6+xCFxU2lg1+fUpVO9SoVaZT/B9Tl7TcUr89VDYhGIAACIAACqgi4+/UvBGtVy4hGIAACIAACIAACIAACIAACIAACIAACTiQAwdqJcDE0CJiNAARrs62Y7XiHhMRRasZyuwn59utK0yeOMm3SjgrW9qpQS6E8ePCQIuKnU1zybPGjcSN9KSLAJwc/OcGaKzAvmhZLFco/rYq3NLe2bzSmjORxVLrkE1b9tQrS0sm19tcqCKtKVtIoLWMF+YbEij8d0KMDTY0JpiKFCykOx9XGk9IXUlBUktjWnmDNN/u37TlER49/Sz/+dIUGvNeBBvfrojiPpYGz+bk6PtWJoyEIeDgBd7/B7OH4c6QHwdrbVhz5ggAIgAAIeAqB+/cf0NETZ2j9tj2078hx4odpL/x0RUiPK1TXe62q8FYovt6tVa2y4sPInsIFeYAACICAOxFw9+tfCNbutFsQCwiAAAiAAAiAAAiAAAiAAAiAAAh4JwEI1t657sgaBGQJQLD2jI3Rtrc/bdi+V1UybV5vROsXJqtq626NHBWsX29chxakjKeny5ZRlZpU/NUiWLOIHRk4iPLmzaNqLr7p3HtoOO05dExoX65saVo1N4nq1Khi1V+r4CudXGt/ZwvWcnJ66sQwTdLzsdPnqJtPCJ07f1FI155grWox7DRyN36Orq+jPNAfBDyFgLvfYPYUzmrzgGCtlhTagQAIgAAIgAAIgAAIgAAIgIA2Au5+/QvBWtt6ojUIgAAIgAAIgAAIgAAIgAAIgAAIgIDxBCBYG88UI4KAaQlAsDbt0omBq6lcLc3SrJWsHRWsfXp3osnRI6hwocdULbxauVhOEt64OIXeat5A1Tzc6K+//6GPIybRjIVfin0Wp8ZSj3dbW42hVfCVBqC1v1oGqhOVNLx89Rr18RtN2/ccFj6xJZbbG//3m7eon/8YWrM5S2gGwXoUfXPqrNNZ6F1z9AMBdyTg7jeY3ZGZM2OCYO1MuhgbBEAABEAABEAABEAABEDAmwm4+/UvBGtv3p3IHQRAAARAAARAAARAAARAAARAAATcgwAEa/dYB0QBAm5BAIK1WyyD7iD2Hj5OjTt8oKv/nlWzqVGd6rr65lYnRwXroQO6U0JkAD1WsICqFNTKxVLBunqVirQ0bQK9UvEFVfNYGkUnzaAxn6aKfeQqZmsVpKUBaO2vloGmRLM1/va7H+m9waF0/PR3wk+5YjeL5RVfeE71kP/8e5eCopJo2pxlQh+jBeu79+7R9z/+JEjgy9dspS1ZB8TYlOZyNj8OxJH4VENGQxDwcALufoPZw/HnSA+CtbetOPIFARAAARAAARAAARAAARBwFQF3v/6FYO2qnYB5QAAEQAAEQAAEQAAEQAAEQAAEQAAEbBGAYI29AQIgIBKAYG3uzaCnerUlYzNWsXZUsJYTlu3tALVyrFSwbtWsPi2cFkNlSpXQtMHSMlaQb0is2GeU/wcUHTyE8ubNI/5MqyAtDUBrf7UMNCWarfHug99Q044DxZ+0eb0RLUgZT6VKFNc0ZHY5XUl6lhv44cOHdPP2Hbrw0y907bff6cS339Ox0+fom5Nn6eiJMzZjUZrLKH7Oik8TZDQGAQ8m4O43mD0YvWxqEKy9bcWRLwiAAAiAAAiAAAiAAAiAgKsIuPv1LwRrV+0EzAMCIAACIAACIAACIAACIAACIAACIGCLAARr7A0QAAGRAARrc2+Gyk270NkfLupK4uUXy9OZrBW6+uZWJ7MI1nolYWl+g/t1oaSoICr0WEERuVZBWrpWWvsbJQjb2jO5KVizGM9VqWcv+Yq27DpAN/64pXlrO1OwdkV8mhNGBxDwUALufoPZQ7HbTAuCtbetOPIFARAAARAAARAAARAAARBwFQF3v/6FYO2qnYB5QAAEQAAEQAAEQAAEQAAEQAAEQAAEbBGAYI29AQIgIBKAYG3uzZC/fAO6f/+BriTy5ctL9y7u19U3tzpBsCbSKkhL10prf08UrLka9Nbdhygsbiod/PqU6u1c8oliVKvaK3Tq3A905ep1oZ8zBGtXxqc6eTQEAQ8n4K43mI8cOUK1a9f2cPo504Ng7XVLjoRBAARAAARAAARAAARAAARcRMBdr38t6UOwdtFGwDQgAAIgAAIgAAIgAAIgAAIgAAIgAAI2CUCwxuYAARAQCUCwNvdmgGDdiBakjKdSJYrLLqSjcrDa/lxpOCAygdIy/lMRXG8F66T0hRQ4NlHMZdxIX4oI8LHKTasgLQWjtb9aBnrPJFdXsOYHElIzlgty9e07f9kM+/lny1HVyi9SrWqVqU6NKsJ/ny1Xlr6/8BP1GDyKvjl1VuhrtGDt6vj0rhv6gYCnEXC3G8ybNm2isWPHUpcuXSgoKMjTcCvmA8FaEREagAAIgAAIgAAIgAAIgAAIgIAuAu52/StNAoK1rmVFJxAAARAAARAAARAAARAAARAAARAAAQMJQLA2ECaGAgGzE4Bgbe4VrNy0C5394aKuJF5+sTydyfqPEGyWwywVrFnIXZwaSxVfeE412kePHlFU4ucUlZAu9kkcG0gBg3pbjaFVkJYGoLW/swVrrfHIAX3w4CFFxE+nuOTZwsf2pOetWQepr3+EWIGa23Nl6l6d29I7rZpStVcq0pOlS1CB/Pll105rvFr5uTo+1RsUDUHAwwm4yw3mzZs3C2L17t27qXTp0nTx4kUqVKiQh9PPmR4Ea69bciQMAiAAAiAAAiAAAiAAAiDgIgLucv1rK10I1i7aCJgGBEAABEAABEAABEAABEAABEAABEDAJgEI1tgcIAACIgEI1ubeDENC4oRqvHoO335dafrEUXq65lofswjW5cqWplVzk4TKx2oPrqbsFzaBMjLXil1Wzkmkd1s3txriwk9XqPfQcNpz6Jjwc6UKytL59x0+Tq17+YnVm5X6axWE1eZraXftt9+FfDbvOiD86PGihWndgmRqUq+m6qGk7Gzl9Odff9Ow8Hias2SVODbPkxYfLlSrVnM4U7DOjfjU5Iw2IOANBHL7BvOWLVsEsTorK0vEHR8fTyNHjvQG/DlyhGDtlcuOpEEABEAABEAABEAABEAABFxAILevf5VShGCtRAifgwAIgAAIgAAIgAAIgAAIgAAIgAAIOJsABGtnE8b4IGAiAhCsTbRYMqHuPXycGnf4QFcSe1bNpkZ1quvqm1udzCJYM58ZCRE0sFdH1ajUiru//X6T+viNpg3b9wpjV69SkZamTaBXKr6gaq4lX22knr5hYtvcFqz/+fcuBUUl0bQ5y8SY5Cp320tOLbtjp89RN58QOnf+P1XfWebO/DyeWrdoqIodN9q57wi16DLIKfxyIz7ViaMhCHg4gdy6wbx161ZBrN61a5cVYW+uXs0gIFh7+AmH9EAABEAABEAABEAABEAABHKNQG5d/6pNGIK1WlJoBwIgAAIgAAIgAAIgAAIgAAIgAAIg4CwCEKydRRbjgoAJCUCwNuGiSULWU8XajNWrOW0zCdYDenSgqTHBVKRwIVWbbOaileQTFC22tdVfKlhzhx0r0ql5w9qK89y9d49CY5IpKX2h2Da3BWu5deWq3Z9PGk1Pli6pmBM3kLKzldOmnfupdU8/cczGdWvQwmkx9Pyz5VTN8+jRI4EdC+GWw0h+uRGfqsTRCAS8gICrbzBv27ZNEKt37twpS3fChAkUEhLiBeTlU4Rg7bVLj8RBAARAAARAAARAAARAAAScTMDV179a04FgrZUY2oMACIAACIAACIAACIAACIAACIAACBhNAIK10UQxHgiYmAAEaxMvXrbQ2/b2FysaK2XU5vVGtH5hslIzt/zcTII1V0fOSI6mjm1aKLL88dJl6jssgnYf/EZsu3xGPHV5u2WOvrfv/EV+YRMoI3Ot+FlCZAAFDOqdo+KntDNXSObq1afPnRc/MlIQVkzURoPzFy9Tr6FhtP/ICbFF+qfh5NO7k2JOP//yK/XzH0Pbdh9SzOmrjTup44BAsV2dGlVocWosVXzhOVWhO5tfbsSnKnE0AgEvIOCqG8y2KlZnR1yqVCm6ePEiFS5c2AvIy6cIwdprlx6JeygB6QOCSr9/asXg7PG1xqOl/f37D4h/x+S3pOzYe0T4PZ3fzmI5alWrLDwM2KhuDWpSrya9VvVlVQ9wyj1Y2aB2NVo0LZYqlH9aS4iKbbdkHaDOH44gvk7ho1zZ0vTlrASqX6uqYt/sDaQsLvx0hY6eOCM2aVinuvDWnqb1X6NWzerTc0+XpTx58miaw5WN5R6MVTt/ySeKUc2qL1Pxx4sKa/96ozr0WrWXqUD+/GqHIEfmVz3JfxsafU7bmz86aQaN+TRVa4g52vN+eqpMKar32qvUuG5N4b9qH462DGZULHLJzJ8aTX26tHM4TyMH+POvv+nrk2eFf7fYe+gYSc9R/q6qVOE5qlX9FeE8bVi7muqHpqVxyu1f/reVtPhwKltG3YPYtnLn+Jt2HCh+zP9GtiBlPJUqUVy2i/TfobQwrfzS81SxwnPUoFY14nm0nsda5kJbENBCwFXXv1piyt4WgrVecugHAiAAAiAAAiAAAiAAAiAAAiAAAiBgFAEI1kaRxDgg4AEEIFh7wCL+NwU1lazNWrnaskpmEqw5ZpYYUmJDiEVeW8e1334XKiJnF6btVXDmKsoxk2dRRPx0cUieZ3ZSJFWpVMHmPCwi+42aSCs37LBqo3QzXMp8lP8HFB08hPLmNU5m4JymzFxMn4xJEGPjm7PTJ4yitm80silZs8QREjOFps/NVJXTvsPHqXUvP1H+4E4ZyeOEG9cyN2+sxjx55gcaHBxjJcFzg+pVKtLStAmC7CF3aOGXG/F5zjcgMgEBxwg4+wZzVlYWjRo1ivi/SkdcXByFhoYqNfPozyFYe/TyIjkvJKBXgP737l1avSmL8ufPR/z7sa1D7/i5uRQsKs5ZsoqSZy2xEqqVYmLx9qM+nWnogO5U/pmn7DaXis/c2Ghp88GDhxSVmE4smloOrW/yuXL1Os1e8hWlz/9CEDbVHiwrhvj1pxaNarulaG204MzXR4P6dhbWv0ypEoqYjJ7f3oRK15SKwWpo4Cypmc+t0Z/4CIzVitbOisUZ56oGxFZNHz58KEjVU2ctpZUbttONP25pGuqdt5rRJx/1ohYN61C+fHlV97W1f+NHD6fAwX0d+vcIVwrW0oRZuB4T+BF1bd+SChYooJoHGoKA0QScff3raLwQrB0liP4gAAIgAAIgAAIgAAIgAAIgAAIgAAKOEoBg7ShB9AcBDyIAwdqDFpOI9h4+TvOWrqatuw/SDxd/FpJ7sfwz1LJJPXr/vXeoUZ3qpk7YbII1w7Z1A42lYq7INip2Km3csU9cF658nfl5PLVu0dDmWvENwXZ9/K1EYW4fFzaMuMpd9hsRXAlu255DFD4hhQ5+fSrHmEo3w6VVlVnmnjEpgqq98pKhe+nqtRuCwJxdALd1k5vZfffjJQoZn0xfrNumOieWN94fPoY27zog9mFRYXzIEOreoZXsDc5fr9+guUtX04Spc2zeTM5aOVOoKCh3aOGXG/EZuogYDARMTMBZN5hZqI6IiKDt27erovPEE0/QpUuXqGjRoqrae2ojCNaeurLIy1sJaBWgWejbc+gYTUyZS6s37VKUgrWOn5vrwL/H8jXbJ2Mmyf5urjY2/j15UuQn1LtzW5uS3vUbfwhvelm/bY84rFb5WSmey1evUR+/0bR9z2Gx6YyECBrYq6NSV2LJnKXq8Z/N0CxtZh/8w57vUkyoHz31ZCnFOV3ZwFmCM19ffjYuSKiGa+8hUWfNL8dQ6ZrSSO7OlJo5Tr4uTB4frKpKsjNjMfphCD1rwG/aipyURvOWrdHT3aoPi9afRnxs88Fk6QS29i9fv3O1aVvX32oCzU3B2hIfPygxIdyf+LscBwjkBgFnXf8alQsEa6NIYhwQAAEQAAEQAAEQAAEQAAEQAAEQAAG9BCBY6yWHfiDggQQgWHvgonpwSmYSrPnV2CzMWg6+Ef5ms/pCpbnbd/4UJN/9R07kWC2+yRY0uK/d6k5///MvBUQmUFrGihz932xaX6jiVqBAfrr48y+0ZdcBq6p4XO3usYIFKDFtgdBX6Wb44WOnqUP/AKtcWAJ/rWplKvRYQar0YnmKDfWjYo8XcXjn8SvRPwiIysGFb6K+3riOUKGb2WUd+Fp4hbqtw1ZOLLTMWPglDRoZk6Mrrw+/fttSiZpv6O7af5S4qnT2w/Lq6OwSyY4V6dS8YW3ZcLTwy434HF40DAACHkLA6BvMLFZHRkbS1q1bNRGKjY0VKl17+wHB2tt3APL3NAJaBej4afMoZPwUEYOSaKh1/Nziy7/rrd+2l4aExmmq1Gwv3thRfhQ4uI+sZM3zJaUvFN6WYzn49+ll6ROpauUXDcGwYu1W6uoTLI7FD2MumhZLFco/bXd8rlQdEJko+7Bk9usnvg7g4979+/TNybM2RWyWLdPiww3Lywg4zhSc+XosKSqI+nd/x+Z1ozPnl/JRuqY0gqdlDKnUzHukUoXnNFUx57dI8cPOtg6+ZuZKyUqVrD1VsOaHXJav2Uojoyfb/a6SslfiytfcqRPDhH+vUHqDlL3927ndG5QWH6aqkrvcGruDYM1xqd1nRp4/GAsELASMvv41miwEa6OJYjwQAAEQAAEQAAEQAAEQAAEQAAEQAAGtBCBYayWG9iDgwQQgWHvw4npgamYSrJemTaBlqzfTslWbVa0E3ySPHTWMfPt1VfXq3HPnL9KwsHir6tdKE1mqJKXMXkpjPk0VmivdDP/95i0aHBxrMw8Wn7mC1NNlyyhNr+pzFpL9wibKyue2BvjYp5fwimA10jhXygufMI0mz1ikKp7sjSzV8fgV5mFxKeJHcydH0fvd28uOp5Wfq+PTDAEdQMBDCRh1g1mvWM1YUb36f5sLgrWHnmhIy2sJaBWgpdKipwjWth4mbNagllDxmR/YK1PqCSpapLC4V/jByl9+/Y127jtCMxetFB4AlB4ZyeOoT5d2ssLisdPnqJtPCPG1g+VQW2FaacP+e/cuBUdPoSkzF4tNR/l/QNHBQ4TfzW0dtjhwJdd+3doLVblfq/YyFcif32oIlj5/ufYbLfpiAyXPWpJD/GS5e3ZSpPBQpjsccoLouJG+FBHgoxger/udP/+isz9cpHVbd9P85ety5MvXjyyr9urURlFWVZyQiKTn3eB+XQSJmx+qdafDqDjv3rtHB46epGlzltGiLzfkSFHNeWJULO7El9+AlZqxnMLiplq9MYtjzH6OVq9SUXZvMNdvv/uRlqzcRKnzMnM8FMFSNl8/s2Rt71B6QICruA8f2FPX3ndUsObq8fxvIKVKFLebA7O8/eef9MOFn2nN5izh3yBu/HHLqo/S32/utDcQi2cRMOr611lUIFg7iyzGBQEQAAEQAAEQAAEQAAEQAAEQAAEQUEsAgrVaUmgHAl5AAIK1FyyyB6VoJsE6a+VMqlGlEk2YOoeSZy3OcXMy+7Lw63KjRgymWtUqa7pByBWiElLn07S5y+yOzzdCR3/iQ77vdxVugma/EawkWHOc9qTnShXKU+aMiUKuRh1a8mJJwadPJ4pPmadaGmdhIXXectWvI+cbqCF+/YWbwHny5KGvNu6kjgMCxXSV5AOt/Fwdn1HrhnFAwMwEHL3BvG/fPho9ejRt2bJFN4bo6GhhDByU4+9CrsLqTgd+f3an1UAsnkjAEwVrlpH5IT/+3d1yWKoQ9+3aTrYCtXRtbVWVtff7PD+8Nyw8nuYsWSUO16/b25QSG0o8vyPHme8vUI/Bo+ibU2eFYXi8L2ZNIn6jjq3j6rUbNDg4hlZu2GHVhCVhrsb9wnP2K19bOrF0Hjx+MmVkrrUap3uHVkJl2xLFizmSmiF9HRGspQHw9dHYhHRBBs5+sKzKoidX8Hb0MIssbHScLMHOXbZaeEPU7Tt/iRhbNatP86aMI34zla3D6FgcXUNH+/PvWyyb+4bEWrHgc3to/+7EDzbb4yG3b/mNBJOmZ1h9pKYCtZJgzXs/8/OJVLfmq5rTdpVgLQ3sxLffk8+IaKuHydXsM80JogMIqCDg6PWviikcagLB2iF86AwCIAACIAACIAACIAACIAACIAACIGAAAQjWBkDEECDgKQQgiHjKSnpHHmYTrPlGN9+k5ApOC79YL1QtsryKuGGd6sQ30zq1fV0Qq1nc1XPw+PyK7aWrNtPWrIN08OuTQlUkvuFY89VK1L5VU2GOJ0uXFIfXKlhzR76pP2/ZGlq3dQ8d+PqE1Q3XjYtT6K3mDfSEb7OPrbxYFm9cryZ1eKuZVV56cvr1+g1atWkXbd65X1gXlkT4sLB7o0ldYrmaX2WcfX3OX7xMvYaGiTdGuUre4tRYu5K5Hn6ujM/QxcNgIGBCAnpvMLNYHRERQZs3q3tbgS00qF5tTQYVrE14EiFkEDCQgCcK1ifP/EDdB4UQV2+2HOmfhpNP706aHrDk35HXb9tLPXxDrX4fT4gMoIBBvWXHWrF2K3X1CRbnNeoBSa6o7RMULY7L0uTMxAibcjM/RBgcPZmmzl5qtVvGBg2iYL/+mislszwePH5KDulYD1cDt684lJGCNQ/Kkj6/sSf7m3T450ZJ5WaRhZ0RJ0vWkZPSKHbKLHH91Dww4IxYnLEX1Y7JFe97+oZZfU/xtfGnER9T1/Ytdf2bBbNNSJtPoTHJVmEonadKgrUjez+3BGuOmR8u6ecf4fR/T1G75mjnvQT0Xv+6ihgEa1eRxjwgAAIgAAIgAAIgAAIgAAIgAAIgAAK2CECwxt4AARAQCUCwxmYAAccJsCzAFa/SMlaIg3EFayMqiTkeHUYAARAAARBQIqCeLNzbAAAgAElEQVT1BjOL1WPGjKFNmzYpDa3q83HjxgmiNo7/EIBgjZ0AAt5NwBMF6yVfbRTERcuhJCPb2wFy1bDbvtGYMpLHUemST+Toyg9j9h4aTnsOHRM/SxwbKAjZeg+u9OsXNsGqgrTSmHJiYeDgPjQ+ZKhmudoS98+//Er9/MfQtt2HxFT4Gmz+1GjV1bD1MlDqZ7RgzfPZksqXz4inLm+3VArJ7udmkYWdFSfLxd18Qujc+YuqzxNnxeLQQursLPdvGiyZp04MI64wLyM7qp5Jbt8qVW6WO38a161h9T3GAXw2LoiGD+ypKb7cFKyv3/hD+M5av22PyI+r94/y/0A1TzQEASMIaL3+NWJOLWNAsNZCC21BAARAAARAAARAAARAAARAAARAAAScQQCCtTOoYkwQMCkBCNYmXTiE7VYEIFi71XIgGBAAARDQTEDtDWYWqyMjI2njxo2a57DVAdWrc5KBYG3Y9sJAIGBKAp4oWEtzYpkuOngI5c2r7y02W7IOUOcPR4hVUKtXqUhL0ybQKxVfyLHmDx48pKjEdOIYLIcjgjePcfjYaerQP4CuXL0uDMlvdFmWPpGqVn5Rds/9fvMWDQyMpi/WbRM/5zftzJgUQU89WcqhfSp9yxEPNiMhggb26ujQuI52doZgzTGxAMyC5v4jJ8QQB/ToQFNjgqlI4UK6wzaLLOysOPWsl7Ni0b2IDnSUfqfwUPwdFTpsAOXLl9eBkf/T9dA3p6jbRyHC27csh703YcmtB3/H8fnOD2tYDjVvk5IGn5uC9d1794Rq3knpC8Wwhg7oTvwWgscKFnCYMwYAAbUE1F7/qh3P6HYQrI0mivFAAARAAARAAARAAARAAARAAARAAAS0EoBgrZUY2oOABxOAYO3Bi4vUXEYAgrXLUGMiEAABEHAKAaUbzIcOHaLRo0fThg0bDJ9/7NixgrSN438EIFhjN4CAPgIs0kbET6e45NniAEpVhS0Nb966Qz4joilz9Raxb2TQIIoM/EixMqi0b81XX6YlaXFU+aXnhbGkopz0c7nfpe0RGDfSlyICfMQmSuPz5xu27xWkPJZSLYJfwzrViauodmr7OtWqVpny5NEnO6tZLamIqZatrbEtVakfPnpExYoWofz58xFXQa1RpZJsFxYK2/XxF4XscmVL05ezEqh+rapqwrdq8+jRI0EODIpKEn/OFWTjI4ZTwQLygqCcvGlE1WUOgCXv94ePoc27DojxGCEcawYj6aBH2FUzJ/OfMnMxfTImQWzO67lqbhLVqVFFzRCybcwiCzsrTj3r5axYdC+izo5cFT84eoqwryyH0ZXg5eYI//hD4u9zue9eufXgt4Tdv/+A+n8caSVqv9+9PSWPD6ZijxdRRSA3BWsO0FP2jSrYaOS2BJSuf3M7cAjWub0CmB8EQAAEQAAEQAAEQAAEQAAEQAAEQACCNfYACICASACCNTYDCDhOAIK14wwxAgiAAAjkJgFbN5hZrI6IiKD169c7JbyiRYvSlStXiP+L438EIFhjN4CAfgJfbdxJHQcEigP06/Y2pcSG0uNFC9sd9Mz3F6jH4FH0zamzYrtu77wpVBguXsz+d9Sx0+eom0+IUFmXj8H9ulBSVBAVeqyg8GclAdpZgnX5Z56i1HnLafxnM+jGH7fs5v/OW83o04iPZStA61+N//Vk6T0sLkX8gaMVpLXGJFdBmiumBgzqrSjQS+e6fuMPoYLy+m17xI/sydJyFVtfb1yHFqSMp6fLltGaSo72LBxPnrGI9hw6Rm82rU/NG9ail154lgrkz+/w2I4MoEfYVTvfyTM/UPdBIXT63HmxS+rEMOHc03uYRfp0VpyXr16jPn6jafuewyJC6cMcUrbOikXvGurtJ7ef9H4/2Ith1aadNGvRV9Tl7ZbCefrc02VtPthiS7BuUKsaTZg6R3iYKPuR/mk4+fTupOr7LDcFa7kHoZT2md51RT8QsEcAgjX2BwiAAAiAAAiAAAiAAAiAAAiAAAiAAAjYJwDBGjsEBEBAJADBGpsBBBwnAMHacYYYAQRAAARyk4D0BvOd1w4KVaXXrl2bm2Fh7v8SYHnOnQ78/uxOq4FYpASkorS0WrQtYlIxm9up7btgxTrqOyxCHFoqeuaGYJ0cM5I+X/AFZWSq/x7nitss6TVvWNvwjbVp535q3dNPHJeFd+bUq1MbVUKgEQGlZawg35BYcai2bzSmjORxVLrkE5qGl1aj5irg86aMI66iLHfIiauj/D+g6OAhlDev86qGa0rKCY2dKVjfvvMX+YVNsNrf0gcbtKZkFlnYWXFu3LGPun0ULFZ5Z36LU2Opx7utbaJ0Vixa187R9tLvhkoVylPmjIk2K+I7Op+a/rYEa66s/cuvvwlvXFizOUsciv++WjQ9hqpUqqA4fG4K1nIPu6yck0jvtm6uGDcagICRBCBYG0kTY4EACIAACIAACIAACIAACIAACIAACHgiAQjWnriqyAkEdBKAIKITHLqBQDYCEKyxHUAABEDA3ASkN5irfGTufDwtegjWnraiyMeZBOTESyV5i8+xqMTPKSohPUdoGxen0FvNG9gMWVqdWE7MUxKseYzla7bSxZ9/EebZue8Ird2yW5yzb9e3qdorL4l/rlb5JWrfqqn4Z+n4LPo+VaYUHT1xRmzz/LPliKsms3x39+49odrx7oNfW8mU3JjH5ardTz1ZytBlunL1Or0/fAxt3nVAHLfkE8Vo9Cc+NLBXRyr2eBFD55MbTFqlliXvL2ZNEqo+qz24+mpUYjqxWGo5WJQO//hDm6L4vsPHqXUvP03iqtp43LmdMwVrzltaFZ1F94XTYqhMqRK6sJhFFnZGnFev3aDBwTG0csMOkZ2aB0ycEYuuxXOgk9y/Zah984ED0yp2tSdYc+etWQepr38E8Xer5fioT2dKigqkIoUL2R0/NwVrqciv9ICKIig0AAGdBCBY6wSHbiAAAiAAAiAAAiAAAiAAAiAAAiAAAl5DAIK11yw1EgUBZQIQrJUZoQUIKBGAYK1ECJ+DAAiAgHsTgGDt3usDwdq91wfRuR8BaTVSJQH25q07QjXQzNVbciQTO8qPuNqwrePCT1eo99BwQVjmo9s7bwqCcvFiRcUuSoK1dGyptDh/ajT16dLOZgxyIp6lMVelHhP4EXVt35IKFihgNcaPly5TWFwKLfpyg9XPZyRECNKzkQd/j3Gl737+Y3IMy6J1r85tqVv7N6nea68qyoF64/r37l0Kjp5CU2YuFoeICPChyMBBqitJS6tRs8z+5awEql+rqs2wpBXOuc+quUlUp0YVvamYop+zBWspVzVCsD1wZpGFjY6TqyEHj5+co9q9mnPD6FhyY2Nf++134Ts8+8MfSn9nuCJOJcH6/v0HNGHqHIqIn24VDlfl578v/u//bN/+yC3B+vCx0+QXNpH2HzkhxqwmXlfwxhzeRwCCtfetOTIGARAAARAAARAAARAAARAAARAAARDQRgCCtTZeaA0CHk0AgrVHLy+ScxEBCNYuAo1pQAAEQMBJBKQ3mK9V3kljx46lrVu3OmlGDKuFAARrLbTQFgSIWOLq0D9ArOwpJz1n53Ts9Dnq5hNC585fzIFPqZLppp37qXVPP7FfQmQABQzqbSW35ZZg3aB2NZqdFClUrbZ1yFWuHdyvCyVFBVGhxwoaup3+/OtvCp8wjSbPWGR33BaNagtVpVs2rUdcrTu7rO5oQCvWbqWuPsHiMFqrp0r7D+jRgabGBNuVwqUSauO6NYRKy1xV3JMPZwvWUkmUWWatnElN6tXUhdUssrCjcbKY+8et23Tm+wu0butumr98HfGDItmPjm1aUFp8OJUtU9IuS0dj0bVQBnf69rsf6b3BoXT89HfiyEoPtRgcguxwSoI1d/r5l1+Fh1a27T4kjsEPGiyaHmP3e99VgvXDhw/p5u07dO6HS7Twi/WUkbmGbvxxS4x16IDuFD96uNMeqnHFOmEO8xKAYG3etUPkIAACIAACIAACIAACIAACIAACIAACriEAwdo1nDELCJiCAARrUywTgnRzAhCs3XyBEB4IgAAIKBCwdYM5KyuLRo0aRfxfZxxFixalK1euEP8Xh3kI4Pdn86yVt0Z6/cYfgnS2ftseAUGlCuUpc8ZEqlGlkiySJV9tpJ6+YcJnLCWXe7I0fbl+u/BnrjK8ODWWKr7wXI6+/PBDzORZYgXRx4sWpnULknMInrkhWHOV5PnJ0YKkrHTISccsAJcpVUKpq+bP+bohIXU+xU+bS7fv/KWqf61qlantG42pdYuGDle4vnL1Or0/fIxVtdqNi1PoreYNFGORq4Ctptq3VEJt83ojWpAynkqVKK44p5kbQLB2zupJ95PRs7CgPjNxDHH1e6XD6Fhy49wwWtRXYqb2czWCNY+1ccc+6vZRsNX3qZK47KhgrTYHW+3478rgof0pyLev4Q/yOBob+nsPAQjW3rPWyBQEQAAEQAAEQAAEQAAEQAAEQAAEQEAfAQjW+rihFwh4JAEIIh65rEjKxQQgWLsYOKYDARAAAYMJKN1g3r59u1DReseOHQbPTMK4kZGRho+LAZ1HAL8/O48tRjaGwIMHDwXpOS55tjggS9I93m2dYwJpW67e3KJRHeo9NFxsa0vAvXnrDvmMiKbM1VuEtraqIeeGYK2msrIlQWkFV66AuiQtTpVgqWfFWEw/euIMjf9sJn2xbpumIVjM69zuDfJ9vys1qFWN8uTJo6m/VIrnzlxxfEK4PxXIn9/uWFzxt8fgUfTNqbNCO5bxF02LpQrln7bZT+46qX2rppSRPI5KFC+mKXazNXa2YC1Xed7Wea6GnVmqMRstNVvY8LnVs2MbGjfSl556spQaZGR0LLkhWEvfQsCJO1IJXRU4FY3UCtZckTxyUhrFTpkljsprmToxjHp1amP1NgVLg9wUrF98/hmaNOYT4irpWr+/VWBDExBQTUDp+lf1QE5q+H//l+MWphnuaTqJBoYFARAAARAAARAAARAAARAAARAAARDIDQJm+MeIR9nBuNsroXNj0TAnCDiLAAQRZ5HFuCAAAiAAAiAAAmYhoPYGM4vWLEPv3LnTsNSeeOIJunTpEqpYG0bU+QPh92fnM8YMjhP4auNO6jggUBxolP8HFB08hPLmtRZypdWuE8cG0pvN6lE3nxA6d/6i0J9/xhKu9JAKnrbmyA3BmuU6lsXVHNL4qlepSEvTJtArFV9Q0113m4cPHxJLy8vXbKX5y9cK/6/leOetZsKavlb1ZS3d6MDRk9TpwyDiatZ8NK5bg7hi9/PPlrM7zsxFK8knKFpxT2UfRE6w5nVJigry+MqtzhaspQ8GMPf5U6OpT5d2mvaDpbG3CtZcqbp7h1bUu3Nb4ZyXkfps8vQEwXrBinXUd1iEVY5aBWvpwxdaNqCtudQK1jzXj5cuCzmwOG05+AEQfpCD3+AgPXJTsLbEwvJ3yLD+wpsltOw5LWzRFgTsEVB7/ZtbFCFY5xZ5zAsCIAACIAACIAACIAACIAACIAACIGAhAMEaewEEQEAkAEEEmwEEQAAEQAAEQMDbCWi9wbxt2zah8rRRovW4ceMoIsJabvH2NXHn/PH7szuvDmKzEDh/8TL1GhpG+4+cEH7U9o3GgmxWuuQTVpCyS9Jc9XPdgmR6+cXyQgXrzbsOCG19eneiydEjqHChx6z6pmWsIN+QWPFnK+ck0rutm+dYhNwQrHesSKfmDWur2hBaRD5VA+poxLL1L9d+o537jtL6bXto+57DdOGnK4ojlXyiGCXHBFPPjq1VV0O9fecv8gubQBmZa8Xxl8+Ipy5vt7Q5n7QP75UvZk2iN5vWtxvj3Xv3KDQmmZLSF4rtcqNKryJIJzRwtmAtlUQ5BVvnoJr0zCpY84MBlSo8J7v/+bw6d/5SjnPpydIlKcSvvyCjlyn1hOpzR8rREwRr6cM4nKPZBGth72/YQf38I4i/qyzHsA/eo/iIj3M8zOEOgjXHyN+jsaOGkW+/rpQvX141pynagIBhBLRe/xo2scqBIFirBIVmIAACIAACIAACIAACIAACIAACIAACTiMAwdppaDEwCJiPAAQR860ZIgYBEAABEAABEDCWgN4bzEaJ1qhibex6Ons0/P7sbMIY3wgC0srB5cqWplVzk6hOjSpWw2evXmqpZFy2TCkKikqiaXOWCW3lKhxLx7dXBTk3BGstgqA7CNbSNbcI14e+OU0r1m61K1yzpMcVu7kiqtpKqNJq1MMH9qT4iOFUsEAB2e13+Nhp6tA/QKx63bndGzQzMYJKFC+muF2lEioEax9FZmoayAnWWva9dA6zCtZKFdH5XDp19jx9On0ezVu2xirtEUP6EVfe5wcV9BxmYWYvNyP2UW5XsOb8/r17l8InTKOE1PliuvzdmP7paOEBlOyHo4K1lu8w/rvy1u0/6ZtTZ4n/vv1i3TYrCZxj5Ir+H/Z8V/X3t569ij4gICWg9/rXVSQhWLuKNOYBARAAARAAARAAARAAARAAARAAARCwRQCCNfYGCICASACCCDYDCIAACIAACICAtxNw9Abz1q1bhYrWu3bt0o1y/PjxFB4errs/OrqOAH5/dh1rzOQYAWmF6bmTo+j97u3FQaXVhbOLitn7WipbN6lXU+zL1ZW5yvWeQ8eEn9kTdF0tWNd89WVakhZHlV96XhVAdxSspYHfv/+ATp87TyxGZ2SuoRt/3LJqwjkvmh5DVSpVUJWztMJ5g9rVaNG0WKpQ/ukc/R89eiRUoGbp3nIkjg2kgEG9Vc0l3Ycs+S9OjaWKLzynqr9ZGzm7gvWmnfupdU8/EQ+fpxsXpVDDOtV1ITOLLKw3Tj6HUjOWU1jcVCvBtX2rppQSG0JcCVvroTcWrfM4s7304Qmei8/PHu9aS8n2YnAHwZrjO3f+IvXzHyO+uYF/xt9t/PaGShXKiym4UrDOzo2/S/nvTL9REwXh2nLw3sv8fCLVrfmqM5caY4OAFQFHr3+djROCtbMJY3wQAAEQAAEQAAEQAAEQAAEQAAEQAAElAhCslQjhcxDwIgIQRLxosZEqCIAACIAACICALAGjbjA7IlqjirV5Nid+fzbPWnl7pFJxjoXYCeH+VCB/fgHN9Rt/CDLa+m17hD9nl2b3HT5OrXv5iSIiV0hmAdtySOXO+VOjqU+XdrLIIVgbuxN/uPAzjRj3mVAJNfsREeBDkYGDKG/ePIoTcrXX4OgpNGXmYrGtrTWU7hOWuJelT6SqlV9UnIcbSPeKrWrqqgYzUSNnC9ZScV3rgwVSlGaRhR2JkyXrhLT5FBqTbJV+xzYtKC0+nMqWKalphzkSi6aJnNhY+rCM9O8CI6eWE7FtVV3X++DL4pUbadDI8VYSfZBvX4oJHSpW6M8twdrCcsfeI9T/40hi9pZD6S0CRq4DxgIBJmDU9a+zaEKwdhZZjAsCIAACIAACIAACIAACIAACIAACIKCWAARrtaTQDgS8gAAEES9YZKQIAiAAAiAAAiBgl4DRN5i3bNkiVLTOysrSRD4uLo5CQ0M19UFj1xPA78+uZ44Z9RGQirGvN65DC1LG09NlywgDZhewpVWqL1+9Rn38RtP2PYeFttmrWz948JCiEtOJ5UI+lIRbCNb61s9er6vXbtDg4BhauWGH2Ey6vkqzbsk6QJ0/HCGKiAN6dKCpMcFUpHAhq67SdlpFwGOnz1E3nxChuqzl0FohVykXd/zcmYI1n4MR8dMpLnm2mDpXYuZKvSWKF9OFwyyysKNx3rr9J/mPjqd5y9ZYcRo6oDvFjx6eY//bg+loLLoWyuBOt+/8RX5hEygjc604cvbveyOnc4Vg/fc//1Jw9GSaOnupGDr//ZaRHE0s0vOR24I1i/6Rk9IodsosMUZvqexv5H7CWI4RMPr617FocvaGYG00UYwHAiAAAiAAAiAAAiAAAiAAAiAAAiCglQAEa63E0B4EPJgABBEPXlykBgIgAAIgAAIgoIqAs24waxWtuYr15cuXqVAha7lNVRJo5DIC+P3ZZagxkYMEpCK0VKJmwZCraPLRuG4NWjgthp5/tpzw53/+vUtBUUk0bc4y4c/Z5V2puN2v29uUEhtKPL7c4c2C9Z0//6LUectp+97D9O+/d+nc+Us0b0oUNW9Y28HVJZKKz1orQ1+5ep3eHz6GNu86IMQiJ8pL9xC3Wz4jnrq83VJ1/Ddv3SGfEdGUuXqL2GeU/wcUHTxEVbVtNRPxAwEBkYlUrfJL1LJpPeG/xYsVVdPVaW2cKVhLz0FOQlqhXmtiZpGFjYjz9Lnz1GtIOH1z6qyIib+/uFJ/r05tSEbsk8VpRCxa18kZ7ZPSF1Lg2ERx6Aa1q9GiabFUofzThk7nCsGaA+aHOfjtDPuPnBDjb1KvJnGV/heeezrXBWsOSlrZn39mq5q3oYuAwUDgvwScdf1rFGAI1kaRxDggAAIgAAIgAAIgAAIgAAIgAAIgAAJ6CUCw1ksO/UDAAwlAEPHARUVKIAACIAACIAACmgg4+wYzi9aRkZG0e/duxbgmTJhAISEhiu3QIPcI4Pfn3GOPmbUTkEpcLBByddK79+5RaEwysVjHh1zF0rSMFeQbEit8zvLhxkUp1LBOdavK1/xZ4thAQe60dXizYC0nF1vWQPtqWve48NMV6j00nPYcOiZ+oEXQe/TokbD+LNJbjhkJETSwV0fxz9I5WjWrT/OmjCOWudUePE/M5FlCxWXLobXattJcUtmc2+d2lWxnCtYHjp6kTh8GEUvyloPl0T5d2imhsvm5WWRhI+LkPblgxTpBws1+1Hz1ZVo0PUZ42EDNYUQsauZxdhu5/ST9LjAiBlcJ1ry+i77cIPz9xRW6LUfY8A8pasRg2n/0BDXtOFD8eZvXGwlvdyhVorhsmrxX+g6LUN1eDStpFW3u4+g5rGZetAEBCwFnX/86ShqCtaME0R8EQAAEQAAEQAAEQAAEQAAEQAAEQMBRAhCsHSWI/iDgQQQgiHjQYiIVEAABEAABEAABXQRcdYN548aNNGbMGNq/f7/NOMuUKUMXLlxAFWtdK+maTvj92TWcMYsxBKSCrEWk/v3mLerjN5q27zksTCQnSbMA1q6PvyioWcTg7OK1mqrJ3ixYS0V2Zi0ns+tZ7Wu//S4I1pYK1DyGFsGa2x87fY66+YQIFV/5kFYjX7F2K3X1CRbD46rT4R9/qLrCr6WjM4Rgy9j/3r1LwdFTaMrMxWKcctW49TB2pI+zBGu5quIsBi9Ji6PKLz2vO2SzyMJGxXnr9p/kPzqeuJJ/9mPYB+9RfMTHVOixgoosjYpFcSInN/jzr79pWHg8zVmySpypfaumNGNSBD31ZCnDZneVYM0Bc07B46eIb2Hgn/GDQpmfx1ORwoUgWBu2qhjIrARcdf2rlw8Ea73k0A8EQAAEQAAEQAAEQAAEQAAEQAAEQMAoAhCsjSKJcUDAAwhAEPGARUQKIAACIAACIAACDhFw9Q3mzZs309ixY21WtI6Pj6eRI0c6lBM6O48Afn92HluMbDyBv//5lwIiE4ilaD4a161BC6fF0PUbf1CH/gFCBVyWztYtSKYm9WpaBXD56jUrCZurVEcGDqKQmCnieG3faEwZyeOodMknbAbvzYI1Q5m5aCX5BEWLfJ5/thxlfj6R6tZ81aEFl8rR1atUpKVpE+iVii+oHlcqVlaqUJ4yZ0ykGlUqkVRcZpn+y1kJVL9WVdXjWxrKCZxvNKkr7J1nnnpS83jZOxz65hR1+yiE+GECyzF8YE+KjxhOBQsUcGhsRzo7S7CWk1T/n733AI+iXPv/vxdV5IgHEbGhcAQRkCJNkGZBkCZFEEIRhEBoARIggYQQQkiASIIQAoQmHZTQFQ5V6dI7SFEUFUUUFMGCgv//Pefd+WU2s7uzLTu7+32u673O6+5T7ufzPLOZYT5zjyfm6y+ysCfj1Ns78nu4MD0RrZo0dLj8nozF4WBerrBm43Z0DY/TZHweHxuOIWFdkC9fXo+MnpuCtQR85vxFhPSNxbHT59T45Xend5e2COkbo37miwzW1m+XkGCcfUDGI4vCToKWQG5f/zoLmoK1s8RYnwRIgARIgARIgARIgARIgARIgARIwNMEKFh7mij7IwE/JkBBxI8Xj6GTAAmQAAmQAAl4hICvbjBv3rxZEa337NmjmceDDz6IS5cuMYu1R1bX853w/NnzTNmjdwlkzzgtI21aloEvvvoWfaKTlYEt0rWIv9mLtZzdqH4tjIrshfDYd1RhzUhG42AXrE+d/QLte0crsp+l9OrcBpMSIpVMqq6Uf/75R8nYPHhUqtq8XYtXlIyz9xf5l1NdWmeptmQqt5Yhu3doialJUS7HvGn7p2jXK0ojcMYM7IGEoWEuC5xXrl5DWFQSRA61FBHBl01PRoPa1Zzi4OnK3hCs9bLyemq+/iILezJOyQaelrlIyXScvRjN3uzJWDy9/5ztT/ZWRHwaZi1epTYV2Vx+D0JaN3E6a73e+LktWMvv5OKVG9A1fJQmHDlm5OEiS8ltwdpbWeidXXPWD24Cvrr+NUqdgrVRUqxHAiRAAiRAAiRAAiRAAiRAAiRAAiTgLQIUrL1Flv2SgB8SoCDih4vGkEmABEiABEiABDxKwNc3mPVE64kTJ2LIkCEenSc78wwBnj97hiN7yT0Ch46fUbNVy6ixg3rg1m9/4N1ZS5Qgwrq2xaSEISh0T8EcQWWXs0VKE9EuLXOxUk/ku1VzJ+KVerXsTibYBeu//76D+ImZSJ4yV8Np+IDuEMFYODpbtu89jG6D4jVZm2enxqFnSCtnu8LFS5cR0i8G+w6fVNp2bdcMGcnDsXbTdnQZEKf252r/lg5E2I9KnIyp732giTF5RH9EhnV2Otu0nmwsHQ/p0wVJw/s53Z/T4Bw08LRgLfsoNXMRhiela0Ye8PabSIkbpHv8OjMnf5GFPR3nt9//oAi4H2wHDdEAACAASURBVO8+qMGVMnIgIsO6IG/ePDYxejoWZ9bLG3XlIZC3IxLU3wIZ44F/F0Ha6Eh0btvU5QchpJ+rP11H6oxFmDZ/ueYhC1tZm/WOH1cyPOuJ49bscluw1suc7u4DLN7YD+wzsAn4+vrXEV0K1o4I8XsSIAESIAESIAESIAESIAESIAESIAFvE6Bg7W3C7J8E/IgABRE/WiyGSgIkQAIkQAIk4BUCZrnBvGnTJiWj9d69e8Es1l5Zao90yvNnj2BkJ7lI4JcbNxE6NBFZH25VRn2+2rO4dv0Gzl+8pPy3yHMRvTvpRrT7wDE07RyuEeIsFV98oToWZ4zFoyWK252Nu4K1JaOyrUGc7d+6H0+JfPYgCGuROC0Ss6Vui1frI7p/NyWLeJ48tkVOS/0/b9/G8nVbMHLCdI1c/VLdGliYPgaPPfyQ0zvLOptq2dJPYMm0sViy6r+YNPN/Er7smaXTklH6iUed7j97Az2BU75/q31zJZN1qZLG+pcM7EPHvItVGz7WxCNxCgeZg6+LJwVrybY7dvIcTJu3PMd835sUj/JlS7s9XX+Rhb0Rp2RA7xoep/mdE6bLZiSjcvmyNtl6Ixa3F9LNDjZ+shdhUcma3xfLMSoPhTxTppRT2ax/+PEaFmatR/rc93P0Kf16W7CWMeR3J6RvrPrmBWtEuSlYyxsNJOu+/G21FHnIZmF6Ilo1aejm6rE5CRgnYJbrX1sRU7A2vpasSQIkQAIkQAIkQAIkQAIkQAIkQAIk4B0CFKy9w5W9koBfEqAg4pfLxqBJgARIgARIgAQ8SMBsN5gtovWbb76JwYMHe3Cm7MoTBHj+7AmK7CM3Cfzzzz9ImjwXcSnTcwwrYteGxemoW7OKbkiXr1xF5/4j8cmeQzm+Fyl7fGw4CuTPb3c6zgrQIvVGjk5T+xTpLGNctE152Nn+rYPNDcFaxly3eQe6DxqNaz/fyMGr/vPPKdnBRVov+WgJ/Kvw/7Jay9rd+PUWvr58Beu37caiFetx4swFTfsnH38E8ycnoGGdai5vq6279qNNj6GqYDoqshe27NiHPQePK30aXWsjAehl35Z2kim3a7vm6NTmNVR99ukc++r2X3/hswtfYu7StViY9VEOjkY5nP38K3QIG6GRLRdNTVQy9HqyuCNY37z1G36+cRMnP7uAD9ZuwZqNn7g8X6NzckcWluzkEfGpkIz3lmIvM77RmPTquROnrXFtZTnu1bkNJiVEovC9hXSbeiOW7AOJhFuvVU/N2K5kcXaGt/zmyIMLkaMn6QrR8lCIcJG/GXLMWkuQd+/ehez9/UdOYfHKDfhwy07dB3Sk7cjBoejz1hu62dc9+bssc5q9ZDV6D0vSReFNwdryGy6/O/LQit5vlzxgkj42CkXuK2xzqaz3mqOYnVlz1g1OAma7/rVeBQrWwbkvOWsSIAESIAESIAESIAESIAESIAESMBMBCtZmWg3GQgI+JkBBxMcLwOFJgARIgARIgAR8TsCsN5iPHj2KqlWr+pwPA9AS4Pkzd4Q/Etj8/8uyjTv2zxG6ZE5eMi0JIqfqFT1x0lJvzbw0vN64gUMczgrQazftQKvukZp+RcarUvFp5M+XD/VqVUX0gG6qgOts/9YBe1LkswdDRLv3125G/xHjdSVrhyB1KgiXjHHD0eH1V53KKmvd1fVfbqBnZGKOjNBSTyT8VXMn4pV6tVwJMUcb4SCSdZ/oZIh0aKvUrl4JRf71P+Hwxs1b+PTQCZt1yz31JCTTuUjmOlKWpp0vBWuPAASU4zVtdATaNH3J4XyNjumOLOzvgrUwOnjsNNr1itZIxY4yC7vDzMi6+EKwlrjkGN176AQGj5qIA0dP2ww1+++ykePU0pFI2pKx/rlny9ncv57+XZYHVcJHpmDB8o9yzMeRrCyieJcBcUaWzOk6knXfSBZ6CtZOo2UDBwTMev1rCZuCNbcwCZAACZAACZAACZAACZAACZAACZCArwlQsPb1CnB8EjARAQoiJloMhuIRApJ96uipc8orV/cePK7cID1y8qzat9yMLlu6JJ6r9IwiZ9Su9iweevABj4zNTkjAFQKevnnsSgxsQwLBTsDsN5iDfX3MNn+eP5ttRRiPEQJyTtypX6yakdjSxkiWWclKKzJs9lKlwtN4P3McRGx1VJwVoL/8+rIis8n5vF7p2q4ZMpKHK+KvFGf7t+4zN8/FRFw8dPwMBo9KtTk/Rzwt39esWgHjY8LxUt0aHpFsrTOHW8YRiXdOWhyK3l/EaGiG6n3x1bcYOuZdXanbUAf/V0nimzhqMP7z5GOGmvm7YC3r/u6YoahTvZJH1t0CzR1ZOBAE6zt37iItcxGixk7R7CM5vhamj9HNoO8OMyOb1VeCtSU2+beVmYtWYey7sz3yUIiIzNH9uykPQuTJk8cuAm/8Lh8/cx4d+8TgzPmLmrF9JVhLFvApY4ehWqVnHG4HCtYOEbGCkwTMfv1LwdrJBWV1EiABEiABEiABEiABEiABEiABEiABjxOgYO1xpOyQBPyXAAUR/107Rv7/CMhraEWqnjr3A93XJztiJRmUBvcKQcPa1ZEvX15H1X3+/dWfriuvl23eqB7KlCrp83gYgHsE3Ll5LALS0tUblVcre1p6cW9WbE0C/kXA7DeY/Ytm4EfL8+fAX+NAnKGtTNRpoyMR0buT3SmL5Ne0czh+vfmbWs+ImG2p7KwALRLyfz/ei77Dx2myyVr6e/GF6licMRaPliiufORs/9aTdedczNW9Iuvx4eadSJ/7PnbuO+JUN5XKl0Hft9rhrfbNUfjeQk61tVf51Nkv0L53dA75MDU+QtkjjjJDuxLI33/fwfZPD+HdWUsVHs6U+s8/p8iajRrUQsECBQw39VfBWtZ9SFgXtGvxikfX3QLOHVk4EARr4fDt9z+ga/gofLz7oGY/pYwciMiwLsibVysFu8PMyIb1tWBtifGHH6/hg3VbMHPRSpw4c8FI6GodyXLdtV1zhHZqjQpPl3YoVtv6uyGf71ozByIlu1rkb8uUOcuUB1yyl9wWrOXBpPAeHdC9Q0vDxzIFa1dXne1sETD79S8Fa+5dEiABEiABEiABEiABEiABEiABEiABXxOgYO3rFeD4JGAiAhRETLQYDMUlAiKYxk/M1H3Vq7Mdimj9TtwgPFOmlLNNc6W+ZJD6YN1mTJg6H/cULGg4a2CuBMdBXCbgitQjbeYuXYPxU+ehZtWKimRUrOj9LsfAhiQQ7ATMfoM52NfHbPPn+bPZVoTxGCWweOUGJTO0pUgG6A2L0x0Ka5evXEXn/iPxyZ5DatsZE2IgkrWR4qoALef5c5auwZad+/HpoRPqUGVLP4Gs2RNQuXxZ5TNX+7d06Mq5mJF5G6kjD4p+ffmKks1aHhg9cuIznL/4tUYsFxmvfNnSStbXBrWrKfP2xkOhf96+jajEKYqAaCky7vKZE1Cx3H+MTMflOiI+Xrl6DZ/sPaQI5+c+/yoHh9rVKynXafIWokb1a6HkoyUMy5rZA/MHwdry1qWnn3pSOT7l/1ydr9FFcUcWDhTBWlit2bgdXcPjNA+UyHpkzZqAGlUqaHC6w8zIuphFsLbEavm9kt/kwyc+Ux7GOHbqnJrdWv6mVK1YDk+Vehw1q1TA89WehTwYUCB/fiPT1dTx1u/y9V9uICwqGcvXbVHH86ZgbWHy2MPF8cL/Hcuu/IZTsHZ6C7GBAwJmv/6lYM0tTAIkQAIkQAIkQAIkQAIkQAIkQAIk4GsCFKx9vQIcnwRMRICCiIkWg6E4RUBu7q34aBuGJU7WzWxn6cxyc9ryClrJ/nzk5FmbY4nAIMKICAzeyNLm1CSzVZYbgW8PTlBu+Epx5rXsro7JdrlDwNmbx59/+Q26hMepopGjG8K5MwuOQgL+TcDsN5j9m27gRc/z58BbU86IBEgg+Ahkl4IXTU1E57ZNgw+CF2ZseZDDmSz3XggjoLrMfr3obhbngAIThJOxSPf8N4AgXHwPT9ns178UrD284OyOBEiABEiABEiABEiABEiABEiABEjAaQIUrJ1GxgYkELgEKIgE7toG8szkVdIzFq5AzLipmsxSMmfLK2g7tXlNyZZU6J6COVDc/usvfHbhS7y/ZjNmLMhSMy5ZKoqUPX9ygiJZm6W4m5nPLPNgHDkJOCtYW2fd481V7ioScJ+A2W8wuz9D9uBJAjx/9iRN9kUCJEACviGQ/RycgrXn1sCSaZeCteeYZr/+o2DtOa7+2JPlAQb+G4A/rp65Yjb79S8Fa3PtF0ZDAiRAAiRAAiRAAiRAAiRAAiRAAsFIgIJ1MK4650wCNghQEOHW8DcC8vropas3ok90skaullev9uvWHoNCQ/BIiQcNT0syWqdMW4CJ0xdq2rRp+hIyU2JQvFhRw315syIFa2/S9W3fFKx9y5+jk4AQMPsNZq6SuQjw/Nlc68FoSIAESMAVAsfPnEe70Gh8f/VHbFqagdrVK7nSDdtkI/Drzd/QP2Y8FmatR/KI/hgR/jb5eIDA5h370Lhjf1SvXB7LZiSjTKmSHuiVXfgbgTt37iIuZTrGpb+Hft3bIzU+AvcULOBv02C8JiFg9utfCtYm2SgMgwRIgARIgARIgARIgARIgARIgASCmAAF6yBefE6dBKwJUBDhnvA3AnIjvGOfGJw5f1ENXTJOvxM3CG80fxl58uRxekqSETs1cxGGJ6Vr2s58JxahnVpD5x/2nR7D3QYUrN0laN72FKzNuzaMLHgImP0Gc/CshH/MlOfP/rFOjJIESIAEbBGQ67/xU+cpsmKj+rWwYMoYpx7SJVl9Att2HUCX8DjcvPUbVs2diFfq1SIqNwnc+u13RMSnYdbiVejeoSWmJkWh8L2F3OyVzf2RgPwbWEjfWBw7fQ6zU+PQM6SVP06DMZuEgNmvfylYm2SjMAwSIAESIAESIAESIAESIAESIAESCGICFKyDePE5dRKwJkBBhHvCnwj8/sefiIhPRebClWrYkrl6xoQYhLRu4pYILTcuo8ZOwbR5y9W+zXSznYK1P+1U52KlYO0cL9YmAW8QMPsNZm/MmX26ToDnz66zY0sSIAES8DUBue6bPj8LYybNUt6IZKaHan3NxtXx7969i627DmDYmMmK/PlW++ZIHxuFIvcVdrVLtgOQ/W1b8u8eWbNS0LhhbbIJMgLyFrcjJ89iRPJUbNr+KV6qWwML08fgsYcfCjISnK4nCZj9+peCtSdXm32RAAmQAAmQAAmQAAmQAAmQAAmQAAm4QoCCtSvU2IYEApQABZEAXdgAndbWXfvRpsdQ5Ua4pSRG9cXwAd2RL19et2d98NhptOsVja+++U7ta9OyDLza4Hm3+3a3AwrW7hI0b3sK1uZdG0YWPATMfoM5eFbCP2bK82f/WCdGSQIkQAJ6BLK/EWlQaAiShvdjRmA3t8qNX28hfGQKFiz/CHVrVsGctFEo99STbvbK5iLTtusVpYCIGxyKiN6dPfLvHiTrXwQk4378xEwkT5mrHFfyUEiD2tX8axKM1nQEzH79S8HadFuGAZEACZAACZAACZAACZAACZAACZBA0BGgYB10S84Jk4BtAhREuDv8hcCft28jKnEKpsxZpoYsN28XTU1EqZKPemQaemPEDuqBMcP6IE+ePIbGkOxdZz//Cus274S8IvnA0VO49vMNpW3t6pVQrdIzaNWkIeo//xwK3VPQbp/ST4ewEUoWMCNl15o5yg1td4q17BvWtS0mJQzBPQULQGSEybOWYc3GT5Q5yXwky3eH1xujwtOl7TKSm+479x1B1kdbcezUOSUDk5QnH38EVSqUVbIwtX7tReW/dW6kOJyScP/y6++wdtN2fLz7II6dPq+K8nITsnzZ0mhYpxqavFhHuSlpZD0Xr9yALgPi1LEtLBytm6WB0fZGBOvdB46hXqueDjlIhSoVnsb7meMoNRiixUok8D8CZr/BzHUyFwGeP5trPRgNCZAACThD4M6du0ifuwwFCxRAj5DXlf9lcZ+AXK8sW70RsYN64uGHirnfIXuAvMErcdJs1KhSXrlWNnINS2yBSeD8xUt4Z9pCRIZ1xjNlSgXmJDmrXCVg9utfCta5uh04GAmQAAmQAAmQAAmQAAmQAAmQAAmQgA4BCtbcFiRAAioBCiLcDP5C4NTZL9C+dzTOnL+ohpwaH4GI3p1cEnJtzXvd5h2Yu3Qt2jZ7GQ1qP4eSj5YwdCPT8tpWySz04eadDrGK5DsqshfeaP6yzZv6ZhGsU0YOwoKsjxAzbqome7hlko+UeBDr5k9C9crlc8xbXsE9c9EqjH13tiqa24Mjr5NOGBrmlDR/9NQ5jEmbhVUbPnbIXSq0eLW+MsZzz5azu3eMCtK2BjXanoK1oWVjJRLwKgGz32D26uTZudMEeP7sNDI2IAESIAESIAESIAESIAESMAkBs1//UrA2yUZhGCRAAiRAAiRAAiRAAiRAAiRAAiQQxAQoWAfx4nPqJGBNgIII94S/EMhcuBJ9opPVcMuWfgJZsyegcvmyPp+CZL4WiTh2fIaugGwvwK7tmkFE8eLFiuaoZgbBulfnNkrGrKFj3rU5t+4dWmJqUlSOV2t/duFLDIqbCHm1sTNFslinjY5Am6Yv2RWgRWqXbNU9Iseo2aqNjnPfv+5VMnN3a9/C5muWjQrStsY02p6CtdFVYz0S8B4Bs99g9t7M2bMrBHj+7Ao1tiEBEiABEiABEiABEiABEjADAbNf/1KwNsMuYQwkQAIkQAIkQAIkQAIkQAIkQAIkENwEKFgH9/pz9iSgIUBBhBvCHwjIq3Ej4lMhkrWliJickTwcIsr6svz99x2kZi7C8KT0HGFIhuQ6NSrjiccexp07dyCZlrfu3J8jk3OrJg2RmRKLEsUf0PTx/Q8/Ydmajfjz9l/K64E/WLtZzeAtWaO7vtEMDxS9X23TttlLEPHcnWIt+0qm7Rs3b+G7Kz8q3b5SrxYa1qmm/P/b9x7G1l37sWJ2ipLxO3uRTONvRyRg3+GTms8f+HcRvFCzCmpVrYgCBfJDxtuyYx+OnDyrqSfrOmNCDEJaN7EpWdsao3b1Sqj//HMo9n9sLn37vcJdhPXsRRguSk/Ey/Vq6iIzKkjb4m20vRHBWl4JvHL9/zJ0X7v+CxauWK+uSfmypfHm66+i0D0Fle8LFsiPjq2a8NXc7hwIbBt0BMx+gznoFsTkE+b5s8kXiOGRAAmQAAmQAAmQAAmQAAnYJGD2618K1ty8JEACJEACJEACJEACJEACJEACJEACviZAwdrXK8DxScBEBCiImGgxGIpNAld/uo5O/WKxZed+tU5iVF/EDuphN8Oxt5FKBuWlqzcqmbV/vfmbOlyLV+sjPrIXqlV6Bnny5NGEcePXW5i5aCXGTJqlaTPg7TeREjdIlWStY7eWcKtUeBrvZ46DCNCeLHqyr/QvWaXfiRuEN5q/rM5J5v/dDz/ivsKFNaL7lavXEBaVhDUbt6uhiVg9cnAoeoa0QpH7CmtCvnv3Lg6f+Ayx46dpsl3LmIszxqJuzSo5pnj7r78QN2E6UqYtUL9r3qgeJiVEokypkjn2hYjwGz/ZiyEJkzSita3s29KpUUHaFn+j7Y0I1tnHsM5s3uTFOgoni1Duyf3AvkggWAiY/QZzsKyDv8yT58/+slKMkwRIgARIgARIgARIgARIwJqA2a9/KVhzz5IACZAACZAACZAACZAACZAACZAACfiaAAVrX68AxycBExGgIGKixWAoNgl8duFLvBk2HCfOXFDrLJqaiM5tm/qUmrXoKsH07dYOE2IH2s2sLWLyfz/ei77Dx+Grb75T5iAZm7NmpaBxw9q6c/K1YL0wfYzCW+cmhybeO3fuImXafMSMy1A/F1F6btoovFS3ht32136+oWQCn7V4ldr2rfbNkT42KoeULdxEut9z8LhS9/lqz2LptGSUfuJRu3ti264D6BIep2Z/lizW6+ZPQvXK5XO0MypI2xrQaHsK1j49jDk4CSgEzH6DmctkLgI8fzbXejAaEiABEiABEiABEiABEiAB4wTMfv1Lwdr4WrImCZAACZAACZAACZAACZAACZAACZCAdwhQsPYOV/ZKAn5JgIKIXy6bzaD3HjqBBR98iG27D+CLS98q9f7zxGN4uW5NvPVmC9SpXskvJ7z7wDHUa9VTE/uuNXN0Mxvn1gRFkp40c4mSEdlSWjVpiMyUWJQo/oDDMKT97CWr0XtYklrXXjZlXwrWjerXwoIpYyAysqNy8dJlhPSLwb7DJ5WqIo7PmBCDkNZNHMrZUv/b739A1/BR+Hj3QbX9qrkT8Uq9WpqhPz10Ao1D+qtZwMO6tsWkhCE2M4BbGv95+zaiEqdgypxlan8Sn7S3LkYFaVtMjLanYO1oV/F7EvA+AbPfYPY+AY7gDAGePztDi3VJgARIgARIgARIgARIgATMRMDs178UrM20WxgLCZAACZAACZAACZAACZAACZAACQQnAQrWwbnunDUJ6BKgIBI4G6Nv9DjMWLjC7oT6dH0D0yeM8LtJb96xD4079tfE7WvB+rsrP+KtgaOwZed+JS5HGaj1oFv3YS+bsi8F6xHhbyMxqi/y5s3jcO/MWboGoUMS1Xq2MlDb68i6j4jenTA+NhwF8udXm1lL913bNUNG8nC7mcMtjRcs/wjTF2Sh1OOPoFL5MmhYp7qurG9UkLY1F6PtKVg73FasQAJeJ2D2G8xeB8ABnCLA82encLEyCZAACZAACZAACZAACZCAiQiY/fqXgrWJNgtDIQESIAESIAESIAESIAESIAESIIEgJUDBOkgXntMmAT0CFEQCY1+81ikcGz/Za2gyTV6sg/8uSTdU1yyVrEVVictZwfrs51+hQ9gIHDt9zulp6Y0lgm/TzuFqBuXXXnoBC9PH4MEH/m24/zt37iIuZTrGpb+ntrGVTdmXgvX8yQkQUdpR+f2PPxERn4rMhSvVqoumJqJz26aOmmq+P37mPNqFRuP8xUvK5y++UB2LM8bi0RLF1XqfXfgSb4YNx4kzF5TPRHCXDNbd2rdAvnx5nRrPVmWjgrS77SlYe2S52AkJuEXA7DeY3ZocG3ucAM+fPY6UHZIACZAACZAACZAACZAACeQSAbNf/1KwzqWNwGFIgARIgARIgARIgARIgARIgARIgARsEqBgzc1BAiSgEqAg4v+bwUjmautZ+lsm67WbdqBV90jNNHwtWItE3Cc6WY2pX/f2SI2PwD0FCzi1qSSbcrdB8WobvWzN8qUvBWujrC9fuYrO/Ufikz2HlPmI9LxpaQZqV6/kFJOrP11Hp36xanZwvczet377HQNiUzDv/XWavlu8Wh8hrZvg5bo1UaL4A9C5KWM4FgrWhlGxIgn4PQGz32D2e8ABNgGePwfYgnI6JEACJEACJEACJEACJBBEBMx+/UvBOog2I6dKAiRAAiRAAiRAAiRAAiRAAiRAAiYlQMHapAvDsEjAFwQoiPiCuufG3HvoBF5o+bZLHe5Z9x7qOCm+ujSQBxpJtuh6rXpqejIq/VoaeTKDtV7m6Wav1EWD2tWcnu3Jzz7HohXr1XZd2zVDRvJwRU7OXnwlWJct/QSyZk9A5fJlHc7NOvO0iNFd32iGB4re77Bt9gqSCfuDtZtx5vxF9eNNyzLwaoPnNf1s2v4p2vWKUrOIWw/y3LPl0LxRPUh28aoVn0bhews5FQcFa6dwsTIJ+DUBs99g9mu4ARg8z58DcFE5JRIgARIgARIgARIgARIIEgJmv/6lYB0kG5HTJAESIAESIAESIAESIAESIAESIAETE6BgbeLFYWgkkNsEKIjkNnHPjudK9mpLBP6UxfrQ8TNo2S0C3135UQW4bEYyOrze2DBQTwrWIgBHxKdCslh7ujR5sQ4WZ4xFMSsp2VeCdZUKT+P9zHEo99STDqeqJ8I7bGSwwqKpiejctqmm9t9/38GkmYuR+O5sm5K1pYEI66/Uq4X2LRuhUf1aeOjBBxyOTMHaISJWIIGAIWD2G8wBAzpAJsLz5wBZSE6DBEiABEiABEiABEiABIKQgNmvfylYB+Gm5JRJgARIgARIgARIgARIgARIgARIwGQEKFibbEEYDgn4kgAFEV/Sd3/scvXa4twXl1zq6On/PIGzuzwvCLsUjINGX33zHTr1i8Weg8fVmmmjIxHRu5PHh9MTsa2zZVOw1see24K1RHH37l1s230QMeOm4sDR04b3Q5umLyEyrDNeqFEZefLk0W1HwdowTlYkAb8nYPYbzH4POMAmwPPnAFtQTocESIAESIAESIAESIAEgoiA2a9/KVgH0WbkVEmABEiABEiABEiABEiABEiABEjApAQoWJt0YRgWCfiCAAURX1D33Jj5n3geksXXlZIvX178dWmfK01zvc2vN39D/5jxWJi1Xh07rGtbTEoYgkL3FPRoPBSsf0Hn/iOx8ZO9ClczZ7DOvvByHOw7chJzlqzBmo2f4NrPNxzuC8lqHdWvG4b06aK7jyhYO0TICiQQMATMfoM5YEAHyER4/hwgC8lpkAAJkAAJkAAJkAAJkEAQEjD79S8F6yDclJwyCZAACZAACZAACZAACZAACZAACZiMAAVrky0IwyEBXxKgIOJL+u6PHSyCtZCaNHMJIkenqdCer/Yslk5LRuknHnUfZLYeXBWsF01NROe2TT0aS/bOfrruuvjsTFDujGOdwbrJi3WwOGMsihW935kQ3K57+6+/cOLMBWzddQDrt+7C9r2H7faZMnIgIsO6IG9ebSZrCtZuLwU7IAG/IWD2G8x+AzJIAuX5c5AsNKdJAiRAAiRAAiRAAiRAAgFIwOzXvxSsA3DTcUokQAIkQAIkQAIkQAIkQAIkQAIk4GcEKFj72YIxXBLwJgEKIt6k6/2+y9Vri3NfXHJpoKf/8wTO7lrpUltfNNp/5BRa9xiC7678qA4/OzUOPUNaeTQcI4L1Ix6PAAAAIABJREFUH3/expCESZg2b7k6dvKI/hgR/rZHY8nemTviszNBuTPOp4dOoHFIf0jGcSnVK5fHshnJKFOqpDMheLzuLzdu4sjJs1i5fhvWbtqBr775TjOGLVmfgrXHl4IdkoBpCZj9BrNpwQVpYDx/DtKFD9Bpy7n1WwNHYcvO/eoMy5ctjeUzJ6Biuf/4bNbunJN6M2jruJwZS96eUrViOTxV6nHIg4gv1qmOEsUfgI5E5Ey3rOvHBG799jsi4tMwa/EqzSwWpo9RHt51Z2/8888/WLp6I/pEJ6vXZ7IHs2aloHHD2i5Rk3iPnjoHebB278HjynWVXGdZypOPP4KypUviuUrPoF6tqqhd7Vk89OADLo2ld11utKMH/l0EVSo+Dfkta/ZyXbxQszKK3l/EaHPWC2ACiZNmY9Q7M9QZeuvNaDKA9ViuYq1dvRIeLl4MNatWwAs1qij/W/jeQq52x3YkoBAw+/UvBWtuVBIgARIgARIgARIgARIgARIgARIgAV8ToGDt6xXg+CRgIgIUREy0GC6E0jd6HGYsXOFCS6BP1zcwfcIIl9r6opHczB0Qm4J5769Th2/eqB5mT4zDww8V81hIRgRrGWxc+nuIGZehjuvNG3MySG5JJu6Mc+HLr9GxTwwOHT+jcJEb+BsWp6NuzSoeWx93O5J99M70hUhInanpSkTwDq831nwmMnar7pEur7HRPaIn6uxaM8cmN+s96qtM4e6uBduTgJkImP0Gs5lYMRaA58/cBYFEQB5AeyM0KseUUuMjENG7k1uCpzuc3DkndWdcR23dEaz1+n6rfXMkDA1DqZKefSuPo3kE8/dffn35f+LxW2+YQro9c/4i3o5IwL7DJ9VlEVE5a9YE1KhSweWlkrf4dBsUr3m4dHxsOIaEdUG+fHkN93v37l1Fqp469wOs2fgJrv18w3Bbqdji1foY3CsEDWtXd2pcdwRr6wDlurRft/YY0qcLihcr6lT8rOw6AbMdazITfxSsrVdAHiAYOTgUvbu0oWjt+vYM+pZmv/6lYB30W5QASIAESIAESIAESIAESIAESIAESMDnBChY+3wJGAAJmIcABRHzrIUrkew9dAIvtHQta/Kede+hTvVKrgzrszZrNm5H1/A4NQOXBOLKTWJ7EzAqWFvLt7ayINsbS7KKTZq5BMs/3IJSjz+CSuXLoHa1SmhYpzry5s2jaZpbkok740im6NChicj6cKsauytyzsVLl9EjMgH58uZVsp8Jmzeav6Jk+JPy5+3bkIzm8n8Hj53G91d/wuTEoahcvqyhvSlx9o+ZAMlQbSljhvVBXESopr1kZqvXqqf6WWin1so49xa6x+E4elnObUn4FKwd4mQFEvA6AbPfYPY6AA7gFAGePzuFi5VNTEDOqaISp2DKnGU5omxUvxYWTBmDR0o86JMZuHNO6s2APS1YS6wi004fPwKvvVTHZ0K7N5mZpW9Zu7lL12D81HmoWbUiFmeMRbGi9/s8PL1M0xJUqyYNkZkSq14DORPo9z/8pFyXfbRll9qsTdOXkJkS45RgLIJs/MRMLFj+kTPD69YV0fqduEF4pkwpQ315UrC2DCjX7BnJ0cqblli8R8Csx5rMOBAEa8vKtW/ZCOljo1z6jfDe6rNnfyFg9utfCtb+spMYJwmQAAmQAAmQAAmQAAmQAAmQAAkELgEK1oG7tpwZCThNgIKI08hM18CVLNb+lr3aAl3vFcqSjWrGhBiEtG7iESHBqGAtEnBIvxhNprGZ78RCJFyjr3L+9vsf0DV8FD7efVDdV2mjI5VsgdYltyQTd8axCONDEiap4b9UtwbkFdePPfyQoWNH+pi9ZDV6D0tS679QozKWTEtS5BMpv//xJyLiU5G5cKVaZ9HUROU12kaL9Y1VI4K1iEYSh5GsZ/K67E79YrHn4HE1JArWRleH9Ugg9wmY/QZz7hPhiPYI8PyZ+yNQCJw6+wXa946GZNCVIjL1d1d+VKe3YnYK2jZ72SfTdeec1JsBe0OwlnjlPHf+5AQ0rFPNm+EHbd+ff/kNuoTH4dNDJxQGZnsDjDzsEDt+GlJnLNKskSsPE8s1c9TYKZg2b7naV5UKT2Pp9CSUL1va0B6QrNUrPtqGYYmTNRmwrRvLvi1buiTy5Pnfw8FXf7qOIyfP2hyj3FNPKtfuss8dXTN7Q7CWwESyfm9SvGEWhoCxkkrA7MeaLwVr6+PFyLZxdEz1694eKSMHMpO1EZisoyFg9utfCtbcsCRAAiRAAiRAAiRAAiRAAiRAAiRAAr4mQMHa1yvA8UnARAQoiJhoMdwI5bVO4dj4yV5DPcjN5P8uSTdU14yV9F6hLK9IFTFZBFtnXndsPT+5eSU3tafNX67Jkr1rzRzUrVlFU13vJrgzN2vv3LmLtMxFys1vS5EbbqvfS0XVik/nQJ9bkom740hG6Xa9ol1+FfX5i5cU6Tz7K7Kj+r2FxOi+KJA/v8pF5Oo+0cnqf8vr1SV7U5H7CjvctnqCtggt0kf2cvzMebQLjYbEJEWko9VzU1HruYp2x9CTxKUBBWuHS8MKJOAzAma/wewzMBxYlwDPn7kxAoVA9vMpOc+JGdgDyVPmqpJ19w4tMTUpyifilrvnpN5aIz3B2uiDfjdv/Yafb9zEgaOnlAcFra/fXm/cALMmjsRDD/7vrS0sniNgLeuaTbCWmeo9fCvH5aL0RLxcr6YhGHIdIhnpB49KVes7+0Dy33/fwYyFKxAzbqrmmlg6lOvuru2ao1Ob15S3LxW6p2COuG7/9Rc+u/Al3l+zGTMWZOHazzc0dYw+TGD0wWfrAITBjV9vKePu+PQwMuZ9gANHT2uq2bouMwSZlewSMPux5kvB2tV9J8eUvL1LHppYunpjDv6zU+PQM6QVdyYJOEXA7Ne/FKydWk5WJgESIAESIAESIAESIAESIAESIAES8AIBCtZegMouScBfCVAQ8deVyxm3kUzW/pq52nq2IiOERSXnyKYlguzwAd2V1w47yoiVvc8ffryGhVnrkT73fd0MXXqCtbTXk4mbN6qnvHbYkm1Zb4fJTV/JWt0jcoxmvCF9uiBpeD8ULFAgRzNrmaNs6SeQNXsCKpcv69FN7K7Moieey039SQlD0K19C7sC/K83f0N00hRMn5+lzkk4Zs2agBpVKmjmaZ1xUb40muFt264DSgY7S4ZGWyx/vPazInv/9+M96tiOMkTZWlvpwFuC9YsvVFdecf5oieIe3QvsjASCiYDZbzAH01r4w1x5/uwPq8QYHRG4/ssN9IxMxKoNHytV5XxicuJQRI9NV899JNvt8pkTULHcfxx15/Hv3T0n9XhA/9ehO4J19pjknDktczFixmVoQqUo552VM7v0aZm19XWKfC4P+orEX6rkow7hbN97GN0GxRu+xrTuUK5lROCUB1nl2sxS5HquX7f2GBQaojx0arTIA8wp0xZg4vSFmiZtmr6EzJQYu28GclWwto5N7xpT5rNq7kS8Uq+W0amwnkECZj/W/FGwtqCXhx/mL/9QeZtX9uNT3rS1YMoYp45Ng8vJagFMwOzXvxSsA3jzcWokQAIkQAIkQAIkQAIkQAIkQAIk4CcEKFj7yUIxTBLIDQIURHKDcu6NsffQCSz44ENs230AX1z6Vhn4P088hpfr1sRbb7ZAneqVci8YL44kN35FBokcPUlXiG7xan306txGuRktWbas/2FeXnkscoRkAVq8cgM+3LIzR3YuCV/ajhwcij5vvaGbnUsvC7W0k1cwiyjdqEGtHLK0vLJ55qJVGPvubE02L0fZr3+5cROhQxOR9eFWlWzyiP6IDOusK2S7it8TMoteFmqJJ6J3Jwzu1QlPPPawJjxZT3mVdPzETHy4eafmO1vStNxclPqSZdFSHN34F5Fl+botGDlhuiHpQOJKmjwXcSnTNTEN7dsVklW7eLGims8lU9qcpWtyrK2lkqcE66+++Q6d+sViz8HjStcy72njhiuZ5Cyv53Z1/dmOBIKVgNlvMAfruph13jx/NuvKMC5nCMh5cOseQ9QHzuQ8JTU+ApNmLtGc+8hncg7nzMOLzsRhq64nzkk9EYd1H54SrKVfkdzloVE5P7WUru2aISN5uHJ+x+I5AmaXPi0zlWuc1MxFGJ6kfeOUo4c8pb3eNVirJg2RmRKLEsWNZUWXN/h07BMDeWuUpcgDr+/EDcIbzV926VrD1pxmvhOL0E6tbf62eEqwlnl8+fVldBkQh90HjqnzGhH+NhKj+iJv3jye22jsCWY/1vxZsJbtZevfQfjAAA8+ZwmY/fqXgrWzK8r6JEACJEACJEACJEACJEACJEACJEACniZAwdrTRNkfCfgxAQoifrx4QR66yK8ilA8eNTHHK3+zoxFJukrFp5E/Xz7l4xs3b+HTQycc0hNJO2FoGJ57tpxdoUSE6aixU5TXtVoXuRkt2QAl+5+UU2c/x0dbdum+JvndMUPQ+rUXbcYlr4WVG+0ivWQv5Z56Us2WLbK1vO7aneIpmUUve5olroZ1qqFeraq471+F8evNW9iycz/2HT6ZI+xub7ZQRJ9iRe/XnZLejXKpKEJKrarPonb1Z5Ux7ty5g2OnzytjiJycvTgS2/Vu7Et72VeSrbxiuaeU/o+eOoetO/eraysxJAztg/Vbdynzk+IpwVpPtpf+Za+K9J0/fz6IfO/p7Obu7Cu2JQGzEzD7DWaz8wu2+Hj+HGwrHnjzlYcEE9JmQkQzS5kxIUY5VxEBsWnncPXhQ19lxvTUOamnV8+TgrXEJg97ivhpKdUrl8eyGckoU6qkp0MP6v7MLn1mX5wrV68hLCoJazZuVz+Waws5RkNaN9G9NtW7JpVr0fmTEyDXXkbK73/8qWTGzVy40vC4RvqVOnrxOfpt8aRgrffgrFzLLUwfg6L3FzE6DdYzQMDsx5q/C9ayBPIgRLvQaOWhCktJGx2pPAzFQgJGCZj9+peCtdGVZD0SIAESIAESIAESIAESIAESIAESIAFvEaBg7S2y7JcE/JAABRE/XDSGrCFgKyO0q5hEUI7u3025EW00G7DEkDzlPU02ZaPjy43vtNERkNckO8oMKDfZu4bH6WbblvEsYozRsfXqeVJm2XvoOPpGj8ex0+ecDkmy94lcbZ0l2rqjQ8fPoH/MBF1B29GgkuF8ythhqFbpGZtVHWVL12soAsSkhCFo0ai+8orujZ/sVap5SrCWmKbMWYbBo1Jtxr1pWQZebfC8IwT8ngRI4P8ImP0GMxfKXAR4/myu9WA0zhO4fOUqOvcfiU/2HFIaP1LiQaybPwki9/547Wd0DR+F/368R+14xewUtG32svMDudHCk+ekboSRo6mnBWs5l23ZLULNJC7nkZuWZqB2gLx5yJPs3enL7NKn9dzkQQc5RrM/HCpvSVo6PUl9eNfSxlaGaJGHO7dt6vAa09LP1l370abHUM21pmR4Hj6gO/Lly+sOfqXtwWOn0a5XtGZO9q5ZPClYy/hrN+1Aq+6R6jz4MIPbS6rbgdmPtUAQrPX+Do0Z1gdxEaHeWVT2GpAEzH79S8E6ILcdJ0UCJEACJEACJEACJEACJEACJEACfkWAgrVfLReDJQHvEqAg4l2+7D33CPzw4zV8sG4LZi5aiRNnLjg1sGQj7tquufKK4gpPlzYsVmcf5O7du9i2+yDGpM3Czn1HDI3/VvvmSpbsUiUfNVRfsoqlZMzH6NSZuvU98ZpjT8ssV3+6jndnLcWMBVk5MnfrTUIyco+K7KW8grpggQKGuHz/w08Y9c4MLFuz0aZ8nr0jWe8+b7XD4F4hDgVuaSdC85GTZxE/MRMfbt5pN6aaVStgfEw4XqpbQ5mviBGeFqwlAOlbMprPWrxKNx5PyPaG4LMSCQQIAbPfYA4QzAEzDZ4/B8xSBu1EVq7fhjdCo9T5t2vxCmZPjMP9Rf6lnPfIG1OGJExSv+/eoSWmJkWh8L2F3GImIqicU63dtF15w4flrTLyFg7JJtupzWt4pkwpRQh195xU3v5y9OQ5fLL3EPYePI4z5y9CxD9LkXNOecuMPFQpD1jKfxt5uNLTgrUnJFK5DpF+1m3eiW27DuDA0VPqebewlbf5NHu5Lho1qOV2tt4bv95SrnWyPtqKY6fOKespRc6va1atCHmAUd7KI2xdlXKv/3IDW3bsx/ptu3OMIXOpXa0SGjesDXkTTaF7CtrckyIp12vV09CeFXn5/cxxyj4wQ5HjcPaS1eg9LEkTTvuWjZCZEqNZR703B/Xr3h4pIwcaPmb/vH0bUYlTlIc4LUXWctHURMPXqo646Y0RO6gHRAzVO/Y8cWxkj8l6P7iy5tl/w4T70VNn1etPeShCHtxt1aShchy4+3vJY83RjnLtewrWrnFjq8AjYPbrXwrWgbfnOCMSIAESIAESIAESIAESIAESIAES8DcCFKz9bcUYLwl4kQAFES/CZdc+ISCCwdeXryjSxuETnykyhdz8FyFVimSFq1qxHJ4q9ThqVqmg3JivVL4MCuTP75F45aarjLn6v5/g08MncOrsF2qWLovIIUJAi1fr4/FHHjKcUcwSnMxv576jmPfBOkUWyS6KSNbnjOThyhxdLe7KLLbGzS5KfHbhS1WosayHyB+SxduRKGFvXiLZi+QuQnP2MaSN3PAWYccduUTWdt+Rk/hg7WbsP3pKIwWJ7CGv7K7//HOq6GHN0lMZrC0MRFJYv3U3lq3ZpGTwzp7hzhOyvat7iO1IwB8JmP0Gsz8yDeSYef4cyKsb+HOTB/Yi4lORuXClOll5a0hE707qeen+I6fQuscQNaty9gzXrhAy+rCanBeG9+ioZMwVQTr7g2pGZUh5s8y899chfe77mvNkR3HLubk8+CjnpPbeKuNpwfr4mfNoFxqN8xcvKSEanafUlesCkTwnZMxXH+izN09nHzLM3pc8NCl7ZtLMxYYempRzYnlo8uW6NQyJ6zKWXK+lzljksQcz/VmwFh6ylyPi03I8UPnumCEY2LOjsk9l30jGebkWsBRXxGi5Zm3fO1q5jrUU698FR8eQke/Xbd6BuUvXKhnxG9R+DiUfLWFzf3hasN68Yx8ad+yvhikPVizOGItiRe93GLpcd324eRcmZMzDgaOnHdaXt1QNCg1B7y5tnBateaw5xOtWhUAQrK3fQiFAmMHarW0RlI3Nfv1LwTootyUnTQIkQAIkQAIkQAIkQAIkQAIkQAKmIkDB2lTLwWBIwLcEKIj4lj9HJwESIAESIAES8D0Bs99g9j0hRpCdAM+fuR/8mYC1SKknT/9y4yZChyYi68Ot6lRdlS3lAbXFKzcgcnSaITFXBuzbrR2i+r2FPtHjVHHYiHgssumAmBRs2v6pS0skAnLGuOHo8PqrNiVrTwvW9rKJ25uEiPIiI6dMm2/oDS7Z+xIBd8rYYUq2XSNFHlodOPIdiLDsTBFhPqpfNwzp08Vupmnp89vvf0D/EROwZuN2Z4ZQ6vbq3AbjY8OVLNrZi78L1jIXEZ7fjkjQCNQi72bNmoCK5Z5CVOJkTH3vA3Xa8t38yQlKZnZnisjzfaKT1SZlSz+BrNkTULl8WWe68WhdTwrWepn55aES2TeOHrQW8T8uZTqmzVvu9PzkAeJJCZGQdTFSeKwZoeRenUAQrOVvXLteUZrf/mUzktHh9cbuwWHroCJg9utfCtZBtR05WRIgARIgARIgARIgARIgARIgARIwJQEK1qZcFgZFAr4hQEHEN9w5KgmQAAmQAAmQgHkImP0Gs3lIMRIhwPNn7gN/JjBp5hJFdrYUW29AsRYuG9WvhQVTxkCEbKNFpMalqzcq4uavN3/TNJM3u7zepKGSPVak5S079uHIybNqHZGsT372OXbuO6J85kiwvnL1GsKiknIIuiLd1qxaETWqlMd9/yqs9HXp2++VN8FkH88ysKNxPClY3/j1FsJHpmDB8o/Uec9OjUPPkFZ2EUtm46ixU3SFT+H6Sv1aeOKxh3H79l/Yc/A4dh84qst/5juxaFDbvogrGbK7DYrXvClFghN5um7NqnihRmUUKJBfYbp1537drOGSyTdpeD+bmXxtzUfmUqdGZeUtNFJ+vXkLu/YfVbJ2W5fEqL5K5vN8+fKqX4lwv3L9x8p/X7v+CxauWK9mZS9ftjTefP1VVfwuWCA/OrZqgocfKmZ0e+dKPVvH0Fvtm6NO9cqIGjtZs7YiDA8J66Lh4ChQvaz2nngzkqNxHX3vScFaBH7J9P3x7oPKsLJ/V82diFfq1bIbhq3fFWkk2e4bNXhe+Q2ztzflgYY5aaMg+9le4bHmaEd45nt/F6z19qSjv1ueIcdeAo2A2a9/KVgH2o7jfEiABEiABEiABEiABEiABEiABEjA/whQsPa/NWPEJOA1AhREvIaWHZMACZAACZAACfgJAbPfYPYTjEETJs+fg2apA26i13+5gZ6RiVi14X/SqRRbQq91pmupu2J2Cto2e9kwl+NnzqNjnxglC6+liGQo2bCbvFhHI4HevXsXkr01dvw03QzU9gSyO3fuKpmcY8ZlqOOIQDkqohd6d2mLIvf9T6zOXkRclTmOemeGhofUsZet21OCtUitKRnzMTp1phpW80b1MHtinF3JV+aalrlIEayzF5E4k0f0R71aVZEnTx7Nd1d/uq5ku542f7lGxn2+2rNYmD4Gkq1Yr4igLFLqvsMnNVwjenfGwJ4dFbE0e5E13Lb7IGLGTcWBo6c136WMHIjIsC7Im1cbm1T6aMsuhPSLUWOTbL/pScPQ9KW6OURhWbcLX36N6LHpmnUTYXr5TMnq/B/duVjLurL/FmeMzTEHw5s7FyvKXrHOVK03vEjX6WOjdPe7vXBlf3TqF4stO/er1URYjx3Uw2Ym99yYvqcEa8lAPTwpHbMWr1LDlqznklm68L2FbE7FFnfJSj1mWB9lr1kLgF9+fRnxEzM1D03IANImMyUGxYsV5bGWG5vHzhj+LFh//8NPykMVC7PWa2YYFxGK+Mjeur+vPsbN4U1MwOzXvxSsTbx5GBoJkAAJkAAJkAAJkAAJkAAJkAAJBAkBCtZBstCcJgkYIUBBxAgl1iEBEiABEiABEghkAma/wRzI7P1xbjx/9sdVY8xCYPeBY2jaOVwVWe1Jy5JVeEBsCua9v06F171DS0xNirIrJVoq/3n7tiJLi9hrKSL0ikD87DNP2VwQWxlj7cV68dJlRdDNLgJLdubQTq0dCqI/3/gVA0e+oxHW7GXvdUewFmFT2ksWXZE9Ldm5BYZIxfMnJ6BhHfsZpQ8eO412vaI1GaUlXpHCbcmb0r+IySLWR46epGk7pE8XJbt0wQIFNGuit34SY9roCEUW1RGf1PYi7A5JmKRhKm2zZk1AjSoVNOPc/usvRX6VzOqWYkTkF9EwdGiiImdbStroSET07qS7t/xZsJYJibjbZUCccgzrFTm23psUDxHNnS2fXfgSb4YNx4kzF9Smi6YmonPbps525dH67gjWN2/9hqs//Yy1m7ZjztI1mrkZZbVm43Z0DY/TPJQQM7AHYga+bfc38O+/72DGwhXKgwbZM/e/O2aI8mCC9bHDY82j28ZhZ/4kWMtekr9Rcixs2LYbi1ZsyPE2gVZNGiIzJRYlij/gcO6sQALZCZj9+peCNfcrCZAACZAACZAACZAACZAACZAACZCArwlQsPb1CnB8EjARAQoiJloMhkICJEACJEACJOATAma/wewTKBzUJgGeP3Nz+CMByXyckDYTIpdZish+KXEDc8i1lu8Xr9ygSJ2W8kiJB7F6bipqPVfRIQLrDNiSUTprVgoaN6ztsK1kvA7pG4tjp8+pde0J1ms37UCr7pFqXRGA56TFoej9RRyOJRU279iHxh37q3Ub1a+FJdOSdIVlPcHa0CB2Kkn26Sljh6FapWfsdqW3hi/VraFkoX7s4YcchiGS9ewlq9F7WJJa15b4rJfB3Ki0Lp1/+/0PSvZrkcktRU/mlqzqUs8iSttbZ+sJrly/DW+ERqkf2xPj/V2wlklu23UAXcLj8N2VHzUo5NhamJ4IES1dKSJt12vVU9N015o5kH3py6InWLsbj/w2SOZq2ff2it4DJs5kCBcxVjJZJ0+Zqw4jPEVcL1XyUc3QPNbcXVXn2vtSsHYuUse1ZU/NSRsFeTMECwk4S8Ds178UrJ1dUdYnARIgARIgARIgARIgARIgARIgARLwNAEK1p4myv5IwI8JUBDx48Vj6CRAAiRAAiRAAh4hYPYbzB6ZJDvxGAGeP3sMJTvKRQJfffMdOvWLxZ6Dx9VRHWUK1ssMLZmSJUuwvQzGMkDmwpXoE52sjuVM9msRgSWjsWRBthR74u2Bo6fx8Z6DOHLiM3z5zXfo/mZLhHVta5iutchpbyxPC9bd3myBlJED8dCDjrOPurKG1hBEaO4Zmahks7aUxKi+iB3UQ7Omwj9ydJpax1lpXRpaC9B6XK15li39BLJmT0Dl8mUdrp9kXhZZvMh9hVG14tN4pkwptG/ZSPeBgUAQrEXaTZo8B6NTZ2rY9O3WTslgXuiegg6Z6VWwfsBA6gSiYC17PLp/d4iQ7qgcOn4GLbtFqDK7Mw+XWPrW+/3UywzOY83Ranj2+0AQrGUPd2zVBGOG9cHDDxXzLCD2FjQEzH79S8E6aLYiJ0oCJEACJEACJEACJEACJEACJEACpiVAwdq0S8PASCD3CVAQyX3mHJEESIAESIAESMBcBMx+g9lctBgNz5+5B/yRgLXs+kKNykqWZnuZXG//9ReGJ6UrsrOlSHbnBVPGQIRDW+X3P/5ERHyqIllbyowJMU5Jz8fPnEe70Gicv3hJ6cKZzMbOro8vBWuJVbKPhvfoAJHQC99byGb41iLsiy9Ux+KMsXi0RHGnpmwtv7dr8QpmT4zD/UX+pfTz683f0D9mPBZmrXd5/aTh5StX0bn/SHyy55Daz5p5aXi9cQP1v3/7/Q8MiptGE59IAAAgAElEQVSoZNa2lF6d22B8bDge+LexDORGJh8IgvWVq9cQFpWENRu3a6bsTHZ4PVbWmeqljrOCtTvZpm2N5U6ftvZEzaoVFMm6xav1bGbul7bWx4i97Oi2xpKM83Ep0zEu/T21ijycInu7QP78PNaMHLheqOPPgrX8rZCHSDq1eU15oMTRg05ewMcuA4iA2a9/KVgH0GbjVEiABEiABEiABEiABEiABEiABEjATwlQsPbThWPYJOANAhREvEGVfZIACZAACZAACfgTAbPfYPYnlsEQK8+fg2GVA2uOt377HQNiUzDv/XXqxEaEvw3JXJw3bx67k9XLbuso87W1WCsy9rr5k1C9cnnDYCXTctfwUfhoyy6lTSAL1hYojRvWxtTkKEgWZ70iombMuAz1K2tZ0yhc6+y81mwvfPk1OvaJgdST4sr6STs9QV8yrsZFhGpCnbN0DUKHJGo+q1S+DLq80QwtGtXD0/95Evny5TU6Pd16/i5Y/3n7NmLHT0PqjEW683u+2rNYmD7G5t6xB2/tph1o1T1SUyVQBWvLJEWYlqzfxYsVzYHmjz9vK9nzp81brn6XNjpSydzvbLFm2+TFOspDEcWK3q90xWPNWaLu1/elYC0PNJUtXRJ58uT8u3v37l2cv/g15E0F2Yu83SC6fzd0btsUxYv9W7et+1TYQzASMPv1LwXrYNyVnDMJkAAJkAAJkAAJkAAJkAAJkAAJmIsABWtzrQejIQGfEqAg4lP8HJwESIAESIAESMAEBMx+g9kEiBhCNgI8f+Z28DcCp85+gfa9o3Hm/EUldMl4u2ruRLxSr5bDqXx35Ue8NXAUtuzcr9aVTMtTk6JsZlv+7MKXeDNsOE6cuaC0EbF62YxklClV0uF4lgrWkqOnBWuRfz//8hslu/KKj7Zh667/Nz97Y/10/RclK/PGT/aqc1k0NVGR3xwVEeh++fUmvv/hJ2za/ilELLYwsrRt9kpdSLbvko+W0HSnJyu7Kn3qZZbOLtRaC9hGsp3bmrt1JuCwrm0xKWEICt1TUG3y7fc/KDL9x7sP6nYjUqJk627b7GXUqloRJYo/4HTmVn8WrP/55x8sXb0RfaKTlezitkq/7u2RMnKg3Szoem13HziGeq16ar4yq2BtNK6//76DX2/dwhdffYv1W3crx5q1uNqj4+vKXixyX2HN3H+5cROhQxOR9eFW9XPrzOuOjnXL944y8fNYM0rSc/V8KVjr/f5ln5n8jTh97iLemb4AC5Z/pJn00L5dIQ9GeTKzv+eosid/JGD2618K1v64qxgzCZAACZAACZAACZAACZAACZAACQQWAQrWgbWenA0JuEWAgohb+NiYBEiABEiABEggAAiY/QZzACAOqCnw/DmgljMoJjNp5hJEjk5T59qofi0smDJGyUzsqNy5cxcJaTMhUpqlSLvVc1NR67mKus2thU3rrK2OxrR8n12Ec0WwtgjNX33zPa7+dB0nP/scIjweO3UOR06etRmGtwRr6wFFlk2eMhfjp87TfDWkTxckDe+HggUKqJ///sefiIhPhQjLlmJU7LYeV08Szy6uemr9ZNzFKzegy4A4NQRbguGOTw+j97AkiAjtqEi2ZpGtW75aH+WeetJQRld/FqzlwYiQvrE4dvqc5hiWPSFrZSny4ITI+SGtmzgloFtLvtKfPBDR4fXGjpZC/d6ar+GGAGxJ03p9GhWsrceXhxqixk7Gwqz1mq/eHTMEA3t21PBydHw4MzfrOVj/tvBYc4amZ+qaWbC2zFAeEJixcAVixk3VPFTRvFE9ZCRHQx46YSEBdwmY/fqXgrW7K8z2JEACJEACJEACJEACJEACJEACJEAC7hKgYO0uQbYngQAiQEEkgBaTUyEBEiABEiABEnCJgNlvMLs0KTbyGgGeP3sNLTv2AoHrv9xAz8hErNrwsUd7j4sIRXxkb+TNmydHv56SBl0RrEU6lazU772/Flt37se1n284Pe/cEqwlsFu//Y6osVMwbd5yNU49gd3bgnV2WdtT6ycTshas7cn2X359GfETM3NkbrW3gJXKl8GQsC5o1+IVu5mb/VWwlgcDwqKSNcevyJVZsyYoe7tdryiNgCl7d+n0JJQvW9rwvpfMzp36xWLPweNqG1ezozsa1Blp2pm6jsaV769cvYawqCSs2bhdrS6y/tJpySj9xKPqZ94UrGWQ3HqYgcea/q7wB8FaIhfJOjVzEYYnpWsm0qpJQ2SmxCqZ/FlIwB0CZr/+pWDtzuqyLQmQAAmQAAmQAAmQAAmQAAmQAAmQgCcIULD2BEX2QQIBQoCCSIAsJKdBAiRAAiRAAiTgMgGz32B2eWJs6BUCPH/2ClZ26iUCW3ftR5seQzUSpieGspcF21OCrjOCtWSr3rb7oJLx88DR04an+MC/i+C5Z5/B6fNf4LsrPyrtclOwlvEkq3bHPjGQTMWWkjyiP0aEv63+t7cF603LMvBqg+eV8Ty1ftKXtWDdtV0zZCQPh2Rb1iv//PMPRPhdtGIDFq1YbyijtfTTpulLmJQQaTOzqz8K1rYEy5SRAxEZ1gXCSoR0yYKevbRv2QiZKTEoen8RQ8eBZFLvHzNek93ZVqZxQx3aqeSMNO1MXaNxbdr+aQ4p3TpbtzcF67Kln0DW7AmoXL4sjzWji+bhev4iWMu0b/x6C+EjU3I8dNKve3vI70Dhewt5mA67CyYCZr/+pWAdTLuRcyUBEiABEiABEiABEiABEiABEiABcxKgYG3OdWFUJOATAhREfIKdg5IACZAACZAACZiIgNlvMJsIFUMBwPNnbgN/IXDnzl0kpM2ECGXeKCtmp6Bts5dzdO0pQdeoYC0i6oyFKxS5WmRRW0Uy/1Ys9x8892w5VK9cXvnfxx8pgc+/+gYdwkbg2OlzStPcFqyNCK7eFqxzK6uuM+KuSPNfX76CHZ8ewbrNOxxmJBfJWsTi4sWK5tgC/ihY68nA1nPUy8osk7dI2HoZ5vWOj0kzlyBydJr6lV5mZ0/8hjgjTTtT12hsl69cRef+I5Us95YyZlgfSEZ+S/GmYG392+Kp30qJ3fphBh5r+rvCnwRrmYE8eBPSN1b9+ySfyQMqMybEIKR1E+hIqEYPB9YLcgJmv/6lYB3kG5TTJwESIAESIAESIAESIAESIAESIAETEKBgbYJFYAgkYBYCFETMshKMgwRIgARIgARIwFcEzH6D2VdcOK4+AZ4/c2f4C4GLly4jpF8M9h0+qYYsUrGegOpoTn/9/TeOnTqHaz/fUKt279ASU5OicmTRtBYj7QnLtsYVOTwuZTrGpb+nVLHXx7ZdB9AlPE7NQC31JTN1SJvX0KJRPTz7TBk89GBRFMifX3c4Z+LVky8XTU1E57ZNHSG0+b2ePN3kxTpYnDEWxYrer7S7/ddfGJ6UDhFhLSVtdCQiendyelzJEN2pXyz2HDyutBVZb9PSDNSuXkn570PHz6BltwiV5ws1KmPJtCSb2aHtBWAt7krm1dT4CNxTsIDTcQuDc59fwvptu7Fy/TbNvrZ0Zkv69zfBWqTKtyMSNHMsX7Y0JNuyJfuxZc7b9x5Gt0HxSuZvS5GHCeZPTkDDOtUMcd5/5BRa9xiiOYZmp8ahZ0grQ+2NVnJGmnamrtHx9Y5faxH5lxs3ETo0EVkfblW7XTMvDa83bmB0GLWe9bEkD3bIGpYpVZLHmtM0PdPA3wRryVQv8nzX8FEaAPI3cen0JMjvAgsJuELA7Ne/FKxdWVW2IQESIAESIAESIAESIAESIAESIAES8CQBCtaepMm+SMDPCVAQ8fMFZPgkQAIkQAIkQAJuEzD7DWa3J8gOPEqA588excnOvEhAJNQ3QqPUER4p8SBWz01FrecqOj3qn7dvIypxCqbMWeawv6s/XVcE3i079yt1ReDdsDgddWtWMTyudVZnW4L1rd9+x4DYFMx7f53at4yTmRKrZKs2UvxBsJZ5eEpW/vTQCTQO6a9m+7aWPh0J2EaYSp0//ryNIQmTMG3ecrVJ8oj+GBH+ttEubNaT7NYbtu1B/5gJGrHYlsDtT4K17OmosVM03OxlrJWHEdIyFyltspfmjeph9sQ4PPxQMYe89Y4jZ9o7HOD/KjgjTTtT1+j4RgRrvYcZXN2376/dhI59YtTwhOnC9DEoen8R5TMea0ZXznP1/E2wlpnf+PUWwkemYMHyjzQgBrz9JlLiBqHQPQU9B4g9BQ0Bs1//UrAOmq3IiZIACZAACZAACZAACZAACZAACZCAaQlQsDbt0jAwEsh9AhREcp85RyQBEiABEiABEjAXAbPfYDYXLUbD82fuAX8goCdMdm3XDBnJwxXh2ZWydtMOtOoeqWkaFxGK+MjeyJs3j/q5nljrbLZlo9Lz8TPn0S40GucvXlLGl7llzUpB44a1DU9xx6eH0bBtb7W+vWzZ3shgbS2TSyDWWXXls8079qFxx/5qnC++UF3Jcv1oieKG5yoVMxeuRJ/oZLVNuxavKCLu/UX+pXymF8+MCTFKTM6Uy1euonP/kfhkzyG1mXUmYMnULJm0D5/4DCfOXIDs0V6d2xgaRjK7zliwAv1GjFfrW2f+tnzhL4K1zEkeYhg8KlXDwJFIaUvAjBnYAwlDw5AvX16HTNds3I6u4XGqeC8NxseGY0hYF0PtHQ4AwBlp2pm6RsaWOnp7csywPpDfsezF+hhx5bfTOgu/9C8Z54WpJZs+jzWjK+e5ev4oWMvsDx47jXa9ojUPlMjfu4XpiWjVpKHnALGnoCFg9utfCtZBsxU5URIgARIgARIgARIgARIgARIgARIwLQEK1qZdGgZGArlPgIJI7jPniCRAAiRAAiRAAuYiYPYbzOaixWh4/sw94A8ErMVjiXl2ahx6hrRyOfzvrvyItwaOUjNTS0e2JN/FKzegy4A4dazXGzfArIkj8dCDDxgaf87SNQgdkqjWtSU9W0vHL9SojCXTkvDk448YGkeEVskMLZmWLSW3BetTZ79A+97RENnYUhKj+iJ2UA9kF4yss91K3UVTE9G5bVNDc5VKP/x4Db2GjoXI8vbGss6W7ez6Sd/We0CPq3UdPbHc3uR2HziGeq16qlX8XbDevvcwug2K10iUL9WtoWQ9fuzhh+yus+yfkL6xOHb6nFrPGQFTHsqIiE/DrMWrNO1Frg9p3USzFw1vOKuKzkjTztQ1Gs/WXfvRpsdQjUSudwwdOn4GLbtFQH7zpEj2/2XTk9GgdjWjQ+nK5Hpj8VgzjNQjFf1VsPZEpnqPAGQnAUPA7Ne/FKwDZqtxIiRAAiRAAiRAAiRAAiRAAiRAAiTgtwQoWPvt0jFwEvA8AQoinmfKHkmABEiABEiABPyLgNlvMPsXzcCPlufPgb/G/j5DZ6Vho/PV61farpidgrbNXtZ0c/HSZYT0i8G+wyfVz2e+E4vQTq0diprffv8DuoaPwse7D6ptbUnP1lm1q1cuj2UzklGmVElD0xIRvWOfGI3cnJuC9Z+3byN2/DSkzlikxitS7Kq5E/FKvVqaOYhgl5A2EyIIWopR+Vbqy/rNXrIavYclqe1FHF09NxW1nquoGUtP+ja6ftKR3hoO7NkRKXEDUbBAAXUs6wcBypctraxf5fJlDa2ftaAt+2ty4lDcW+geTXt/yGD9/Q8/IXRoIj7askuNXR4UmD85AQ3rOBZ7ZX2Xrt6oZCeXzMiW8ny1Z/HepHgIW0dFJO23IxI0x+0D/y4CyUAvIr+RTNi2xrj603Vln0+bv1wT3641c1C3ZpUczTwtWF//5QbCopKxfN0WdSxhsnzmBFQs9x/N+HpvAHirfXOkj41CkfsKO8KIv/++g/iJmUieMlezDkunJaP0E4/yWHNI0HsV/FWwtvW7Kp+njByIyLAumjdJeI8gew4UAma//qVgHSg7jfMgARIgARIgARIgARIgARIgARIgAf8lQMHaf9eOkZOAxwlQEPE4UnZIAiRAAiRAAiTgZwTMfoPZz3AGfLg8fw74Jfb7CYpI2DMyEas2fKzORU9udWWiepmxu3doialJUSh8byG1S5E9p8xZhsGjUtXPRBadPn4EXnupjk3JWsTQ6KQpmD4/SxOeLen500Mn0Dikv0bYlGy/IoPqyDmaPkUiDotKgmRBzl4qlS+DDzLH45kypXIg+un6L+jcfyQ2frJX/c7ZLNKWhiJXT569DGPfna2Jv33LRshMiUHR+4vkGP/gsdNo1ytak+FY6ov4WaK47ezgsh6yHyJHT9K0HfD2m0iJG4RC9xTUjKUnfotomzFuODq8/qpdtiLSSkbwhVnrNWu/OGNsDpFWT2Rt1aQhMlNi7c5HOtYTkiXbsmTBti7Wsq6tzOuuHBOeaPP7H38iKnEypr73gaa78bHhGBLWxbDYbKufft3bKxJm9mPUVtyyt0VElozp2YsIxsMHdFeOC0fHVvZ2kjVd9kL63Pdz9Cn1ckOwlt+V2PEZSgzZy5A+XZA0vJ9G+rd8v2bjdnQNj9Mcm4NCQ5T69jiKXD1j4QrEjJuqaWtLguWx5okjyHgf/ixYyyz19qWzD6YYp8WagUzA7Ne/FKwDefdxbiRAAiRAAiRAAiRAAiRAAiRAAiTgHwQoWPvHOjFKEsgVAhREcgUzByEBEiABEiABEjAxAbPfYDYxuqAMjefPQbnsfjXprbv2o02PoRq5b828NLzeuIHb89ATYm1lQb5y9ZoiMIsQZiki6Y4cHIreXdrkELIvfPk1osema8RwSztbgvV3V37EWwNHYcvO/eoYInKPje4LEY+zZ0u2VBDhc/4HH2L81Hm49vMNXSa2pE93Bevbf/2FH368rmTnnrV4FXbuO6IZX7JXZ81KQeOGtXXjkizWaZmLEDV2iub7mlUrIHnEALxctwby5Mmj+U5iFtl90szFTmU2Pn/xkpJJPHsWcomvX7f2EDG1eLGimnHu3r2LXfuPImZcRg5p3Z4ovGn7p2jXK0oTW4tX6yM+sheqVXomx3xEFj9y8ixGJE+FtLUUyYIssnupktoMwfK9yMKd+sViz8HjSnWZx7Rxw9GpzWs5+s8+KZHv67XqqZmnrb3h6sFlK/O0MxmTs4+tlz1cvjf64IEtGd8yhqxNr85tFFlejmdrCU72gey5/UdOQTKMf7hlp2ZtrX8L+rz1Rg7BX+q4m8FaZHOR8Ndu2o45S9fgxJkLmiVyJKXaktVl/glDw/Dcs+VyzP3St98jafJczFy0UjOWo4cGeKxBycw/6p0ZKrcmL9aBPJRRrOj9rh5auu38XbCWv8ER8WnK34/sRY7JSQmRhh6i8ChQdua3BMx+/UvB2m+3FgMnARIgARIgARIgARIgARIgARIggYAhQME6YJaSEyEB9wlQEHGfIXsgARIgARIgARLwbwJmv8Hs33QDL3qePwfemgbSjETAjUuZjnHp76nTalS/FhZMGQMRoT1RVq7fhjdCozRdxUWEIj6yN/Lm1cq9Z85fxNsRCRpJVxqKBC1ZhEVy/PXmLUXM3b73sM3wbAnWIoPOXrIavYcl5Whb7qknUadGZTUTtUifIjRL1uvsReRkyUj7yZ5D6sfbV85Eg9rVcvSpJ1h7gqmlDyMZi0WwE8F62rzlunN+pX4tPPHYw7h9+y9FKN594GgOwVX4z5+cgIZ1cs4xe6eyJt0GxefIPCyCct2aVfFCjcooUCA/RCzdunO/IsVaF0fZk/Uy+Fr6EIlV1lDmI0XG2XvwuCJYZy8Sj2SvDmndRDe78i83biJ0aCKyPtyqaSf9iyieP38+JI/oj8rly2q+zw3BWrLCd+wTAzlWLOX5as/ivUnxyvHhStm26wC6hMdBHkCwFFnzrFkTUKNKBYddynG199AJDB41EQeOnrZZXwTrKhWfRv58+ZQ6N27eynF86TW2Jylb6usJ1g4DN1jB0X6xdKP3kEj2vdmowfOKAGzvN8zoWgb7seYrwdrglrFbTbLmT0oYkuNBAW/J3HpvMpA9vTA9ESLzs5CAEQJmv/6lYG1kFVmHBEiABEiABEiABEiABEiABEiABEjAmwQoWHuTLvsmAT8jQEHEzxYsiMOV7FddBsSpBLyV0SiIEXPqJEACJBC0BMx+gzloF8akE+f5s0kXhmEpBC5euoyQfjEaodmW/OwqsstXrqJz/5EaIVkkwqXTklH6iZzZgw8dP4P+MRNySNb2xh8UGqLI2mmZi5VqtgRr+U6E49jx0zB59lKnp9Sj4+tIGt4f772/Vsm8bCkiH0sGYeviLcFa5Lioft2UzNCF7inocB4yZ8nALXP+9eZvDutnryBC+ZTEYahdvZKhdiKkD4x7x65oq9eRzEnWcfiA7g6zqkom8eFJ6TmyshoJUCTftNGR6Ny2KfLly6vbRIRhyeI9eFSqzS43LcvAqw2e13zvbcFaT+A1Kv/aY/P333eQmrlIYZq9tGn6EjJTYnJkH7fVl+yzmYtWYey7s21mezeyRpY6cg0f3b+bIvZbZ1q37sdbgrWR/ZI9lqs/XVc4zl221pmpKnVFJE8bHYGypZ8w1DaYjzUK1oa2iFLJ1psMXqpbQ8lU/9jDDxnvjDWDloDZr38pWAft1uTESYAESIAESIAESIAESIAESIAESMA0BChYm2YpGAgJ+J4ABRHfrwEjMEaAgrUxTsFaS15FLVm/5NXy8npcFhIgARJwhoDZbzA7MxfW9T4Bnj97nzFHcJ2A9TmzZK1ePTcVtZ6r6HqnVi1F7kpImwkR4rKXFbNT0LbZy7rjiKSYOmMRps1fblcIFvlxzLA+CO3cGikZCzDqnRlKf/YEa/n+9z/+xIwFKwyLoNai59pNO9Cqe6Qau62MpN4QrCXrcvSAbkr2ZB2hyOa6yfnvtt0HMSZtlpKZ21ERtiI79+7SFvcX+Zej6prvZf3enbUUMxZkGRJtRSyNGfg2alerZHhOksl67tK1mJAxP0fGbFvBijA8cnBPSCZqR+wcSdySAVvWPXvxpmBtS4IWyT5peD8ULFDAqTWyrixrFhaVjFUbPtZ8ZSRLunVfP/x4DR+s24KZi1bixJkLTsUl+65ru+YI7dQaFZ4u7VCstnTuacFaxPVu7VsoDzGUKpnzQRB7k5K9uXL9x8qbAYzMX7Lnjwh/G2++/qqhByayjx2sxxoFa6cOK3z7/Q/oGj4KH+8+qGmYMnIgIsO65HibhHO9s3YwEDD79S8F62DYhZwjCZAACZAACZAACZAACZAACZAACZibAAVrc68PoyOBXCVAQSRXcXMwNwhQsHYDXgA3lWx0n134Usngt2D5R4qQI1kaWUiABEjAGQJmv8HszFxY1/sEeP7sfcYcwTUCkm12QGwK5r2/Tu1ABNQ5aXEoen8R1zq10Wr/kVNo3WMIvrvyo1qje4eWmJoUZTNbsZy3ffXNd4qouW3XARw4ekqRdUXAfKFmFbR8tT5av/YiHnrwAaXP7MKdI8HaEoSIoOs278SWHftw5ORZiKQp5cnHH0GVCmUhGT5FrhYBMnsGXevM3+XLlsayGcmK9Jy9uCtYy7hKLBWfRr1aVVG72rPqfF1dIBF1Za7//XgPRAi2cJX+JEt1tUrPoNnLdVH/+edQ5L7Crg6jtBO+InVv/GQvjp06p4xrhK8zg4osv+/wSWza/ik+PXxCGUf2iRThJ2sjGZBfb9wQpUo+YljYlfYiyq7fuhvL1mxSxpD9aCkixCZG9dWIid4UrNds3I6u4XGaBw5aNWmIzJRYlCj+v2PA3XLw2Gm06xWtmac8dLEoPREv16vpdPci9X99+Qq27NyPwyc+w5nzFzXrIxJz1Yrl8FSpx1GzSgVIZvtK5cugQP78To/lrmAt0v2jDxdHjSoV8EKNyors7+7+z743d+0/iqOnzirrZ5m3HNONG9ZW5m0kE709KMF2rFGwdvoQgd5viPx9yZo1Qdn3LCRgj4DZr38pWHP/kgAJkAAJkAAJkAAJkAAJkAAJkAAJ+JoABWtfrwDHJwETEaAgYqLFYCh2CVCw5gbRI5D14Vb0iExQxQQK1twnJEACrhAw+w1mV+bENt4jwPNn77FlzyRAAiRgRgLZxfpda+agbs0qZgyTMZGA3xOwPNQgD8IszhiLYkXv9/s5cQIkYEYCZr/+pWBtxl3DmEiABEiABEiABEiABEiABEiABEgguAhQsA6u9eZsScAuAQoi3CD+QoCCtb+sVO7Gab0vKFjnLn+ORgKBQsDsN5gDhXOgzIPnz4GykpwHCZAACRgjkD2bMgVrY8xYiwRcIWC5vqdg7Qo9tiEB4wTMfv1Lwdr4WrImCZAACZAACZAACZAACZAACZAACZCAdwhQsPYOV/ZKAn5JgIKIXy5bUAZNwTool93hpClYO0TECiRAAgYImP0Gs4EpsEouEuD5cy7C5lAkQAIkYAICm3fsQ+OO/VG9cnksm5GMMqVKmiAqhkACgUXgzp27iEuZjnHp76Ff9/ZIjY/APQULBNYkORsSMAkBs1//UrA2yUZhGCRAAiRAAiRAAiRAAiRAAiRAAiQQxAQoWAfx4nPqJGBNgIII94S/EKBg7S8rlbtxUrDOXd4cjQQClYDZbzAHKnd/nRfPn/115Rg3CZAACThP4NZvvyMiPg2zFq9C9w4tMTUpCoXvLeR8R2xBAiRgl8CZ8xcR0jcWx06fw+zUOPQMaUViJEACXiJg9utfCtZeWnh2SwIkQAIkQAIkQAIkQAIkQAIkQAIkYJgABWvDqFiRBAKfAAWRwF/jQJkhBetAWUnPzoOCtWd5sjcSCFYCZr/B/P+xd9/xUVT9Hsd/D6FXQSxYaFJEqjSpAoogIFIEpYMQqSImaIBAaIEAARKVIgFEqaIgiBQFqdKkSRfpRRCRJiCo1Ps6482Q3exmZ5Ld7OzuZ/65L5JT3+fEO/PMd88G6rpYdd7cP1t1ZRgXAggg4F6B8xcvS/TEGTLm45mSLWtmmT8lWurUqOTeTmgNgQAXuHfvnuzcd1D6RY2XFSGoVjAAACAASURBVOt+lFpVy8vMcUPl8UcfDnAZpo+A5wSs/vxLwNpza0/LCCCAAAIIIIAAAggggAACCCBgTICAtTEnSiEQEAIERAJimf1ikgSs/WIZ3T4JAtZuJ6VBBAJSwOovmANyUSw8ae6fLbw4DA0BBBBwo4AKezZ7K0xrMeLdYAnp3FrSpg1yYw80hQACt2/fkUFj4iTqo2lS9Kl8Mnl0f3m+UllgEEDAgwJWf/4lYO3BxadpBBBAAAEEEEAAAQQQQAABBBAwJEDA2hAThRAIDAECIoGxzv4wS28HrP+4cElWrt8qi1f8oJ2udPDoSY013xN5pPQzhbVTll6tU0PyP5lH0qRJk2zyi5evyPK1m236UaelVSxTQurUrCSvN6yt9aleNvz9z78SMmisxM1coPVXt2ZlmT1hmDyYM4eh/q9euy7rt+yU+UtXye79h7R5qSvXA9mlQpniUrVCaWn8ck0pVriA4SCBcnmjSz/ta33VVfqZIvJF3AjtRamRy0j9yNipMnD0JCPNSZe2TSV2SG/JlDGDofIUQgCBwBSw+gvmwFwV686a+2frrg0jQwABBNwpoJ631LNH+dLFtOeilDznuXNctIWAvwkcPn5KRk+cKaFdWsvThfL72/SYDwKWE7D68y8Ba8ttGQaEAAIIIIAAAggggAACCCCAQMAJELAOuCVnwgg4FyAgwu7wFQFvBaxP/PqbjJ00S6bPWyLX/rrhkqtJvVoy4N1O8myJoloI2uilXt5PmvGVDPtgqlz686rTaips3b19cwnr0V4LDScnYK2+6lqFsmMnz06yr/hBVH/uWRkY+pa8ULW8y1CBkYB0UiZG6hOwNrqrKIcAAkYFrP6C2eg8KJc6Atw/p44zvSCAAAIIIIAAAggggID7Baz+/EvA2v1rTosIIIAAAggggAACCCCAAAIIIGBOwHjay1y77ix9L2Fj9+7Z/NOd/dAWAgEvQEAk4LeAzwCkdsBa/f8edZL0uwPH6qdVG8VSJ0DHDA6V1k3rGTr5WQWeew+JlZnzlxntQhrVrSGjB/bSwt9mTrD+ae8v8s6A0bJx227DfamCKtgd1r299O7aJsnToI0EpJPq2Eh9Atamlo7CCCBgQMDqL5gNTIEiqSjA/XMqYtMVAggggAACCCCAAAIIuFXA6s+/BKzdutw0hgACCCCAAAIIIIAAAggggAACyRAgYJ0MNKog4K8CBET8dWX9b16pGbBW4erPv14uXftEJTq1WoWnX6xeUcoULyJBQUFy4PBxWbtph5w8fdYGXQWSI94NlpDOrZMMWV+/8beEDftIJn42L1H9qhXKSJXypSR9+nQO+6lRuax2ovSajdu1unVrVpbZE4bJgzlzONwA6zb/JO17DXI41oR9nTrzu6xav9VhsLxXcEsZ3re7ZMmcyWEfRgLSSe1OI/WXrtwg+w4e1ZrZ98tRmfXV/WB6/ReryvOVyupd5H38UXmtwQuSPl06//ujYEYIIOA2Aau/YHbbRGnILQLcP7uFkUYQQAABBBBAAAEEEEDACwJWf/4lYO2FTUGXCCCAAAIIIIAAAggggAACCCBgI0DAmg2BAAK6AAERNoOvCKRmwFqd7ty6xwCbILIKVg/v20PaNqufKFz8782b8tXS1TI0ZopNKFmFrCePHiAtGtVxyHznzl2JiZulBawTXu2aN5Ah73WR/E8+ZvNzFcaePGuhDPtgqlz682qiNpMKWB8+fkra9hwoW37ap9dT41MB8Hc6tUgUyr57966s3rhdwkeMl227frbpK3rAOxLapY0EBaVJNAYjAemk9pzZ+vb7Yuj7XSUiJNhXtjXjRAABiwhY/QWzRZgYxv8LcP/MVkAAAQQQQAABBBBAAAFfFbD68y8Ba1/dWYwbAQQQQAABBBBAAAEEEEAAAf8RIGDtP2vJTBBIsQABkRQT0kAqCaRWwPrylavSJSxK5i1eqc+s9DNF5ONRfaVyuVJJzlaFmN8Oj5YV637Uy1WtUFpmjY9MFJZWBfYcOCwtuoZrp1PHX4N7d5awHu0lU8YMDvtSp2t/t2azdOs7ItFJ1M4C1ioA3n/kRBk7aZbeZr4n8kjM4BBpUq+WOHhxoZc7f/Gy9B4SKzPn3z8lWtWdP2WUlC/9TKIxmg1I2zdgtj4B61T6A6QbBPxcwOovmP2c3+emx/2zzy0ZA0YAAQQQQAABBBBAAIH/F7D68y8Ba7YqAggggAACCCCAAAIIIIAAAgh4W4CAtbdXgP4RsJAAARELLYYbhrJ5x16Z8eUSWb1xmxw7dUZrsWDex+WFqhWk3euvSOVyJd3Qi3eaSK2A9aoNW6VJx/fk2l83tImqU57nT4mWOjUqGZq4o9D0B0N7a6dEJ3xBoE6vHhIzWSJjp+rtNm9YW+KiwyVnjuxJ9qVC1lPnfC2d3x9uU85ZwHr/wWPSvHMfmyD35NH9JbhV4yTD1fGNn/n9D+306zUbt+v99e7aRob37S4Z0qe3GYPZgLT9RM3WJ2BtaFtSCAEEXAhY/QUzC2gtAe6frbUejAYBBBBAAAEEEEAAAQSMC1j9+ZeAtfG1pCQCCCCAAAIIIIAAAggggAACCHhGgIC1Z1xpFQGfFCAg4pPL5nDQ3fqMkEkzv0pyQl3bviYfj+rnk5NOjYD1zVu3pO/wcRI7eY5upILR0RHvJAoSO0NU4WdVX536HH+9XKuKzBw3VHLnekD/2W/nzkvrHgNk7aYd2s9UkHvhtDHyYrWKhtZHnbTdKTRSFn67Ri/vLGCtxhM6OEYvp06t/iQmwmWQO+FAFixbLa8Fh+k/Uqd6fxE3Qoo+lc9mvGYD0vaTNVufgLWh7UIhBBBwIWD1F8wsoLUEuH+21nowGgQQQAABBBBAAAEEEDAuYPXnXwLWxteSkggggAACCCCAAAIIIIAAAggg4BkBAtaecaVVBHxSgICITy5bokG/3KqnLF+72dBkVAj3uznjDJW1UqHUCFjbh57V/FfMnSAvPf+cKQp1inWz4D5y+PgprV6eR3LL4umxUq5UMb2d73/YInVa9ND/7SiE7arTuJkLpGufKL2Yo4C1Oom7R/hImTl/mV5u0qhw6dK2qavmbX7vyGbRZzHyap3nbcqZDUjbD8JsfQLWppaRwggg4ETA6i+YWThrCXD/bK31YDQIIIAAAggggAACCCBgXMDqz78ErI2vJSURQAABBBBAAAEEEEAAAQQQQMAzAgSsPeNKqwj4pAABEZ9cNptBGzm52n6WvniSdWoErH/csVfqtOwhKpSsrirlS8mcicMl3xN5TG2UK1f/kuD3ImX+klV6vVnjI6V103r6v+1Ple7X802JDOsmQUFpDPdlP15HAesjJ36VFl3DZceeA1q7jsLeRjp0dLr30Pe7SkRIsE11swFp+77N1idgbWT1KIMAAq4ErP6C2dX4+X3qCnD/nLre9IYAAggggAACCCCAAALuE7D68y8Ba/etNS0hgAACCCCAAAIIIIAAAggggEDyBAhYJ8+NWgj4pQABEd9e1s079kqVhm8maxKbFn8qlcuVTFZdb1RKjYD1Nyt+kEYdQvXpNXvlRZk6JkJyZM9qasp37tyViOiPZcS4T/V6CcPIjsLK0z8cIu2aNzDVj3142lHAWgWrG7YPkbPnLmhtJzc0ruran5itTsGOHdJbMmXMoI/bbEDafsJm6xOwNrVlKIwAAk4ErP6CmYWzlgD3z9ZaD0aDAAIIIIAAAggggAACxgWs/vxLwNr4WlISAQQQQAABBBBAAAEEEEAAAQQ8I0DA2jOutIqATwoQEPHJZdMHnZzTq+Mr+9op1qkRsLbvw1GA2OiOiYydKgNHT9KLJwxY3/j7H+kVMUamzvla/739CddG+rl4+Yq07jFAlq/drBV3FLDeuG23VGvUSW/OURkjfakyRnzMBqTt+zZbn4C10dWjHAIIJCVg9RfMrJ61BLh/ttZ6MBoEEEAAAQQQQAABBBAwLmD1518C1sbXkpIIIIAAAggggAACCCCAAAIIIOAZAQLWnnGlVQR8UoCAiE8umz7ootWayqFjp5I1iSIF88rBDQuSVdcblXw9YJ0wrG0fjFaeGxZ9IlUrlDZF6+2AtaOwttmAtP2EzdYnYG1qy1AYAQScCFj9BTMLZy0B7p+ttR6MBgEEEEAAAQQQQAABBIwLWP35l4C18bWkJAIIIIAAAggggAACCCCAAAIIeEaAgLVnXGkVAZ8UICDik8umDzpd3ufk9u07yZpE2rRBcuvUlmTV9UYlXw9Y9+v5pkSGdZOgoDTiLwHrts3qy4SovpIta2Z9S5gNSNvvJbP1CVh746+RPhHwPwGrv2D2P3HfnhH3z769foweAQQQQAABBBBAAIFAFrD68y8B60DencwdAQQQQAABBBBAAAEEEEAAAWsIELC2xjowCgQsIUBAxBLLkOxBELAeJg/mzJFsP/uK9mHdhKdOm+0kMnaqDBw9Sa829P2uEhESrP37xt//SK+IMTJ1ztf672eNj5TWTeuZ6sbbJ1g78jEbkLafsNn6BKxNbRkKI4CAEwGrv2Bm4awlwP2ztdaD0SCAAAIIIIAAAggggIBxAas//xKwNr6WlEQAAQQQQAABBBBAAAEEEEAAAc8IELD2jCutIuCTAgREfHLZ9EEXrdZUDh07laxJFCmYVw5uWJCsut6olBonWH+z4gdp1CFUn16zV16UqWMiJEf2rKamfPPWLek7fJzETp6j14vq10PUKdbq+uffm9J7SKxM/Gye/vvpHw6Rds0bmOrnyIlfpUXXcNmx54BWr27NyjJ7gm3oXP2uYfsQOXvuglamSvlSMmficMn3RB5TfanCaj6hg2P0et07NJexg0IkY4b0+s/MBqTtB2G2PgFr08tIBQQQcCBg9RfMLJq1BLh/ttZ6MBoEEEAAAQQQQAABBBAwLmD1518C1sbXkpIIIIAAAggggAACCCCAAAIIIOAZAQLWnnGlVQR8UoCAiE8umz7obn1GyKSZXyVrEl3bviYfj+qXrLreqJQaAWv7MHK5UsVk7qQoKZT/SVNTvnzlqrTtOVCWrtyg11PtvPFqHf3fI8Z9KuEjJuj/VuHryLBuEhSUxnBf9uN1FLA+efqstOreXzZt36O1my1rZlnx+QSpVK6k4X5UQUeh8ISh8fjG7Psr/UwR+SJuhBR9Kp+h/n7csVfqtOwh1/66oZV3VZ+AtSFWCiGAgAsBq79gZgGtJcD9s7XWg9EggAACCCCAAAIIIICAcQGrP/8SsDa+lpREAAEEEEAAAQQQQAABBBBAAAHPCBCw9owrrSLgkwIERHxy2fRBb96xV6o0/O9UZLPXpsWfSmWTIVuzfbizfGoErH87d15a9xggazft0Ie+Yu4Eeen550xNZc+Bw9IsuI8cPv7f6eJ5Hskti6fHigpsx1/f/7BF6rToof+7Sb1a8klMhOTMkd1wX3EzF0jXPlF6eUcBaxVU7hE+UmbOX6aXmzQqXLq0bWq4H1XQkc2iz2Lk1TrP27Rz8fIVzXD52s3az0sWKyRfxo2UpwvlN9TfF9+s0E7ljr8IWBtioxACCKRQwOovmFM4Paq7WYD7ZzeD0hwCCCCAAAIIIIAAAgikmoDVn38JWKfaVqAjBBBAAAEEEEAAAQQQQAABBBBwIkDAmq2BAAK6AAER398MyTnF2tdOr1arlBoB65u3bknf4eMkdvIcfWOoIHLskN6SKWMGQ5vlzp27Ej1xus3p1C/XqiIzxw2V3Lke0NtwdLL0wmlj5MVqFQ31c/Xadek5IFpmzFuql3cUsFa/VPMJHRyjl1Oh6CljBsjDuXMZ6suRv7Pgs33AWtVdt2CyPF+prMu+HPkTsHbJRgEEEHCDgNVfMLthijThRgHun92ISVMIIIAAAggggAACCCCQqgJWf/4lYJ2q24HOEEAAAQQQQAABBBBAAAEEEEDAgQABa7YFAgjoAgRE/GMzvNyqp35isKsZqRDud3PGuSpmud+nRsBaTXrVhq3SpON7ok5+Vle2rJll/pRoqVOjkiETdXq1OoH5wOHjevmxg0IkpHMrSfiCQAWxh8RMlsjYqXq5ds0byLhhYZI9WxaXfc1dtEI6vz9MH6eq4Cxgvf/gMWneuY/NmCaP7i/BrRrbjMlZp2d+/0Pa9hwoazZu14u806mFREe8IxnSp7ep5ujEbEfzd9SXIzsC1i63AgUQQMANAlZ/weyGKdKEGwW4f3YjJk1ZQuD6jb9l1/5DsnHbbtm8fY+oDwLu3HdQH1u+J/JI4QJPyrMln5ZqFctIpbIlTH1QzxKT9OAg7D9g6Or+1YNDoWkLCajnvIGjJ+kjmjU+Ulo3rWehETIUBBBAAIFAFbD68y8B60DdmcwbAQQQQAABBBBAAAEEEEAAAesIELC2zlowEgS8LkBAxOtL4LYBGDnJ2hdPro4HSq2A9eUrV6VLWJTMW7xSX5uiT+UTFUh2dQrz4eOn5O3waFmx7ke97nNlS2inVxcukDfRWjsKFEf16yGhXVonCi4nrLx5xx7p1mek7P75kE2bzgLW/968Kf1HTpSxk2bp5XM9kF0mjOgrb7z6UpIh6/MXL0vvIbEyc/4yva4K2cyeMEyqViidaE737t2T4R9Ok4joj20MPo0dJMUKF3C631WIu0e/UbJo+TqbMq4CKvb7ol/PNyUyrJsEBaVx298WDSGAgP8LWP0Fs/+vgG/NkPtn31ovRutY4O7du1qoevy0L2XR8rVy6c+rpqheeam6vPtWS6lRqZykTRtkqq43Cqt72jkLv5MGtatJofxPunUIBKzdymm4MbWH123+SY6c+FXeat3EcL3UKmj1gLXV/VJrnegHAQQQCEQBqz//ErAOxF3JnBFAAAEEEEAAAQQQQAABBBCwlgABa2utB6NBwKsCBES8yu/2zjfv2Cszvlwiqzduk2OnzmjtF8z7uLxQtYK0e/0VqVyupNv7TK0GUytgreajTu9r3WOAdnpf/KUCyQPeDZbObZpIlsyZbKatAszLVm2UflHj5eDRk/rv1OnXk0aFS8vGdR2GmNUp1jFxsyRs2Ec27XVu01T69+ooeR9/1Obnf//zr3y1dJUMGPWxzdjiCzkLWKvfq/C3OoV6y0/7bMbXvX1z6d21jTz0YE6bvtQL9w1bd0n4iAmaR8JrZP+e0rtLG6dhGlW+XuueNqdrqxPAR4S/Lc+WKGpjcfv2HVmzabv0HzlBtu36OdF2chWw/mbFD9KoQ6heTwXap46JkBJPP5VaW5N+EEDADwSs/oLZD4j9agrcP/vVcgbkZE78+psMGhMnM+YtTfH8VdB6dEQvebpQ/hS35YkG1OncXy7+XkaNny4ZM2SQL+JGiPrwpDsvAtbu1HTdlvpA5y9HTsjI8Z9pe3jo+10lIiTYdcVULmHVgLWv+KXyctEdAgggEFACVn/+JWAdUNuRySKAAAIIIIAAAggggAACCCBgSQEC1pZcFgaFgHcECIh4x51ezQvYB6zNt5C4hrNAsnrp/PnXy6VrnyibkLBqQQWtX6xeUcoULyJBQUFy4PBxWbtph8PAs6sgsmrP0YnZ6ucqnF21QhmpUr6UpE+fzmE/eR7JLWfPXdAnllTAWhVSJ7y17zUo0Vjt+zp15ndZtX6rTVg8vpPuHZpL9IB3EoXME+qqIHjIoLESN3NBIvQXq1WUGpXLanNy1I9qP2OG9BITN1ur6ypgvWPPAWnYPsTGQc2nTPGikiljBilcMK9E9e0h2bNlcceWoQ0EEPBTAau/YPZTdp+dFvfPPrt0AT9w9QG6r5aulvcjP3R47xoPpL6tpHCBJyVNmv++EUSd/rxz30GnfiqwrD5UqO7xHARivOau7rPffHeI/g0pru4rkztQAtbJlUtevflLVknH0CH6cxoBa3OOvuJnblaURgABBBAwI2D1518C1mZWk7IIIIAAAggggAACCCCAAAIIIOAJAQLWnlClTQR8VICAiI8uXAAOOzUD1opXhay//m5tolOpjdCrEPawPt21r6o28pXp585fkp4DomXe4pVGmtfKtG1WX5rUqyVNO72v13EVsFYFf9yxV96JGO3wtOikOleh5V7BLaXv2x2SDFfHt6FOzH47PFpWrPvR8JyUlwqlT/j0Sxk4epJWz1UQxllAPb7TmlXKyewJw+SxRx4yPA4KIoBA4AlY/QVz4K2ItWfM/bO114fRORZQ3xoyaeZXEj5ivMMPELZt1kBaNXlZShYrpH1Izf66eeuWdmrwF4u+l0kz5sulP6/aFFGh7OkfDtFC1la5Uiv4nFr9WMXV2+Owfy4kYG1uRXzFz9ysKI0AAgggYEbA6s+/BKzNrCZlEUAAAQQQQAABBBBAAAEEEEDAEwIErD2hSpsI+KgAAREfXbgAHHZqB6zjidVXqA+NmSrzl65MFEZxtAztmjeQ8Hc6mv7qcfX15ZNnLZRhH0xNFFhJ2I8KOod1by+9u7aRn/b+ItUaddJ/3aB2NZk5bqjkzJE9yR2iTiH8YMrnDsMxjiqqr34Pf+dNqVS2pKlTCVU/YyfNkonT5yVppwLpA94Nlq7tXtMCPQm/TttVwFqNV51i3SN8lGz5aV+i4RcukFfmTx0lpYoVDsC/GqaMAAJGBaz+gtnoPCiXOgLcP6eOM724T8DZt7Oo+8ru7ZtrH6JT34xi9FL3eNETZ8iYj2faVFEf/ouLDpeHHsxptCmPliP47FFerzXuKwHhhM80CmvW+Ehp3bSe19ziO/YVP69DMQAEEEDAjwWs/vxLwNqPNx9TQwABBBBAAAEEEEAAAQQQQMBHBAhY+8hCMUwEUkOAgEhqKNOHOwS8FbBWY1ehlNNn/5BlqzbK2k3bta9IP3j0pDYt9ZXoz5YoKjWrlJf6L1aVJ/I8bCqEbG/zx4VLsvj79drJzyowfPL0WVHhl4plSkidmpWkRaM6kvfxR7VqG7fttglYd2nbVGKH9HZ46qCjNVB9rd64XZav3Sy79x/Sv/pdnUBY+pnCUqtqeVGnYqs5xn9FvNm1VHZqDl8uXimrN2yTbbv2awHy+D5UKLzxyzXl4dy59KbNBqxVRRX0mTFvqXy7epNs3bXPJtC9Yu4Eeen558wOnfIIIBBAAlZ/wRxAS+ETU+X+2SeWiUEmENhz4LC06BouBw4f13+q7sVGR/SS1xq8kKz7PHUi9ti4WdJ3+Dgb68mj+0twq8Ypuh921+IRsHaXpLXa8ZWAMAFra+0bRoMAAgggcF/A6s+/BKzZrQgggAACCCCAAAIIIIAAAggg4G0BAtbeXgH6R8BCAgRELLQYDAUBkwLf/7BF6rToodfq3qG5jB0UIhkzpDfZEsURQACBwBaw+gvmwF4d682e+2frrQkjci7w9z//SsigsRI3c4FeSH14b9KocGnZuG6KgtDqG1jChn0kEz+bp7ddu3pFmfHRUFMnYntq/QhYe0rWu+0SsE6Zv6/4pWyW1EYAAQQQSErA6s+/BKzZvwgggAACCCCAAAIIIIAAAggg4G0BAtbeXgH6R8BCAgRELLQYDAUBkwLqxOb2vQbptYa+31UiQoJNtkJxBBBAAAGrv2BmhawlwP2ztdaD0SQtsGrDVmnS8T2bb/eIDOsmfd/uIGnTBqWYb/vun6XZW320byyJv6zy7SEErFO8vJZswFcCwpxgbcntw6AQQAABBETE6s+/BKzZpggggAACCCCAAAIIIIAAAggg4G0BAtbeXgH6R8BCAgRELLQYDCWgBA4ePSm9IsZIpowZpGzJp6V86WfkhWrlJUN6Y6dP/3vzpoRFfiQffTJXd5s7KUreeLVOQDkyWQQQQMAdAlZ/weyOOdKG+wS4f3afJS15VsDR/WLVCqVl1vhIyf/kY27p3FEf/Xt1FPXBvzRp0hjq4+7du6LujRd/v15Wb9gm23btl0t/XtXqVipXUrtXblS3hlR/7lnt3jmpS7XzRpd+svvnQ4b63rDoE1EmKbnMBLntw8EJ+799+45s2blPvvzme9m6a7/8uGOvNqyiT+WTZ0sUlUYv15T6L1SV7NmyuByu/cnldWtWltkThsmDOXNodU+d+V3mLlohK9b+KFt37dMC+PmeyCPPlS0hTerVMtyPasvevPQzReSLuBHauI1cRurbh5WTardL26YSO6S3y71iZGwJy9y7d09On/1Dlny/Xpat3iibtu3W9qlyq1mlnLRuWk+er/Ss/jyXkoD1zVu3ZNe+Q7J28w7ZvH2PHDh8XHOOv5RtscIFpEblsqLWVv07qb83d/u5e3xm14LyCCCAAAIpE7D68y8B65StL7URQAABBBBAAAEEEEAAAQQQQCDlAgSsU25ICwj4jQABEb9ZSibiYwL2QYzCBfLK/KmjpFSxwoZmsufAYWnRNVx72a4us/UNdUIhBBBAIEAErP6COUCWwWemyf2zzyxVwA90/8Fj0rxzH/1+UYGMHRQiIZ1biYPgSrK9Fn//g0z7/BtpWv8FLWD65GOPGApXq8Dqzn0HZdCYOC206upSIdKBoW/Jaw1ecPqhRF8NWO/af0gioj926ZDrgexaeD24deMkP5jpLGCdNUsmmTr7axk4epIeYnfkrvoZ8G6wdG33msugspGAdFJra6S+uwPCrvaa/e/PX7wsYyfNkonT59mcBm9f7pWXqsvoiF7ydKH8kpyA9fUbf8tnXyyWcdO+sAlUuxqv6nfIe120IL6jv213+XlqfK7mx+8RQAABBNwrYPXnXwLW7l1vWkMAAQQQQAABBBBAAAEEEEAAAfMCBKzNm1EDAb8VICDit0vLxCwuYB96UMM1+nXt585fki5hw2XR8nX6LDu80VDGDw+TLJkzWXzmDA8BBBCwnoDVXzBbTyywR8T9c2Cvvy/NPm7mAunaJ0ofspU+kKdOvp48a6H0HzkhycCqI++2zeprQfGHHsyZ6Ne+GLA+d/6ihA6OlZOnzxreXr2CW8rwvt2d3vs7ClhPix0o079cIuEjJhjuJynrgwUTxQAAIABJREFU+EaMBKST6tBIfXcFhA1PPEHBn/b+Iu8MGC0bt+02VF2dAj51TIQs/HaNFmSPv9TJ8eqUa2fX4eOn5O3waFmx7kdD/dgXUqH4CSP6yhuvvpQoZO0OP0+OL1kTphICCCCAQLIFrP78S8A62UtLRQQQQAABBBBAAAEEEEAAAQQQcJMAAWs3QdIMAv4gQEDEH1aROfiqgP1XhGfLmlm6t28uKjCR55Hciaalvj5dveAfEjPF5nQ79bXU6iu/U/r15r7qyLgRQACBlApY/QVzSudHffcKcP/sXk9a84yAow/zqbDshKi+ou45vXndvn1HxsbNkr7DxyUahjqBt3L5UpL38Uflzp07ok52XrV+a6LTlhvVrSFx0f3lkYdy2bTx+x8XZe6i5fLvzVuiDL785nv9BG91f932tfqSK2cOvU7T+rW0b4JJyWX/zTSlnykiX8SNEHXitv1lf/8/4N1OMnP+Mj1crdamaoUyUqV8KUmfPp2cOvO7Nn8VQra/kgrs2q9/7eoVpW7NyvJ+5Id6MyqQ26B2NSle9Cm5efOWrNv8k6zasDVRP907NJfoAe84DXMbCUgn5Wuk/tKVG2TfwaNaM/t+OSqzvlqmN1n/xaryfKWy+r/V3lGnnKdPly4ly6rVVd8W9GbIENny0z6btuztNm3fIxu37dI/LKBcc+d6QAu0x19JrZejD9CqeqqfCmWKS/nSxSRb1ixaU2pPbN6+Rzv93f5ytvdS6ufp8aV4oWgAAQQQQMCUgNWffwlYm1pOCiOAAAIIIIAAAggggAACCCCAgAcECFh7AJUmEfBVAQIivrpyjNsfBC5fuSpdwqJk3uKVNtNRwYqKZUpIpXIl9Bfpvxw5ob1Itw9XqLKj+r8jnds0laCgNP7AwhwQQACBVBew+gvmVAehwyQFuH9mg/iCwPmLl6VV9/6ycv39wKz6tpT+vTomOt02Nedz7949+fzr5drJ2tf+uqF3/cpL1WVQ6FtStuTTkiaN7T3t1WvXZfKsBTI0dopNnbfffF2iI3pJpowZHE7BTPA5JQZm+rEPWMf3m9QHLdVp33MWfifvDfnAJmjepF4t+SQmQnLmyJ5o+I4C9vZ99e7axuYUcLU2R078Kn2GjdNOX054qYB1aJc2Dp83jASkk/I1W9/ecOj7XSUiJDglS+iwrtp3PQdEy4x5S/Xfq3V6v1s77QOx2bP9F3iOv86euyAxk2fLmI9nOmzPWcD6zp27Ej1xus3J4qqfgSFvac949v2oxtVa7T94TDsh236t1OnuIZ1bOf07N+uX2uNz+0LSIAIIIIBAIgGrP/8SsGbTIoAAAggggAACCCCAAAIIIICAtwUIWHt7BegfAQsJEBCx0GIwlIAUUF8F3iN8lKhTxcxe6kSzmMGh2ldNp00bZLY65RFAAAEE/l/A6i+YWShrCXD/bK31YDSOBdSH817v0lf2HjiiF0jqBN3UcrQP06p+u7Vvpn1gMKmTtVWg9Ls1m6Vb3xE2pz3PnxItdWpUcjh8M8HnlMzfTD+OAtZq3hNH9JVWTV5OFC6PH5ejYLqq9+3scQ6/xcZZwFrViR3SW9o3f8Xp84MKvvcZ/pF8PH2+zlKscAGZN3mUFC9aMBGV2YC0fQNm65sNCCd3bRctXydte0booX4j65TU6ezO/v6On/pNWnYPtzkle/Lo/hLcqrHLD0P8efWavDNgtHYKevzl6qR6s36pPb7krhf1EEAAAQSMC1j9+ZeAtfG1pCQCCCCAAAIIIIAAAggggAACCHhGgIC1Z1xpFQGfFCAg4pPLxqD9TOD6jb9l8qyFMuyDqYm+/tzZVNWJdeorxdXXqDt48eBnQkwHAQQQ8KyA1V8we3b2tG5WgPtns2LWLr95x16Z8eUSWb1xmxw7dUYbbMG8j8sLVStIu9dfkcrlSlp7Ak5Gt3HbbqnWqJPNbzcs+sRhGDe1JqhCwrGT50jvIbF6l43q1pC46P7yyEO5XA5D1Z8652vp/P5wvWyHNxrK+OFhkiVzpkT1zQSfXXaeRAEz/TgKWKuTpIf37S4Z0qdPchjq2286hUbanFg8/cMh0q55g0T1nAWs1Snmfd/u4PLDmb//cVGC34u0+RCos5ORzQak7Qdrtr7ZgHBy1lY9n73dP1o++2KxXj38nY4y5L0uLu1U3ZBBMTJl9kKbrp0FrL9Z8YM06hCql03qZHJHc/n+hy1Sp0UP/Ve1q1eUOROH25xOnrCeWb/UHl9y1os6CCCAAALmBKz+/EvA2tx6UhoBBBBAAAEEEEAAAQQQQAABBNwvQMDa/aa0iIDPChAQ8dmlY+B+KKC+hnr9lp2ybPVG7bTBXfsP6iemFX0qnxamrlmlvNR/sao8kedhgtV+uAeYEgIIeEfA6i+YvaNCr84EuH/2n73Rrc8ImTTzqyQn1LXta/LxqH4+N2n70KWagLcD1mfPXZB27wyUleu3ap7qROCkTqB2hG7fRp5Hcsvi6bFSrlSxRMXNBJ9TssBm+rEPtyZ1CrX9mO7cuSsR0R/LiHGf6r8a+n5XiQgJTjR8RwHr58qWkM8nRkmBvI8Zmq79WF+uVUVmjhsquXM9YFPfbEDavnOz9c0GhA1N1q7QngOHpVlwHzl8/JT2m6RO8HbU/tad+6Vxx96i9mv85SxgvW3Xz7Jm03bZufcXOXH6rHR4vaF0advU8LA97Zfa4zM8cQoigAACCCRbwOrPvwSsk720VEQAAQQQQAABBBBAAAEEEEAAATcJELB2EyTNIOAPAgRE/GEVmQMCCCCAAAIIpETA6i+YUzI36rpfgPtn95t6o8WXW/WU5Ws3G+q6bs3K8t2ccYbKWqWQo5OSzQas7YObZubmqC91qna91j31DxA6C+wm1Y+jkPGkUeEOA6lmgs9m5mZf1kw/9utSs0o5mT1hmDz2yEOGhhA3c4F07ROllzUTsFZB7EGhnSUoKI2hvk6ePiutuveXTdv3aOWdhdnNBnztOzdbPzUC1vZ9tG1WXyZE9dU+FGDkuvbXDekRPlJmzl+mF3cWsDbSXlJlrOiXcLxmx5dSD+ojgAACCLgWsPrzLwFr12tICQQQQAABBBBAAAEEEEAAAQQQ8KwAAWvP+tI6Aj4lQEDEp5aLwSKAAAIIIICABwSs/oLZA1OmyRQIcP+cAjyLVDVycrX9UH3tJOtvVvwgjTqE2kzD2wFr+3Bw9w7NZeygEMmYIb2pnTFj3lJp32uQXiekcysZ2b+npE+XzqYdM8FnUwOwK2ymH/vgbnCrxvJh5HuSOVNGQ0MwGi52dIL1irkT5KXnnzPUjyp04+9/pFfEGJk652u9ztxJUfLGq3Vs2khpgNZsfaMGhidqV9BRiD9mcKiofWbmUieNh4+YoFchYH1Isyj9TBH5Im6EqG9o4kIAAQQQ8I6A1Z9/CVh7Z1/QKwIIIIAAAggggAACCCCAAAII3BcgYM1uQAABXYCACJsBAQQQQAABBAJdwOovmAN9faw2f+6frbYi5sazecdeqdLwTXOV/r/0psWfSuVyJZNVN7UrqdOiqzXqZNOtNwPWjkKr9V+sKs9XKmuaZt8vR2XWV/dPBnZ2urCZ4LPpQSSoYKYf+3Cw2ZC50XCxfcC6ZLFC8mXcSHm6UH5TU42MnSoDR0/S6zg6MdtsQNp+AGbrGzUwNdEEhY0Gy121/8U3K6RF13C9mDsD1jdv3ZKjJ07L2k075Kulq2XVhq16P64CzJ72UwNJyfhcufJ7BBBAAIGUC1j9+ZeAdcrXmBYQQAABBBBAAAEEEEAAAQQQQCBlAgSsU+ZHbQT8SoCAiF8tJ5NBAAEEEEAAgWQIWP0FczKmRBUPCnD/7EHcVGg6OadXxw/Ll06x3rHngDRsHyJnz13QVR2dPpwUuX3w1czy2Ie5HZ2obKa9pMrWrVlZZk8YJg/mzGFTzEzwOSVjMdNPSsOtRuvbe9euXlHmTBwuDz2Y09RU7U8d79fzTYkM6yZBQWn0dswGpO0HYLa+UQNTE01Q2H491a/MfjhB1bH/kIPZgPXdu3flyrW/5OTp3+X8xcuiPliw58Bh2b3/kOzcd9Dp9FIrYO2p8SV33aiHAAIIIGBcwOrPvwSsja8lJRFAAAEEEEAAAQQQQAABBBBAwDMCBKw940qrCPikAAERn1w2Bo0AAggggAACbhSw+gtmN06VptwgwP2zGxC92ETRak3l0LFTyRpBkYJ55eCGBcmqm9qVTp4+K62695dN2/foXccMDpWQzq3cPhRHQWwC1iOk6FP5ElmnNBxstL59wNpZCN3VZrDvr0vbphI7pLdkyphBr2o2IG3fp9n6Rg1czc3Z770ZsFbrpk6l/vSLb2TV+q1y6c+rpqfhyYB1aozP9ISpgAACCCBgWsDqz78ErE0vKRUQQAABBBBAAAEEEEAAAQQQQMDNAgSs3QxKcwj4sgABEV9ePcaOAAIIIIAAAu4QsPoLZnfMkTbcJ8D9s/ssvdFSurzPye3bd5LVddq0QXLr1JZk1U3tStf+uiE9wkfKzPnL9K4dhWPdMS4C1lekdY8BsnztZo0zqYBrSsPBRusTsE7+zvZGwFqdBr1643YJHzFetu362fDgcz2QXZ4t8bT8fPiYflq9JwLWqTk+w5OnIAIIIIBAsgWs/vxLwDrZS0tFBBBAAAEEEEAAAQQQQAABBBBwkwABazdB0gwC/iBAQMQfVpE5IIAAAggggEBKBKz+gjklc6Ou+wW4f3a/aWq2GCgBa2UaO3mOhA6O0XmfK1tCPp8YJQXyPuZW8uQGrGeNj5TWTeu5dSwJG7MPyroKniZ3IGb6MRqQdjYWo/XdFbC230ND3+8qESHBNsMzewK1/dzM1jdq4K71VO3Yn8hupO2N23ZLtUad9KLO9rv6wMekmV9p4Wr1wQhnV74n8kjxogXl2RJFpVypYtr/fSLPI3L05Gl5o0s/2f3zIa2qq31u1i+1x2fEljIIIIAAAikTsPrzLwHrlK0vtRFAAAEEEEAAAQQQQAABBBBAIOUCBKxTbkgLCPiNAAERv1lKJoIAAggggAACyRSw+gvmZE6Lah4S4P7ZQ7Cp1GzRak3l0LFTyeqtSMG8cnDDgmTV9UalrTv3S+OOvfWTbdUYpo6NkE4tG7l1OEYC1v/8e1N6D4mViZ/N0/uO6tdD+vV8061jSdiYmeBzSgZhph+z4Vb7cRmtbx+wVoHcuZOipFD+Jw1P9d69ezIkZooMGTtZrxMzOFRCOreyacNsQNp+AGbrGzUwPFG7gvZ26tfJ+TDA9z9skToteuitO2tj9YZt0qZnhM3fqTqZumWTl+WV2tWkxNOF5OHcOSV9unQOp+Rpv9QeX3LXjXoIIIAAAsYFrP78S8Da+FpSEgEEEEAAAQQQQAABBBBAAAEEPCNAwNozrrSKgE8KEBDxyWVj0AgggAACCCDgRgGrv2B241Rpyg0C3D+7AdGLTXTrM0I7LTY5V9e2r8nHo/olp6pX6ly/8be83T9aPvtisd5/g9rVZOqYCHn04QfdNiYjAWvV2Yhxn0r4iAl6v13aNpXYIb0lU8YMbhtLwobMBJ9TMgAz/aQ0HGy0vn1IOM8juWXx9Fjt5GOjlzpNuUf4SJk5f5leZdFnMfJqnedtmjh5+qy06t5fNm3fo/3c1QnK9v3/uGOv1GnZQz+92VV9owZG52lfzlGwPDKsm/Tv1VEcBL6cdhM3c4F07ROl/95RwNrR32jVCqUlLrq/dlq1kcuTAWtvjM/InCmDAAIIIJAyAas//xKwTtn6UhsBBBBAAAEEEEAAAQQQQAABBFIuQMA65Ya0gIDfCBAQ8ZulZCIIIIAAAgggkEwBq79gTua0qOYhAe6fPQSbSs1u3rFXqjRM3qnJmxZ/KpXLlUylkbqnm0XL10nbnhF6eFW1OrJ/T+ndpY2kTRvklk6MBqy/WfGDNOoQqvf5XNkS8vnEKCmQ9zHD41Dh19jJc2TekpWS/4k8UrJYIalUtqTUqFxOgoLS2LRjJvhseAAOCprpJ6XhYKP1HZ3CbPb0cqPBXfv5qzX5Mm6kPF0ovyHWL75ZIS26hutlvR2wVgOxH1OzV17UPpiQI3tWQ3Myegr2ngOHpVlwHzl8/L9T9bNlzSzzp0RLnRqVDPWjCv3w409So2lnj/h5Y3yGJ05BBBBAAIFkC1j9+ZeAdbKXlooIIIAAAggggAACCCCAAAIIIOAmAQLWboKkGQT8QYCAiD+sInNAAAEEEEAAgZQIWP0Fc0rmRl33C3D/7H7T1G4xOadY+9rp1fGm6gTakEExMmX2Qp1ZhTgnjQqXlo3rmjqR19k6GQ1YHz/1m7TsHi5bftqnNzV5dH8JbtXY8DjO/P6HtO05UNZs3K63ETM4VEI6t0o0PDPB55TsQTP9GA1IOxuP0fqOAr4d3mgo44eHSZbMmQxN95PPF0lw70i9rLP69vNXFdYtmCzPVyrrsp+bt25J3+HjtNB8/GWFgLX9nlYngM/9OMrQnNQ89h88Js0795EDh4/r83J0gvX3P2yROi166GWqlC8lcyYOl3xP5HFppwrEf+Cg95BYj/h5Y3yGJk4hBBBAAIEUCVj9+ZeAdYqWl8oIIIAAAggggAACCCCAAAIIIOAGAQLWbkCkCQT8RYCAiL+sJPNAAAEEEEAAgeQKWP0Fc3LnRT3PCHD/7BnX1G715VY9ZfnazYa6rVuzsnw3Z5yhslYspEKeb4YMsQk253ogu6hgcuum9VJ0kvX5i5dl7KRZMnH6PJtTsjcs+kSqVihtw/HvzZvSf+RErXz8pU6x/jR2kBQrXMAl3Z07dyUmbpaEDftIL6uCqF9/OlbKFC+SqL6Z4LPLzpMoYKYfowFpZ90Zre8oYK2C9TPHRUqjujVcTvfEr79Jm7cjZOO23XrZr6ZGS9P6LySqe+2vG9IjfKTMnL9M/93YQSFa6N1BQMqmvjohWZ1enTCIbIWAtdqrYZEfyUefzNXH2655Axk3LEyyZ8uSpN/t23dk0Jg4ifpomk05RwFr+1Pdy5UqJnMnRUmh/E+6XCNVwNN+3hifoYlTCAEEEEAgRQJWf/4lYJ2i5aUyAggggAACCCCAAAIIIIAAAgi4QYCAtRsQaQIBfxEgIOIvK8k8EEAAAQQQQCC5AlZ/wZzceVHPMwLcP3vG1RutGjnJ2ldPrrb3VGHyLmFRcvL0WZtfqdBo37c7yNOF8rsMwyas+MeFS1qgdty0LxK1qco5Clirn2/f/bM0e6uPTZ0GtavJhKg+SZ7aq07qVadWdwwdalO3d9c2Mrxvd8mQPn2iLWQffC5cIK/MnzpKShUr7Nbt5isBazVpFWhX1irI6+xSoXl1InLCwPSrdZ6XKWMGyMO5cyWqptZm+IfTJCL6Y/13RoLz6jTyHv1GyaLl62zaNBuw7tfzTYkM6yZBQWncuq6O9urg3p0lrEd7yZQxg8O+7t69K3MWfifd+420+cCBKuwoYP3jjr1Sp2UPm7Izxw3VPvjgKpyuTsnuEjbcJgSv+ilZrJB8GTdS+5t2dNmH9JPy88b43LqINIYAAggg4FDA6s+/BKzZuAgggAACCCCAAAIIIIAAAggg4G0BAtbeXgH6R8BCAgRELLQYDAUBBBBAAAEEvCJg9RfMXkGhU6cC3D/71+bYvGOvzPhyiazeuE2OnTqjTa5g3sflhaoVpN3rr0jlciX9YsIqBLvw2zUSOjjWYSD6lZeqy1utm2inTqvTre2DLSo4qoLEW3fuFxXQXLJyfaIAqYJSdQe8Gyxd273mMITq6BRqVU+FalVQuvbzFROFpa/f+Fsmz1oowz6YKpf+vKqvh6sQ75Wrf0nwe5Eyf8kqvU5Uvx4S2qW1w0B2chfalwLWao5Fn8onA0PfktcavGDjoPbIzn0HpV/UeFmx7kedQ518PX9KtNSpUckpkTrpul7rnjZ7QpUfEf62PFuiqM1+Uic8r9m0XfqPnCDbdv2cqE1XAWv7U5XVPpg6JkJKPP1UcpfQYT01zrFxs6TvcNvT69WHEoa810XyP/mYTb2r167Lh1M/l9Efz3D4t+EoYH323AVp985AWbl+q96WOpV9WJ9u0rxhbYf7VH24YfqXS2Tk+M9s/h4SDsbZBxxUGTN+3hifWxeRxhBAAAEEHApY/fmXgDUbFwEEEEAAAQQQQAABBBBAAAEEvC1AwNrbK0D/CFhIgICIhRaDoSCAAAIIIICAVwSs/oLZKyh06lSA+2c2h68KqACtCpS/O3CMw2Br/LxUSLp08SKSLm1a7UdX/7ou6iRbV5cKaavgqX2g1r6eCkyHDftIJn42L1GTKlxas0o5KVa4gPa7/QePytKVGxIFSVW5D4b2lsYv13Q6rJu3bmnh2NjJc2zKqICxqq8uFbauW7Oyq6kl+XtfCVjneSS3qMBs/KUcXqxeUfI+/qhc++u6FvLd8tO+RHMd2b+n9O7SRtKmDXLq8Pc//0rIoLESN3NBojIvVqsoNSqXlfTp08mpM7/LqvVb5eDRk3q57h2aS8YM6SUmbrb2M1cB6x17DkjD9iE2c1Eh8DLFi2qh/sIF80pU3x6SPVuWFK2rquxsr6r+qlYoI1XKl9JOzt61/5A2r4QfALDv3FHAWv1NTp3ztXR+f3iisar1qVy+lH4Stdpn67fsTPS3WKHMM5IlcyZZu2mH3sa6BZPl+UplHc7fjJ83xpfiRaMBBBBAAAGXAlZ//iVg7XIJKYAAAggggAACCCCAAAIIIIAAAh4WIGDtYWCaR8CXBAiI+NJqMVYEEEAAAQQQ8ISA1V8we2LOtJl8Ae6fk29HTWsIODsROrmjUwHlPj3aayHaNGnSGGpGjSHqo08l6qNphsonLKTC0TGDQ6RJvVqJTtq2b2zR8nXStmeEwxOFVdlJo8KlS9umpseQsIKvBKy/jBsp85aslHmLVxqarwoRR/V7W7q2fS3JcHV8Y4ePn5K3w6NtTr921ZE6NV0FuCd8+qUMHD1JK+4qYH35ylXpEhbldB4qoD97wjB57JGHXHVv6PcqNK2C+lNmLzRUXhVSJ8G3bdZAuvaJ0us4ClirX6q/hf4jJ2qnX5u9OrZ4VYb37SGffvGNhI+YoFef/uEQUSdtO7rM+qX2+MwaUB4BBBBAwLyA1Z9/CVibX1NqIIAAAggggAACCCCAAAIIIICAewUIWLvXk9YQ8GkBAiI+vXwMHgEEEEAAAQTcIGD1F8xumCJNuFGA+2c3YtKUVwX+uHBJvly8UibPWiB7DxwxNRZ1yrUKkAa3aizPFClgOFidsJO7d+/K6o3bZWjMFO1kXiOXCo2qU7LzP/mYkeKiTlaOnjBdBo+d7LB8v55vSmRYN+0U4uRevhKw3rDoEylVrLCMHP+ZjJs212noXDkYPY3c3uz8xcsydtIsmTh9XpLtq/0z4N1g6druNe3U6cjYqYYD1qpPdQpzj/BRDk/cLlwgr8yfOkqbq7uuf2/elK+Wrtb2asLTtx21Hx96PnrytFRr1Ekv4ixgrQqofTppxlcy7IOpSZ6CHd+Y/YcavlnxgzTqEKr3pT40EDukt2br6DLrl9rjc9e60Q4CCCCAgGMBqz//ErBm5yKAAAIIIIAAAggggAACCCCAgLcFCFh7ewXoHwELCRAQsdBiMBQEEEAAAQQQ8IqA1V8wewWFTp0KcP/M5vA3ARV0/vW3c7Jy/Vb5ae8vcuDwcdm9/5Ae9FQnGZcpXlSeyv+EVCj9jDxXtoSULFZI0qdL5xaK27fvaH1+/d1a+fGnvbL/4DE5efqs1nbRp/JJscIFpE6NSlro94k8D7s8tdp+UGp+67fsks++XCybt++xCci2bVZfJkT1FTXH5F6+FLBWJyvfu3dPfjlyQuYs/E6WrtwgO/cd1KZeqVxJqV29ojR+uaY8W6JoskLzqh3Vvlo/Fd5fvWGbbNu1X9tL6uTx0s8Ulga1q2l9PJw7l05uNmCtKqow94x5S+Xb1Ztk6659NoHuFXMnyEvPP5fcJXVa7+q167Js9UZZ9N1azS0+bB1v98ardfQPHGzctttwwDq+Q/Whh8Xfr5eVP2yxaT/erlbV8qLC1ervIuFp8cdP/SYtu4frgXP1NzN3UlSSIfPk+KXm+Ny+eDSIAAIIIKALWP35l4A1mxUBBBBAAAEEEEAAAQQQQAABBLwtQMDa2ytA/whYSICAiIUWg6EggAACCCCAgFcErP6C2SsodOpUgPtnNgcCCFhdQJ04HDJorMTNXKAPVZ1grQLWXAgggAACCCAQ2AJWf/4lYB3Y+5PZI4AAAggggAACCCCAAAIIIGAFAQLWVlgFxoCARQQIiFhkIRgGAggggAACCHhNwOovmL0GQ8cOBbh/ZmMggIDVBQhYW32FGB8CCCCAAALeE7D68y8Ba+/tDXpGAAEEEEAAAQQQQAABBBBAAIH/BAhYsxMQQEAXICDCZkAAAQQQQACBQBew+gvmQF8fq82f+2errQjjQQABewEC1uwJBBBAAAEEEHAmYPXnXwLW7F0EEEAAAQQQQAABBBBAAAEEEPC2AAFrb68A/SNgIQECIhZaDIaCAAIIIIAAAl4RsPoLZq+g0KlTAe6f2RwIIGB1AQLWVl8hxocAAggggID3BKz+/EvA2nt7g54RQAABBBBAAAEEEEAAAQQQQOA/AQLW7AQEENAFCIiwGRBAAAEEEEAg0AWs/oI50NfHavPn/tlqK8J4EEDAXoCANXsCAQQQQAABBJwJWP35l4A1excBBBBAAAEEEEAAAQQQQAABBLwtQMDa2ytA/whYSICAiIUWg6EggAACCCCAgFcErP6C2SsodOpUgPtnNgcCCFhdgIC11VeI8SGAAAIIIOA9Aas//xKw9t7eoGcEEEAAAQQQQAABBBBAAAEEEPhPgIA1OwEBBHQBAiJsBgQQQAABBBAIdAGrv2AO9PWx2vy5f7baijAeBBCwFyBgzZ5AAAEEEEAAAWcCVn/+JWDN3kUAAQQQQAD72AyaAAAgAElEQVQBBBBAAAEEEEAAAW8LELD29grQPwIWEiAgYqHFYCgIIIAAAggg4BUBq79g9goKnToV4P6ZzYEAAlYXIGBt9RVifAgggAACCHhPwOrPvwSsvbc36BkBBBBAAAEEEEAAAQQQQAABBP4TIGDNTkAAAV2AgAibAQEEEEAAAQQCXcDqL5gDfX2sNn/un622IowHAQTsBQhYsycQQAABBBBAwJmA1Z9/CVizdxFAAAEEEEAAAQQQQAABBBBAwNsCBKy9vQL0j4CFBAiIWGgxGAoCCCCAAAIIeEXA6i+YvYJCp04FuH9mcyCAgNUFCFhbfYUYHwIIIIAAAt4TsPrzLwFr7+0NekYAAQQQQAABBBBAAAEEEEAAgf8ECFizExBAQBcgIMJmQAABBBBAAIFAF7D6C+ZAXx+rzZ/7Z6utCONBAAEEEEAAAQQQQAABowJWf/4lYG10JSmHAAIIIIAAAggggAACCCCAAAKeEiBg7SlZ2kXABwUOTksn9+7e1kdetP4W+d//gnxwJgwZAQQQQAABBBAwL3Dv3h05uOw5veL/0qSVoh1vmW+IGgEjQMA6YJaaiSKAAAIIIIAAAggg4HcCBKz9bkmZEAIIIIAAAggggAACCCCAAAIIuFmAgLWbQWkOAV8WOPRZVrl7+7o+hSIvr5c0QZl8eUqMHQEEEEAAAQQQMCxw987fcui76nr5NGmzSJEOfxmuT8HAEyBgHXhrzowRQAABBBBAAAEEEPAXAQLW/rKSzAMBBBBAAAEEEEAAAQQQQAABBDwlQMDaU7K0i4APChye9bDc+ee8PvJCtVdI2gy5fHAmDBkBBBBAAAEEEDAvcPvfS3JkZR29YlDGh6Rwmz/MN0SNgBEgYB0wS81EEUAAAQQQQAABBBDwOwEC1n63pEwIAQQQQAABBBBAAAEEEEAAAQTcLEDA2s2gNIeALwsc+7KQ3Lx6VJ9CwZoLJH2WvL48JcaOAAIIIIAAAggYFrh5/ZQcW9tUL58++1NS8PUjhutTMPAECFgH3pozYwQQQAABBBBAAAEE/EWAgLW/rCTzQAABBBBAAAEEEEAAAQQQQAABTwkQsPaULO0i4IMCJxZVkH/Ob9dHnq/qZ5LpgRI+OBOGjAACCCCAAAIImBf4+899cnJjB71ixofKS/5G28w3RI2AESBgHTBLzUQRQAABBBBAAAEEEPA7AQLWfrekTAgBBBBAAAEEEEAAAQQQQAABBNwsQMDazaA0h4AvC/y6vL5c//VbfQpPlI+RrI8878tTYuwIIIAAAggggIBhgb/O/SCnt4fq5bM8WU+erLvMcH0KBp4AAevAW3NmjAACCCCAAAIIIICAvwgQsPaXlWQeCCCAAAIIIIAAAggggAACCCDgKQEC1p6SpV0EfFDg7A8d5cqhT/WRP1oyXB7I29QHZ8KQEUAAAQQQQAAB8wJ/nlogv++N0ivmKPKm5Hl+mvmGqBEwAgSsA2apmSgCCCCAAAIIIIAAAn4nQMDa75aUCSGAAAIIIIAAAggggAACCCCAgJsFCFi7GZTmEPBlgQs7BsqFnZH6FB4s1FEeKtrdl6fE2BFAAAEEEEAAAcMC5w9OlItH7geqcz8bIbnLDTVcn4KBJ0DAOvDWnBkjgAACCCCAAAIIIOAvAgSs/WUlmQcCCCCAAAIIIIAAAggggAACCHhKgIC1p2RpFwEfFPjz4Cfy+/pgfeTZH39ZHiszzAdnwpARQAABBBBAAAHzAr/tGiBXz3ynV3y0+lR5oGgn8w1RI2AECFgHzFIzUQQQQAABBBBAAAEE/E6AgLXfLSkTQgABBBBAAAEEEEAAAQQQQAABNwsQsHYzKM0h4MsCN86ukVNLX9CnkPGB4pK/6nRfnhJjRwABBBBAAAEEDAuc2Nhe/vlzv14+b4PVkjlPLcP1KRh4AgSsA2/NmTECCCCAAAIIIIAAAv4iQMDaX1aSeSCAAAIIIIAAAggggAACCCCAgKcECFh7SpZ2EfBBgdvXz8iRz5/QR54mbRYpUnedD86EISOAAAIIIIAAAuYFDi2vIXdvX9crFmp5WtJmedx8Q9QIGIFfPkkrcu+OPt+n628V+V+agJk/E/UdgdkLvpU2b0c4HPCkUeHSpW1Tt0zmytW/JPi9SJm/ZFWi9jYs+kSqVijtln681cjBoyfljS79ZPfPh7Qh1K1ZWWZPGCYP5szhrSHJxctXpHWPAbJ87WZ9DP5g7TXQVOrY/m9y6PtdJSLk/jeKJRyGmbKpNHxT3fj6+E1NlsIIIICALwncuyu/LKt4f8T/C5KnO9221Az+979ErzB94Z2mpQwZDAIIIIAAAggggAACCCCAAAIIpEzAF/7HiHsJp3jvns0/UzZ7aiOAQCKBwzMflDv/XtJ//lStRZIuM8EitgoCCCCAAAII+LfArRtn5OiaRvokgzLkksJtL/r3pJldigUOfppJ7t35R2+naL1N8r806VPcLg0g4G6BpALWbZvVlwlRfSVb1swp7nbHngPSsH2InD13IVFb/hD6JWCd4i1CA/8vYCZ0bKZsagKf+PU3+fzr5dK13WuSM0d2p11bdfypaUVfCCCAgBUF7t29KQe/raIP7X9BGaXom39baqgErC21HAwGAQQQQAABBBBAAAEEEEAAgYAUIGAdkMvOpBFwLnBqaU25cfb+qdWPlxst2R6tBRkCCCCAAAIIIODXAtd+XyNndryvzzFznhqSt8Fav54zk0u5wKEZD8jdm1f0horUWSNp0mVLecO0gICbBZIKWBcukFfmTx0lpYoVTnGvsZPnSOjgGIftELBOMa/DBjjB2jOunm7VTOjYTFlPj1u1r/bctM8Xycjxn0mFMsVdnuJutfGnhhF9IIAAAr4gcPfWNTm04v7/7p8mfQ4p0u5PSw2dgLWlloPBIIAAAggggAACCCCAAAIIIBCQAgSsA3LZmTQCzgXO/fiuXN73oV7gwUId5aGi3SFDAAEEEEAAAQT8WuD8wYly8cg0fY45S/SSRyp94NdzZnIpFzgy5zG5feOs3lChF7+VtBkfSnnDtICAmwWSClirriaNCpcubZumqNcrV/+S4PciZf6SVQ7bIWCdIl6nlQlYe8bV062aCR2bKevpcR89cVra9IyQH3fs1bqqW7MyAWtPo9M+Aggg4CGB2/+clyOr6umtp82cRwq1+s1DvSWvWQLWyXOjFgIIIIAAAggggAACCCCAAAIIuE+AgLX7LGkJAb8QuHpklvy2tq0+lyy5n5Mnn5vgF3NjEggggAACCCCAgDOBX7f0kOsXtui/fqzmTMleqA1gCCQpcGxeEbl55bBepmDNryR9lnyoIWA5AVcB6w5vNJTxw8MkS+ZMyR77jj0HpGH7EDl77oLDNghYJ5s2yYoErD3j6ulWzYSmzZT19LgPHj0pb3TpJ7t/PqR1RcDa0+K0jwACCHhO4Ob1k3Js7Wt6B+lzFJaCzf/777tVLgLWVlkJxoEAAggggAACCCCAAAIIIIBA4AoQsA7ctWfmCDgUUAERFRSJv9IEZZQiL29ACwEEEEAAAQQQ8GuBQ99Vk7t3/tHnqF4sqxfMXAgkJXDi6wryz4XtepH8VadLxgeKg4aA5QTsA5p5Hskt2bNmERWWVFexwgVk3uRRUrxowWSN/d69exI7eY70HhKr1X84dy75+59/5NpfN/T2CFgni9ZlJQLWLoksWcBKoWkzQMkJWJtpn7IIIIAAAqkn8M+f++XExvZ6hxlzl5f8jbel3gAM9ETA2gASRRBAAAEEEEAAAQQQQAABBBBAwKMCBKw9ykvjCPimwJHPn5Tb10/rg89X5RPJlLO0b06GUSOAAAIIIIAAAi4E/r68W05u6qSXSpvlCSnU8lfcEHAp8Ou3deT6me/1ck9W/EiyPFTFZT0KIJDaAvZhTnXqbOlnCkv0xBn6UKaOjZBOLRsla2iXr1yVTqGRsvDbNVr9bu2byeFjp2Tl+q16ewSsk0XrshIBa5dElixAwNqSy8KgEEAAgYASuH5+k/y69R19zlkef0merLfCUgYErC21HAwGAQQQQAABBBBAAAEEEEAAgYAUIGAdkMvOpBFIWuC3Na3l6tE5eqHcRbpK7sLBsCGAAAIIIIAAAn4pcOHwVLlwaJI+t+xPtZLHas32y7kyKfcK/LamlVw9+rne6GNlhkr2x+u7txNaQ8ANAo4C1u++1VI6hg6Vs+cuaD10eKOhjB8eJlkyZzLd49ad+6Vxx95aW9myZpbpHw6RuJkLZPnazXpbBKxNsxqqQMDaEJPlChGwttySMCAEEEAg4ASunlkmv+0amOA5uKU8Vuv+OwErgBCwtsIqMAYEEEAAAQQQQAABBBBAAAEEAluAgHVgrz+zR8ChwJ8HP5Hf198PVGfO9azkrTwFLQQQQAABBBBAwC8FTm1+S25c2qnP7dHqU+WBovdPtPbLSTMptwic+/FdubzvQ72th4u9K7kKtnFL2zSCgDsFHAWsJ47oK32GfyTzl6zSuipWuIDMmzxKihctaKrre/fuSezkOdJ7SKxWr0m9WjJqQE/p2X80AWtTkskrTMA6eW7erkXA2tsrQP8IIIAAApeOzZI/DnygQ+Qs0UseqXT/31YQImBthVVgDAgggAACCCCAAAIIIIAAAggEtgAB68Bef2aPgEOBW3+dkqNz89n8rlDtFZI2Qy7EEEAAAQQQQAABvxK4/e8lObKyjs2cnmpxUtJlzetX82QynhG4uHuknN/WT288V8HW8nCxEM90RqsIpEDAUcB69oRhMmPeUgkdHKO3PHVshHRq2chUT5evXJVOoZGy8Ns1Wr2xg0KkXfMG0ubtiBQFrK9euy7rt+yU+UtXye79h2TnvoNa+7keyC4VyhSXqhVKS+OXa2rB8LRpg0yNOWHhv//5V7b8tE8bv+ovvp8alctK/RerSYtGdSTv449qVQ4ePSlvdOknu38+pP27bs3KohwfzJnDUP8qjH767B+y5Pv18t2aTbL758Ny8vRZre6zJYpK6eJFpP4LVbV2s2fLYqhNTweslU/IoLHaieSO5nzqzO8yd9EKWbH2R9m6a59c++uG5HsijzxXtoQWtlfzSe5curRtKrFDekvGDOllz4HD8uGUubJo+Vq59OdVqVSupNSuXlHeeLWOPFOkgKRJk8apl7O9pMZZ+pnCUqtqeW0vqX87CHIZWgdV6I8Ll2Tl+q2yaPk6bU+ptVX79cXqFaVp/Rek4UvV9RPizQSszZR1NFg1rtUbt2t/jwn/loo+lU/bd7Wff04b28O5Hf9vPhu37ZZqjYx98Kz0M0Xki7gRotqOv9wxfuW6eMUP2t+n+jtUV8L1e7VODcn/ZJ4k90FCG/s5zRofKa2b1tOK3L17V34+dFy++GaFrNv8k+zaf1Df12q/NKhdTdsvzrwMbxgKIoAAAl4W+ONArFw6dv+bmx6qMEIeLN3Xy6Oy7Z6AtaWWg8EggAACCCCAAAIIIIAAAgggEJACBKwDctmZNAKuBU4sqiD/nN+uF3y0VIQ88KS5F+2ue6EEAggggAACCCDgXYE/f10kv++J1AeR8aHykr/RNu8Oit59RuDKkZlydm07fbzZ87wkj5Ud4TPjZ6CBI+AsYH3i19+kYfsQOXvugoYRH2jNlDGDYZytO/dL4469tTbyPJJbvp42Vp7K/4S07jEgWQHr8xcva2He2MmztSCtq6v6c8/KwNC35IWq5Q2HK1WbKkSpQqfhI8bLtl0/O+1GBWSHvt9Vgls3lhO/nk12wFpZDxoTp4XaXV2qzwHvBkvnNk30QK6zOt4KWGfNkkmmzv5aBo6elOQ6xc+la7vXxNW+sp+L2o/RA3rJjPlLtXVS4W37S+25xdNjpVypYol+d/3G3zJ51kIZ9sFUQ3tJfTBgyHtdJP+Tj7laIpvfG+2nQpln5IOh70nlciVlzsLvtA8hxF9qj0WE3P8msYQdJDegrP6WPpjyuUyaMd/l/NU69XjzdXm/WzvJljWzzfy8FbBWfzNjJ82S6fOWOFx7+0VSgf4B73bSQuOugvLOAta//nZOBoya6PLvVBn17NhC+r7dIZGXqc1DYQQQQMCLAr/91E+unv1eH0GemjMkR6G2XhxR4q4JWFtqORgMAggggAACCCCAAAIIIIAAAgEpQMA6IJedSSPgWuDCT0Pkwk+D9YJZH64uT1T47yufuRBAAAEEEEAAAX8ROL0tRP76Y70+ndxlB0vusoP8ZXrMw8MCN86uk1NLa+q9ZHqghOSr+pmHe6V5BMwLOAtYpw0KkuD3ImX+klVao45On02qN3Uic+zkOdJ7yH/Piirg+ElMhNy9ey9ZAeuf9v4i7wwYLSr8aOZSYcew7u2ld9c2LkO8ql11KrMKbkZPnG4ouKnqRPXrIa/Uri5tew40dYK1CnJ/tXS1vB/5oX5atdG51alRScZHhUnhAs6/VcEbAetpsQNl+pdLJHzEBKNTkbbN6munmz/0YE6ndezn8lbrJlK+dDF5b+gHTtepwxsNZfzwsERB9F+OnJBeEWNkxbofDY9RFVSnIscMDtH2squQriqvTqkOGRSjn+DuqjPV/rSYgfLbufPaXoq/3BmwVn+X6uTlrn2i9NOeXY0r/vfqdOYJUX00h/grtQPWavzqtO13B441PX4VFI8ZHKqdRp3UyfaOAtYF8z0u3fqM1P++jZg1b1hbxg0Lk0ce4hvfjHhRBgEErCVwcmMH+fvPffqg8jZYK5nz1LDUIAlYW2o5GAwCCCCAAAIIIIAAAggggAACASlAwDogl51JI+Ba4N+Lu+T4wmdtChaqvULSZuClkWs9SiCAAAIIIICALwjc/veSHFlZx2aoBZrslAwPlvGF4TNGCwjc+uukHJ2bXx+JuldW98xcCFhNwFnA+sGcObSAdOjgGH3Is8ZHauFEI9flK1elU2ikHi5VAdqQzq2003LNnmCtAqHtew1KFEJW4emqFcpIlfKlJH36dHLqzO+yav1Wh8HLXsEtZXjf7kme+nz79h0ZGzdL+g4fl2iKz5UtIbWrV5RsWbM47Ce0S2v5/octsvfAEa1u3ZqVZfaEYaIcHV0qKPr518u1oKv96ctFn8onlcuXkqcL/fffkAOHj8vaTTsSzV+N6dPYQVKscAGHfaR2wFr5qHmrwHj8pUKtKphbvOhTcvPmLS3cu2rD1kTj7d6huUQPeMfp+tjPRRld/eu6fsL6i9UqSo3KZbV24/v4amq0NK3/gk1fyvLNkCGy5af7oTFVQI2zSoXSUrFMcW0vqf5W/rBFdu47aFNf7blJo8KlZeO6SYasz52/JF3Chsui5esS1VdjVSdWq2vX/kPano0/kV19kKFW1fLywZQ5ej13Bqyd/S2p+b9YvaKUKV5EgoKCnO45FS6Piw7Xw/CHj5+SBcvWaGO9dPmKzPxqmb4mal++/upL+gcbMqRPJy0a1ZVHH35Qn5uZE7iT+psxOn61fhHvBktI59ZOQ9b2AWv1t61+lnDPqL1WrWIZ7b8HzvaKmqT68IX6gEdQUBoj/9mkDAIIIGAZAfUsrJ6J46+nWpyQdFnzWWZ8aiAErC21HAwGAQQQQAABBBBAAAEEEEAAgYAUIGAdkMvOpBEwJnBiYVn55+JOvfAjxd+TnPlbGKtMKQQQQAABBBBAwOICl0/MlXP7x+ijzPjgs5K/yU8WHzXDs5rAwWnp5d7dW/qwitRZI2nSZbPaMBlPgAskFbDeseeANGwfogcmu7RtKrFDehs6CXrrzv3SuGNvrW6eR3LL19PGSsVni2thRDMBaxXgVKf5Jgw3qpCkCki+06lFogCzOhV69cbtEj5ivGzb9bPN6qoAb2iXNk7DjupE42ZvhdkEnqtWKK2drqwCsWnS3A9JqjD26o3bJCzyI4en2roKWDsKuqo+hvftIbWqlE8U/lQna3+1dJUMGPWxTdDaPvCacMJmrc3+KagxhQwaK3EzFySqqtaoe/vm2snhCU+mViHZIyd+lT7DxiU62Tmp9XE0F9WpOk15dEQvea3BC/r6qD7O/nFBsmXJImoc8Zej0LMK5g54N1g6tWwk2bNlsZmH2kvq5PT+IyfanHat+lThebU3HF1qbwwaEydRH02z+bUKkQ/o1Un7e0h4Xb12XSbPWiBDY6c4PI3bXQFrR39LSc1ffUhizMezZNy0uTbj+mBob+1vzz7YdvDoSXmjSz9Tp7ibCVirkLP6b4c6GTz+UuNXfzPqFPQsmTPZuP5786Z2QvzQmCk2H7pQe2Ly6AHSopHtB+niKyd1Kne75g1kUGhnKZD3MZv5q73y7epN2on9yiH+Uh+C+HxilFaeCwEEEPAVgbu3rsmhFbX04f4vTTop2vGm5YZPwNpyS8KAEEAAAQQQQAABBBBAAAEEEAg4AQLWAbfkTBgB4wIXd4+U89v66RUyPlBc8ledbrwBSiKAAAIIIIAAAhYWOLGxvfzz5359hA9VGCEPlu5r4REzNCsKHP+quPx7+X7AU90vq/tmLgSsJJBUwPrK1b8k+L1Imb9klTZkdbruF3EjRJ0enNSlAq7q9GsVNlRXs1delKljIiRH9qymAtYqIKnCrWMnzdK7U+HWmMEhooLFDoI1ernzFy9r/c+cv8ym7vwpo6R86f9OD054qTBpl7Aombd4pf7jRnVryIQRfeTxRx92Ol1nJyInFbD+48Ileeu9YfLNih9M9aUKq9B7j/BRNoHzyaP7S3Crxok8vBWwVgFWFcRv3/wVp6cEq1O7+wz/SD6ePl83UCcez5s8SooXLZjI21nAeua4odqp6kntBdXYnTt3JXridAkfMcFmP0yLGaidGJ1UfXW6tDrVfMrshXpdFbQdNywsUShbFdi++2dp9lYfmyCwOslYnYScIX16h3spqdOZ3RGwVvMfEjNZImOnmpq/o1PdnYWGPRmwdvT3qf579PGovlK5XKkk/3ukguVvh0fbhORVOF6dyJ//ycTBZ2cBa1drqAbh6IMTZk7+t9L/b2AsCCAQuALqOVg9D8dfGXI+IwVeu/9sbBUZAtZWWQnGgQACCCCAAAIIIIAAAggggEDgChCwDty1Z+YIuBS49dcpOTrX9qV6viqfSKacjk9wctkgBRBAAAEEEEAAAYsI/H15t5zc1MlmNE+1OCnpsua1yAgZhq8InFnZVK6duB/Iy1N6sOR44hVfGT7jTCCwecdemfHlEu3E4mOnzmi/KZj3cXmhagVp9/orUrlcSZ/1SipgrSalgtKhg2P0+RkJC6owZKfQSP2E4pjBoRLSuZXWhpnQ7/6Dx6R55z6iQszxl7MwsaMFOPP7H9rp12s2btd/rU5UHt63e6Kg66oNW6VJx/f0k3pV2HfupCgpVaywy7VdvWGbtOkZoZ/0rSokFbBesGy1vBYcprerAqufxg4S1aeRy/6k7drVK8qMj4YmOhnZjLWRfu3LODvBOjKsm/R9u4PTcHV8O7//cVEL8C9duUFvWp0WrvaKfWjK0VyczdvRXI6f+k1adg/Xg+kqBD5pVLi0bFzXZThbtWe/l1T9hdPGyIvVKtp05yjInFQYO2FlFWYeOf4ziYj+2KZNdwSs7eevOjAaTnf0gYCpYyO0U78TXp4MWNv/fSr/+VOipU6NSoa27p4Dh6VF13Cb/5Y4O4nbUcC6ecPaEhcdLjlzZE+yP/WhEHWq/UefzNXLDerdWQaFvmVonxmaDIUQQAABDwtcOb1Ezu4erPeSLX8Tebx24m+r8PAwXDZPwNolEQUQQAABBBBAAAEEEEAAAQQQQMDDAgSsPQxM8wj4usCZ75vItZNf69PI8eSrkqfUQF+fFuNHAAEEEEAAgQAXOLtnqFz59RtdIVu+xvL4S/dDsgHOw/RNCJzfPkAu7hqu18hVsK08XKyXiRYoagWBbn1GyKSZXyU5lK5tX5OPR93/hh8rjNvoGFwFrNWJyQ3bh+jh4Xc6tZDoiHecnsSr+lUBxXqte2ph5TyP5JbF02OlXKli2pDMhH7tw93q1OpPYiJchhwTzt0+zOzoFG4VilWh1hHjPtWrRoQEy6DQzhIUlMYlpaNQpbOA9fUbf8vb/aPlsy8W6+2aCY2rSo7aWPRZjLxa53mbsZqxdjlJBwUcBaydnW7srH37/fdyrSpa8Dd3rgdczqVfzzdFhbmNrNEnny+S4N6ReptGQ88JB2HfhgqCj+zfU9KnS6cX++3ceWndY4Cs3bRD+5mzILYzD0dBaHcErO2d1V6ZMmaAPJw7l6Glt5979w7NRYXhM2a4fyK3pwLWN2/d0k4QV/89iL+M/Hco4cTsT9VXv3O21xwFrI18sCS+v7iZC6Rrnyi9+y5tm2onumfKmMGQNYUQQAABbwv8ceBDuXRspj6MB8v0l4fKD/P2sBL1T8DackvCgBBAAAEEEEAAAQQQQOD/2LsPKDurqn/AO1OSSTJpkx4gDUKvEqQLiPAHEQQUpahYABWkozRRkY5UEaWqiAIKIkUUKdJBIHyCNCGQhBDSM2mTnkz+6x1XLrmTO5k7Le+duc9dy+Ui875n7/2cM3x88pszBAgQKDoBAeui23IDE2iaQM0HD8SkR7NvLNpo779HWUX/pi3kaQIECBAgQIBAgQgsXzwj3nt8/6xu1t/n/qgcdlCBdKiN9iQwb9xdMfmfR2Ra7t5/59jgk9e1pxGKvtf9jjwx/vHkC3k5JIHah+9of/vbWMB67ryauluG7/nr43UOjQVokyDjRdf+OnML7xc/t3fccsV50atnZd37+YZ+k3D2CedcGrff87eMf3LjcBJWbMqnfuA1ebd+GHlm9Zy6m64ffuL5zNKP3HV97POpHfMu9ejTL8a+h5+Qeb6hgHX9EGquwHc+ReuHOHOFjfO1zqdermdyBaybEkxP1vxg0pQ48vhz4/kx/6krUT+Qv6purlluu/b8SILSjX1y9dmUwOyq9ZNbkL94zJkxdvzEuj/ac5ft4w/XXxhDBn78v4Gs/sMFDYg19dIAACAASURBVD2ztn5zhf1bGrDOFVBu6KbwhnpLZj/5vCtiUP++sd1Wm8b2W28au31y26wftGirgHWu7+Gmfn8mc9Xfv4bOWv2A9agRQ+OeWy7L6zb7pE79vxcIWDf2HerrBAgUmsCHL50YC2Z8/M+/Qz59Z/QceXihtZnrNwO0h3+nWXCOGiJAgAABAgQIECBAgAABAgSaL9Ae/seIlauPl/xLPB8CBNatwPh7toglc97KFO270Tej/ybHr9smVCNAgAABAgQItJLAjHd+GbPe+3VmtS69N48RX3yzlVa3TLEJLJ3zdoy7Z/PM2GVdqmKjzzxSbAztdt58bq6uP1x7vMm6sYB1MmP9m6T/fMvlcehnP51zb+uHla/6yWmR3PS76pNv6Pe9CR/G4d85J5IbtJNPQ2HIxg5YrnBp/cBq/eDlLqO3jjt+eVEMW39wY8tnvl6/34YC1vXDlwd8Zre6G5v79OqZd63kwaf/9X+xx6HHZd6pH2RPvpCvdZMKr/ZwruByU4OvCxctrgvu3nLHx78d664bLo4vH7RvVlstmSXXrdKP3Hl97LT9Vk0afcas2XVh8MeeeanBM1k/+J7rluvGiv7xgUfqzv6qT0sD1rPnzqv7AYKHHns2s+ZT994Un9rpE4210qSvt1XA+l+vvB77HnFC3Y34yac535/Je/V/WCT5s1xB+/oB68/s/sm6vx/079snL4/67wtY58XmIQIECkjgvcf2jeVLqjMdjfziW9G59/9+E0khfdxgXUi7oRcCBAgQIECAAAECBAgQIFCcAgLWxbnvpibQJIHZb14X0144KfNOSVn32OgzD0dJadcmreNhAgQIECBAgEDaArUrFsV7j+0XtcsXZFoZuPPPo88WJ6bdmvrtWODd23pG7bL5mQk23Ov+KO+2XjueqDhaf+GV12OXA7/RrGGff/A3sXMTg5vNKtRKL+UTsE5CzgcefWpMmTazrupJ3zo8Lj/vpKzba1e1s/oNvrlufs03KFu/ZnNDlUlf9UOv9QOP9cPKzQk91w+xNhSwrt/LrjtsE/vttUuUl5c1aUcnTZ4Wv/jNnzLv5LpNOV/rJhVe7eH6AeutNtso/nTjpbHpRsObtOQFV98SP/rZDZl3cgWK68/SlFuFc91c/NUvfDaq+vRqUp/JvH964NF4e+z4zHurB8qTix/Ov+rmOP/KmzJfv/jsEyK5Xbwpn/qB4pYGrOsHn5u7T43N0FYB6wceeTo+//XTMuVz/TBBY70lX8/3dvD6Aemm/v1AwDqf3fAMAQKFKrBs4Ufx/hMf/8bKkvIesfHR8wqyXQHrgtwWTREgQIAAAQIECBAgQIAAgaISELAuqu02LIFmCqxcEWP/MDhWLJ6RWaDfxt+JfqOOaeaCXiNAgAABAgQIpCMwc+wtMfPdjwNepRX9Y9RRUyI6labTkKodQmDiQ3vFwilPZmYZst3F0XNI9s2sHWLQDjZEc26vXkXQ3m6xzidgXf/m1x0/sWXc+cuLY8TQIVk7nwRML7r213He5b+q+/OvfvGzcf3FZ0WPym6Z5/IN/dYPKTYUWM7n6NWfsX7AurGv51Ojfti4oX7rh4nzWTufZ7bZfOP4442XxCYbDmuydT7r53qm/sxNvel31Zr1Q+dJIPmCH3w3SktLGpwl17wNzVH/LDV33lzvrX4Dcq4bvXPdkNxY/fpB5ZYGrP/73oT40rfPitfffq+u9PZbbxbJLeEbDd+gsVaa9PW2Cli3xvfnqkHyCfO3NCDd0vebhO5hAgQItLLAvMmPxOR/f/xbFLoN3jOGHvBEK1dpneUErFvH0SoECBAgQIAAAQIECBAgQIBA8wUErJtv500CRSUw69WLYsaYH2ZmrrvFeu+HoqSssqgcDEuAAAECBAi0X4Ha5TXx3uMHZN1e3X/0hdF323Pb71A6LwiBGS+dGbP+c3mml6oRR8SAzU8viN400bDAJrsdGu+Om9gsoo1HDo13nr23We+m8VI+Aeukr6tvuiNO+8lVmRbv/+1VcdC+n8pqeWb1nPjqiT+Kh594vu7Pb7jsnEjCzKt/CiFgXT/83BoBTgHriOaG4PPxr39uBKz/911V3y5XGLs1f1hhbX+Pao8B6/o/bJHM19KAdEvfT+P/DqhJgACBVQLT37oyqsffmQHpu/UPov8nLytIIAHrgtwWTREgQIAAAQIECBAgQIAAgaISELAuqu02LIHmC9QuXxjv37lBrFhS/fH/+Lrh0dF/0xObv6g3CRAgQIAAAQLrUGDGf6+LWe/flqlY2qUqNjziwygp+/jW1XXYjlIdSGD+hPvio8cOyUxU0XvzGL7r7zrQhB1zlPKhO8by5SuaNVxZWWksm/his95N46V8A9av/OftOPDoU2PKtJl1bZ563JFx6bknRufy8kzbSbBw/6NOjPk1C2PUiKFxzy2XxdabjcoaqxAC1vVv1s4n4NvY3ghYC1gX6g3WAtYff/fWv8E6123pLQ1It/T9xv5e4+sECBBoS4EJz30tFs95K1Nivc/8JXoMP7gtSzZ7bQHrZtN5kQABAgQIECBAgAABAgQIEGglAQHrVoK0DIFiEJj12qUx4+Wzs0Yduee90bn70GIY34wECBAgQIBAOxZYumBijHsy+4bV/jtcEn23OasdT6X1QhFYsWh6jP3DwKx2Nt73iSgp71EoLeojh4CA9YXRt0+vLJm582rimDMuiHv++njdn+8yeuu445cXxbD1B9f99cqVK+Oia38d513+q7q/rh9iXrVYIQSs699am2bAOteNw631TZmvdXPr5Rsqb2z9+rej5zJpzRusm3vTdmNzFGrA+j9vj40vHnNmjB3/v1v5t996s7jrhotjo+EbNDZSk77eHm+wzufG71y3XK8NRsC6ScfGwwQIFJBA7bL58e4je2V1NOqoaVHadUABdflxKwLWBbktmiJAgAABAgQIECBAgAABAkUlIGBdVNttWAItF3j/rhGxrGZCZqGe6+0XQ7a9sOULW4EAAQIECBAg0IYCk1/9Ycz76OFMhfLK4bHh4ePbsKKli01g/L3bxpLq1zJjrz/6iqgcuGexMbSreTfZ7dB4d9z/wohN/Ww8cmi88+y9TX0ttefzvcE6abB+EPb+314VB+37qbreZ1bPia+e+KN4+Inn6/76livPi28d8fk15so39Fv/xuz6ge6mgNXv+/ivHxZX/vjUqOjSuW6Z1rjhN7m1+4RzLo3b7/lb3ZoNhXgvue43cc4l12far99LU+Zq7Nl8rRtbp6Gv1w8UNye4mwTzz7/q5jj/ypsyZa76yWl1N6Sv/mlJwPpfr7we+x5xQt3N6smnOX3ma1T/huTmBOjrB6LXtkb9799cz9YPPm+12UbxpxsvjU03Gp7vWHk911YB6wceeTo+//XTMj188XN7xy1XnBe9elbm1deqh5YuWxZnXXRd3d/HVn0uPvuESG6xXv3T0oB0S99v0lAeJkCAQCsK1Ex7MiaNOSOzYpeqbWLEoa+2YoXWXUrAunU9rUaAAAECBAgQIECAAAECBAg0XUDAuulm3iBQ1AJz3rk1pj5zTJbB+qOvisqB//sX7j4ECBAgQIAAgUITqJn2dEwa83FoJ+lv0O63RO9NvlVoreqnHQtM+9cpMfuNazMT9Bn+5Ri4xffb8UQdv/XvnnlJ3HD7n5s16He++oX41WXZv92nWQuto5eaErCuH3pOQrCXnntidC4vrwsp73/UiXUh1s1GjYi7b7ostthk5BpT5Bv6/WDSlDjy+HPj+TH/qVujR2W3eOTO62On7bdqksziJUvj9POvjl/+9u7Me/VDlf99b0J86dtnxetvv1f3zDabbxx/vPGS2GTDYXnXmjxtRhx1wg/jyedfqXunoYD1Hx94JA7/zjmZdffba5e4/bqfRr+q3nnXyvfBfK3zXa/+c/UD1oMH9osHb7u6LsCc76d+MD15b/Xg/qp1WhKwfm/Ch3XmyflddZb+/ofrYtcdtsm3zbyf+93dD8XRJ/8483xTbz9OXnz06Rdj38NPyKzR0oD1jFmz676XHnvmpcyaT917U3xqp0/kPVey12f89Jp4e+z4uu/v5PbrL39+nxgysH9mjbYKWNf/+05zA/Kz586r+yGQhx57NtNzcpP3lw/aN8uhpQHplr6f96Z4kAABAq0sMO3Nn8XsCX/MrNpny5Nj4E7XtHKV1ltOwLr1LK1EgAABAgQIECBAgAABAgQINE9AwLp5bt4iUNQCEx/aMxZOeSpj0KXHyBjxqT8VtYnhCRAgQIAAgcIVGP/0l2LJ/HGZBrsN3iOGHvBk4Tass3YpUPPBAzHp0Y9v8u1cOTxG7nFPu5ylWJp+4ZXXY5cDs281zXf25x/8TezcxBBwvmu3xXNNCVjPnVcTx5xxQdzz18frWtlzl+3jD9dfGIMH9IuLrv11nHf5r+r+/OtfPjB+cdEPonu3rmu0nG/oN1fw9obLzokksNqUT/3gc/Ju/QBvruBlrpDv2uquHjBPnmsoYF0/LJqEku/79ZXxye22aMpYce/f/hkXXnNrDFt/cHxiq03rwuwHfGa36NL5f7dyJ598rZtUeLWH6wesky81dHN5QzXqh3IbCre3JGBd/9wmvSQ3mCc/IJAjnNUgx/iJk+Obp50fZaWlsd1Wm8bw9QfHFw7YOwb2r8q8U/+27KbevJ7c6L3691KycEsD1rl+yCDXLeFrOwf1v49GjRga99xyWWy92ajMa20VsM71PfzIXdfHPp/asUlHt/7N4A39QEBLA9Itfb9JQ3mYAAECrSgw7qkvxtLVfjvl+vvcH5XDDmrFCq27lIB163pajQABAgQIECBAgAABAgQIEGi6gIB10828QaDoBRZOfSYm/jX7xuq+Gx4d/Tc9sehtABAgQIAAAQKFJTDjv9fFrPdvy2pq6Oeejm6Ddi+sRnXT7gVWLl8U7/y2W9YcI/e4OzpXjmj3s3XkAZpzi3V7u7062b+mBKyT56++6Y447SdXZbY+CTput+UmdTfDPvzE83V/vraQbVNCv/VrHbTvp+LmK34YA/p9HGht7AzWny9XgDdXqLUpNw+vWFEb5191U1xw9S2ZdhoKWCdh7m+ddkH85e9PZJ4956RvxvlnfDvKykobG6fu6/PmL4gTf3h5JLclr/qsfpv4qj9rinVehes9lCtgvbZwfa4at955fxxz+gWZLzX0fksC1sn+Jmcpucl81WevXUfX3Ry+3qABeY2erHHLHffFcd+/KPN8rvD0zOo5Wd8LycO//8UFcdSh++dVZ8q0mfG1k36Uddt0SwPWSeH6zofsv1fcetV50adXz7z6evzZl+KQb55Rd0N98vni5/aOW644L3r1rMy831YB66XLlsVZF11Xt4erPk35/kzeSb5HL//lbXHOJddn1mjo9viWBqRb+n5eG+IhAgQItLLA0prxMe6pw7JW3eTrC6NT2Zo/LNfKpZu9nIB1s+m8SIAAAQIECBAgQIAAAQIECLSSgIB1K0FahkCxCdT/FejJ/EN3/FV067dDsVGYlwABAgQIEChQgYUzX46JL343q7tC/xXIBUqprTwFPnx4/1gw6eHM0wM2OyWqRn4lz7c9lpbAfkeeGP948oW8yieB2ofvuC6vZwvpoaYGrOvfwHz2id+ou635wKNPqQtfbjZqRNx902V1Nyrn+jQl9PvmO+PisOPOjLfHjs8sddPPzo1jjjw4r5uHP5o6vS7s+sRzYzLvn/Stw+Py807Kuuk5+eJL/34zDv7m6ZEEXJNPj8pucc/Nl8e+e+zU6HYlN+Me/p1zsvpsKGCdBHV/futdccqPrsysm9xCfdu158ceO3+i0VrJA3fd/0gc9/0LM2HXpNc7f3lx3Q3Wq3+aYp1X4XoP5QpYJ73cft0F8fn/t0ejS074cHJ85XvnRRJIXfX58y2Xx6Gf/fQa77YkYJ0sNua1t+KLx54ZH0yakln70nNPjNO//ZW8gu1jx0+sO0sv/t8bmfd/cPzX4oIzvxudy8szf9aSMHeuEHeycGsErHN9LyUB8yT43dgt3rn2OdcN4G0VsE4M6ge8m/L9mbyf63u0oVvMWxqQbun7jX7jeIAAAQJtIFA97vcx/e1rMit3X3+/2GC/v7dBpdZbUsC69SytRIAAAQIECBAgQIAAAQIECDRPQMC6eW7eIlD0AitXLI3xf948ls57P2PRpcfIGL77ndGpU343chU9IgACBAgQIECgzQRWrlwRE545IpbMH5ep0bnnhjHiC29Fp9LObVbXwsUtMPvNn8e0F07OIHTru30M3enG4kZpJ9Pnc5N1e7y5ehV/UwPWc+fVxDFnXBD3/PXxuiWSIPHwDQbHjbffW/fXjd1g3JTQ75KlS+PcS38ZV97w+8xpqerdM66/5Kz48kH7rDUYOmPW7Lobi2+/52+Zd5Mg8x+uvzB23WGbNU5frlo7fmLLuP7iM2P7rTdr8LQmIe4Tzr4s7v/HU1nPNBSwTh7KFSzOp1by7hv/fb/Of/Wg72EHfiZuvPycNW4jbop1c74dcwVvk3XymSXX/qzthvKWBqxz7W8S0r36/NPj6MM+t9aQdfKDA2de9PP41W33ZJ2le26+LEZvs/kadLn299ijDokk0J2c31yfJFyd/CDAN0/7aVYIPHm2NQLWuW5ZzyfYX1tbG3f85eE4/uxLM4H+XLfAJ33WD1jvucv2dd9vQwb2b/B41f/7T0OzJje/f/sHF8fdDz6WWWuTDYdF8gMXn9pp7T+YkITjv3fO5fHIU//KvJuc0SRgPmrE0DV6a2lAuqXvN+d70TsECBBoqcDEf307Fs56JbPMwJ2vjT5bnNTSZdv0fQHrNuW1OAECBAgQIECAAAECBAgQIJCHgIB1HkgeIUAgt0DNBw/EpEc/n/XF3kMPiUFbnYuMAAECBAgQIJCqwNTXL4o5E/+S1cP6+9wflcMOSrUvxTu2wLL54+L9P26YNeRGez8UZRUDO/bgHWS6F155PX73p7/GP597OcZN/KhuqpFD14tP77pDfO1Ln4udt9+q3U7a1IB1MujVN90Rp/3kqpwz//4XF9TditvQp6mh31w3ByfB2OOPPixO/85Xon/fPlmlkkDosy+9Gudccn3WzcjJQ43dWJzclP2NU8/PCi8nIc4fnXZsfOGAT2fdep3UefnVt+pC3KvfwLyqmbUFrJNn6t9CnfxZEnhNaiXh8e7dumbNlQSE//zQP+OnV91cF2Rd9VlbSLap1k09xA0FrJN1GnJLgsT/fuOdOPviX2QFXhu7kbilAeukp1xnKfnzU487Mk459sgYut6gLIJVvf74ihvjr48+k/W1tZ2l5L077/tHfOfMizOh5OTlz+2ze5x/xrdjuy03yfrhgMQxef77P70mqufMW2MbWiNgnSyaK/idnJ8Lz/xufOGAvaNrRZes2vPmL4hrb7kzfvar32XNcc1PT4/kJvj6wbbkdvAjjz83nh/zn7p1kj395SVnxZGH7BclJSU5j1e+Aevk5eT77KgTfpgVQE8C6z885Zg47iuH5Pye+dvjz9WdtdW/Z5K+brjsnDji4P+X84c0WhqQbun7Tf0+9DwBAgRaKrB88bR47/EDspbZ8MvvR3mP3L+NpKX1Wut9AevWkrQOAQIECBAgQIAAAQIECBAg0FwBAevmynmPAIE6gWn/OiVmv3Ftlsagrc6J3kMPJUSAAAECBAgQSEVgzsR7Y+rrF2fV7rPlyTFwp49/HXIqjSlaFAIfPLBLLJr+QmbWgVucEX2GH14UsxuycAWaE7B+5T9vx4FHnxpTps3MGqyhm21Xf6g5od+nXvi/OPrkH69xs28SlNx1h21jl9FbR+fO5THxo6nx+DMvZYUpV9U+/uuHxeU/PGmNEGb9nWmoVhIY3nv3T9aFcJMZHnv6xbqgcEOfxgLWy5eviCtv/H2cddF1ayyRhEaTWttusXGUlpbWzZ0ERZP/Xv2TzH/ZuSfFcV85NEpL1wywNse6KSc1V8B68MB+Wedidbf5NQvisWdeygqwr6rXWPi9NQLWSa2G9jf52h47fyJ2++S20aOye6yt16O/9Lm48senRt8+vRrkWtv+rl4nCfU/+fwra+zt6gu3VsB6bfMnQevkxunNRo2IFStWxKtvvlv3vVQ/8L2276P6t9uvmiEJlCc/CFFeXhYXn31CbL3ZqMx4TQlYNxRcTxar/z2zNtfGzlpLA9Itfb8p34OeJUCAQGsIzJ5wV0x784rMUl0H7BzDDnq+NZZu0zUErNuU1+IECBAgQIAAAQIECBAgQIBAHgIC1nkgeYQAgbULTLh/h1g8Y0zWQ8N2uTW69lnzVzKzJECAAAECBAi0pcCi2a/FB89/K6tERf/RMfzzL7dlWWsTyAhU/+dnMf2lH2T+ulvVdjF055sJEUhVoDkB64aClN/+6qFx9fmnr3ET7uoDNjf0+69XXo+TzvtZ3a3RTfkkIeSTjzkizvre1xsNVyfrJiHOh594Ib571iVrDb2u3kNS49TjjqoLeP/2jw/WfamxgHXyTBLCveH2P8c5l/wi64bgfOZLal589vfiO1/9QpSVleZ8pbnW+dRPnskVsP7TjZfG3X99LO5+8LG8lslnjmSh1gpYJ2u98Mp/4rtnXhqvvfVuXj2u/tBXv/jZunB1/ZvTcy2U+Fx+/W3xkytvyrtOEkhPboe+6fd/yfTXmgHrlsx/7FGH1N0Cn4SZc32S752f33pXnPKjKxuc95G7ro99PrVj5utNCViv+v687+En17iVOh/gpO8Lzzw+kjka+p5J1mlpQLql7+czi2cIECDQmgITXzg2Flb/O7PkgE9eHlVbf781S7TJWgLWbcJqUQIECBAgQIAAAQIECBAgQKAJAgLWTcDyKAECuQUWz3wlJtw3OuuLnbtvEEN3vjXKulRhI0CAAAECBAisE4HlS6pj4gvfiqULPsyqN/zgMVHRb/t10oMiBJbNHxfv/3HDLIiRe9wdnStHwCGQmkBzAtZJs1ffdEec9pOrsvr+/S8uiKMO3X+ts7Qk9Dtj1uy45uY744bf3bPGzbq5in5un93jnJO+ETt9YqvIEcJZa58TPpwcP77ixvjd3Q+t9bkkEJuENvf/9C5x+vlXx42331v3fD4B6+S5JJSa3IR94TW3xl/+/kRe5yCZ6/wzvh3JzcBrm6sl1vk0kitg/ez9t9bdUHzpL34b1/36rrUGx/OdI+mlNQPWyXpNPUvJPv/otGPjCwd8Orp07pwPT90ztbW18c/nxtSF6Bv74YDE42fnnVy3p1/+9tltFrBeNf+VN/w+fnnb3Y2G+5sye3LjdXIr+81/+EtOoxsuOyeSH8RY9WlqwHrVe8n350+vuiXueeixRvtP3vnaYQfEOSd9M5JZGvu0NCDd0vcb68/XCRAg0JoCS2vGx7inDstacsMvvx/lPUa2Zpk2WUvAuk1YLUqAAAECBAgQIECAAAECBAg0QUDAuglYHiVAoGGBOe/cGlOfOSbrge79dowNdrweGwECBAgQIEBgnQh8+OIJsWDmi1m1Bu1+S/TeJPtG63XSjCJFLTDxb5+JhZMfzxj0G/Wt6Lfxd4vaxPDpCjQ3YP3Kf96OA48+NaZMm1k3wDabbxx/vPGSRgOMrRH6nT6zui60+o8nX4jX3ny3LqCcfIatPzi22XxU7LXr6LqAcxKmLCkpaTZwEo59693x8ccHHomnXvi/ePXNd+rCnEmdHT+xZRyy/17x2U/vGj17dF/jNud8A9armktqTfhwSjzwyFN1td4eOz7eef+DzFxbbDIy9th5+zhwn93znqs1rNeG11DAetcdtqkLjv/3vQlxx18ejoceezazRzttv1V8ZvdPxsH77VkXEM93f1o7YL1qrtlz58VjT78Uf/vnc3X9JjelJ5/kZu1tt9ikrsdkn5P97lrRpdlnKbF65sV/x533/SPrzCbr777jdvGlg/aJHbfbsu5m5WTf2zpgvWqQ5HvpwUeficeefrFuj1adueR7Z+fRW9ed7+QsJ2c838+SpUvjb48/F3fd/0i8+H9vZN0Ef/aJ34gLfvDdKC393/dlcwPWybvJGZs0ZXpdrSefH7NG/4ntnruMjs/uvWusP3hA3j9k0dKAdEvfz9fZcwQIEGgNgZnv/ipmjr01s1S3IXvH0M/m91soWqN+S9YQsG6JnncJECBAgAABAgQIECBAgACB1hAQsG4NRWsQIFAnMP3FM6L69exfE9tr/QNi8DbnEyJAgAABAgQItKnAlNd+HHMnZd9AWrXV6TFgxyvatK7FCeQSmPPOLTH1mWMzXyrvNiQ23OsBWAQIEGh3AmsLWLe7YTRMgAABAgSKUOD9Jw6KZQsnZyYftPvN0XuT7ItSCpVFwLpQd0ZfBAgQIECAAAECBAgQIECgeAQErItnr01KYJ0IfPToITH/g/uyalWNODIGbH7aOqmvCAECBAgQIFB8AtPfuiqqx9+RNXiPYQfHevvk/tX1xSdk4nUtsHL5onj39qpYuWJxpvT6o6+IyoF7rutW1CNAgECLBASsW8TnZQIECBAgkKpAzbQnY9KYMzI9dCqtiI2/Wh2dyrqm2le+xQWs85XyHAECBAgQIECAAAECBAgQINBWAgLWbSVrXQJFKlC7fGFMfGiPWDxjTJZA342+Gf03Ob5IVYxNgAABAgQItJXAjHd+GbPe+3XW8hX9R8fQA56KkrJubVXWugQaFZj67HEx5783Z56rHLhHrD86+7e9NLqIBwgQIJCygIB1yhugPAECBAgQaIHApDGnR820pzIr9N702Bi0200tWHHdvipgvW69VSNAgAABAgQIECBAgAABAgTWFBCwdioIEGh1gWXzx8XEh/aOZTUTstbuN+rY6Lfxt1u9ngUJECBAgACB4hSY+e6NMXPsxwHWRKG8cngMPeDxKO8xsjhRTF0wAoumPR8fPLhrVj8j97g7OleOKJgeNUKAAIHGBASsWN8wUwAAIABJREFUGxPydQIECBAgUJgCS2vGx7inDstqbtiBz0XXgbsUZsM5uhKwbjdbpVECBAgQIECAAAECBAgQINBhBQSsO+zWGoxAugKLZ74SH/5931ixpDqrETdZp7svqhMgQIAAgY4ikOvm6tIuVbHB/o9ERb/tO8qY5mjnAh88uFssmvZcZoqqEUfEgM1Pb+dTaZ8AgWISELAupt02KwECBAh0JIHpb10Z1ePvzIzUdeCuMezAZ9vViALW7Wq7NEuAAAECBAgQIECAAAECBDqkgIB1h9xWQxEoDIGFU5+JSQ/vH7XLF2Q1VDXiyBiw+WmF0aQuCBAgQIAAgXYnMP2tq6J6/B1ZfZeUdY/19/t7dBu0e7ubR8MdV2Du2NtiylNfzwzYqaRzjPrMP6KkvEfHHdpkBAh0KAEB6w61nYYhQIAAgSIRqF02P8Y+9v9iZe3SzMSD9/ht9Bp1dLsSELBuV9ulWQIECBAgQIAAAQIECBAg0CEFBKw75LYaikDhCCyc8kRM+seBa4Sse61/QAze5vzCaVQnBAgQIECAQLsQmPLaj2PupIeyeq0LV/+/B6Pb4L3axQyaLC6B9+8aFstqJmaG7r/J8ZH8VhcfAgQItAcBAev2sEt6JECAAAEC2QKz3vt1JL/1adWnvHJobHj4B+2OScC63W2ZhgkQIECAAAECBAgQIECAQIcTELDucFtqIAKFJ5DcZP3RowfHiiXVWc1177djDN72gijrUlV4TeuIAAECBAgQKCiB5UuqY8qr58WCmS9m9VXapSrW2+c+N1cX1G5pZnWBWa9dGjNePjvzR8k/+26098MRnUpAESBAoOAFBKwLfos0SIAAAQIEsgVW1sZ7j+8Xyf8PverTf4dLou82Z7U7KQHrdrdlGiZAgAABAgQIECBAgAABAh1OQMC6w22pgQgUpsDima/ER499MZbVTMhqsHP3DWLwNj+Jrn22KczGdUWAAAECBAikLrBo9msx5bWfxNIFH2b1Ul45PNb7zD1R0W/71HvUAIGGBGqX1cR7dwyJ5Nd0r/oM2OyUqBr5FWgECBAoeAEB64LfIg0SIECAAIEsgepxv4/pb1+T+bOS8h6x0ZGTo6S8st1JCVi3uy3TMAECBAgQIECAAAECBAgQ6HACAtYdbksNRKBwBZbNHxcf/fPLsXjGmDWaHLTVOdF76KGF27zOCBAgQIAAgVQE5ky8N6a+fvEatSv6j471Pv3HKO8xMpW+FCXQFIEZY34Ys169KPNKWZd+sdHef3OLdVMQPUuAQCoCAtapsCtKgAABAgSaJ1B3e/VnY/mSmZn3+257bvQffWHz1kv5LQHrlDdAeQIECBAgQIAAAQIECBAgQCAErB0CAgTWqUDt8oUx5YmjYv4H961Rt/fQQ2LglmdFp06l67QnxQgQIECAAIHCE1i5ckVMe+PSmDPxL2s012PYwTF4rz9ESVm3wmtcRwRyCKxYPCveu3P9WLlicear/Tf9XvTd8Ou8CBAgQIAAAQIECBAg0CoCs97/bcz47y8ya3UqrYiNjpgUpRV9W2X9db2IgPW6FlePAAECBAgQIECAAAECBAgQqC8gYO1MECCQisD0F8+I6tevXKN2lx4jY+Dm349u/XZIpS9FCRAgQIAAgfQFFs58Oaa99bNYMn/cGs1UbXV6DNjxivSb1AGBJgrUv8W6pKwyNvr0g5H8ym4fAgQIECBAgAABAgQItESgdtn8eO+fB0bt8prMMu359upkCAHrlpwI7xIgQIAAAQIECBAgQIAAAQKtISBg3RqK1iBAoFkCc965NaY+c0zOd/tueHT03/TEZq3rJQIECBAgQKD9Csz473Ux6/3bcg4waPdbovcm32q/w+m8qAVql86L9+4aGrVL52YcqkZ+NQZsdnJRuxieAAECBAgQIECAAIGWC0x/+9qoHnd7ZqGSzr1io8MnRknnni1fPKUVBKxTgleWAAECBAgQIECAAAECBAgQyAgIWDsMBAikKrB45isx9bnvxOIZY9boI7nNuv8m34vKgZ9KtUfFCRAgQIAAgbYXqJn2dMx45xc5b62u6D86Bu16Q1T0277tG1GBQBsKzHrt0pjx8tlZFUbucXd0rhzRhlUtTYAAAQIECBAgQIBARxZYWjM+xj11WNaI/Xe4JPpuc1a7HlvAul1vn+YJECBAgAABAgQIECBAgECHEBCw7hDbaAgC7V9g2r9OidlvXJtzkJ7r7Rf9Rh0XnbsPbf+DmoAAAQIECBDIEli6YGLMHHtTzPvo4ZwyfbY8OQbudA01Ah1G4P0/bRTL5r2fmafn4H1iyCcu6TDzGYQAAQIECBAgQIAAgXUrMPn/zo55Ux7NFC3vuWFs+KX31m0TbVBNwLoNUC1JgAABAgQIECBAgAABAgQINElAwLpJXB4mQKAtBWo+eCCmv3haLF0tcLJ6vb4bHh19N/pGlJRVtmUb1iZAgAABAgTWgUDt8pqY9d5vYtb7t+Ws1rnnhjFgx6uicthB66AbJQisO4G5Y2+LKU99Pavg+qOviMqBe667JlQiQIAAAQIECBAgQKBDCNRMezImjTkja5bBe/w2eo06ut3PJ2Dd7rfQAAQIECBAgAABAgQIECBAoN0LCFi3+y00AIGOJbByxdKY/vIPGrzNuqSse1SN/GpUjTwqSkq7dqzhTUOAAAECBIpAoHbFoqge94eoHnd71C5fkHPi5NbqATtcHp1KOxeBiBGLUWDi3z4TCyc/nhm9S4+RMeJTfypGCjMTIECAAAECBAgQINACgfFPfymWzB+XWaHbkL1j6Gcfa8GKhfOqgHXh7IVOCBAgQIAAAQIECBAgQIBAsQoIWBfrzpubQIELLJz6TMx85bxYOOWpnJ0mQes+w78cfYYdFmUV/Qt8Gu0RIECAAAECyxfPiNkf3B2zJ/yxwWB1t8F7RL/tL4hug3YHRqBDCyya9nx88OCuWTP2G/Wt6Lfxdzv03IYjQIAAAQIECBAgQKD1BGa++6uYOfbWrAWHHfhcdB24S+sVSXElAesU8ZUmQIAAAQIECBAgQIAAAQIE6gQErB0EAgQKWmDOO7fGrH9fGMtqJjTYZ68NDoreG3w+uvbZpqBn0RwBAgQIEChGgUWzX4s5H94fcz98oMHxyyuHR9/tfhi9N/lWMRKZuUgFpv3rlDV+a8vwXW+Lit5bFKmIsQkQIECAAAECBAgQyFdg8Zw3Y8JzR2c9nvw2qIE7XZPvEgX/nIB1wW+RBgkQIECAAAECBAgQIECAQIcXELDu8FtsQAIdQ2DWa5dG9X9+FiuWVDc4UBJG6bXe/tFj8L5R1qWqYwxuCgIECBAg0A4Fli+pjvlTHom5H/09kn/p29CntEtVVG39/ei7zVntcEotE2iZwMrli2LcPZvGspqJmYW6VW0XQ3e+uWULe5sAAQIECBAgQIAAgQ4vMPGFY2Nh9b8zc5ZXDo2RX/xvdCrr2mFmF7DuMFtpEAIECBAgQIAAAQIECBAg0G4FBKzb7dZpnEDxCdQuXxiz37g6qt+4NlYsnrFWgMoBu0floD0j+W9h6+I7KyYmQIAAgXUvkISqa6Y/EzVTn6z777V9Siv6R9WWJ0efLU+NkrJu675ZFQkUiMC8cXfF5H8ekdVNv42/E/1GHVMgHWqDAAECBAgQIECAAIFCE5g59paY+e4NWW0N+fSd0XPk4YXWaov6EbBuEZ+XCRAgQIAAAQIECBAgQIAAgVYQELBuBURLECCwjgVWrojZb/0y5rx9QyyZ81ajxZObALv12zG699shuvbZptHnPUCAAAECBAjkJ7Bo9muxYObLsXDmi1k3ZzX0dpfem0fvzb4TfTY/PqJTaX5FPEWggwtMeeromDv2d1lTJrdYJ/8M60OAAAECBAgQIECAAIHVBZJbq5Pbq1f/9Br1tRi8x20dDkrAusNtqYEIECBAgAABAgQIECBAgEC7ExCwbndbpmECBFYXqPnggZj77m9i/gf35QVTUlpRF7Ku6L1FVPTaLCp6bhzl3dbL610PESBAgACBYhZYtvCjWDzv3Vg89+1YPOfNSMLVtSsW50XSY9jB0Wvjb0TlsIPyet5DBIpJYMXiWTH+3q1i+cIpmbG79NgoRux+R0SnkmKiMCsBAgQIECBAgAABAmsTWFkb4585MpbMfy/zVFm3wTHi0NejtKJvh7MTsO5wW2ogAgQIECBAgAABAgQIECDQ7gQErNvdlmmYAIFcAstqJsa89++I+eP+FItn/btJSCVl3aNz5fDo3H2DKO86JMq7DoqyLv2itEtVlJb3jJKyyigp6xqdSjpHJ7dtNsnWwwQIECBQ2AIrV66IlbVLo3b5oqhdXhMrls2LFUuqY/mSmbFs0dRYtmhyLF3wYSytmRC1yxc0aZiKvttFj5Ffip4bHhnllUOb9K6HCRSbwPzxd8dHj38pa+zeQw+JQVudW2wU5iVAgAABAgQIECBAoAGBqa9fFHMm/iXrq+vt/afoMeKwDmkmYN0ht9VQBAgQIECAAAECBAgQIECgXQkIWLer7dIsAQL5CCyZ9WrM/+D+qPnwr7F4xph8XvEMAQIECBAg0AoCFf1HR+UGn4sewz4fXfpu2worWoJA8QhMe+HEmP3mL7IGHrTVOdF76KHFg2BSAgQIECBAgAABAgRyCsyZeG9Mff3irK/12eJ7MXDn6zqsmIB1h91agxEgQIAAAQIECBAgQIAAgXYjIGDdbrZKowQINEcgudl6wUePxsLJ/4yFU5+O5QsmNWcZ7xAgQIAAAQI5BMq6rx/dBn0qug35dHRfbx83VTslBFooMOG+HWLxzOwfEBy2y2+ia5+tWriy1wkQIECAAAECBAgQaK8Ci2a/Hh88/42s9iv6jY7hB7/cXkfKq28B67yYPESAAAECBAgQIECAAAECBAi0oYCAdRviWpoAgcITWDp3bCye8WIsmjkmkpuul1S/HiuWVBdeozoiQIAAAQIFJlDapSq6VG1VdzN1136jo6L/jtG516gC61I7BNq3wOKZr8SE+0ZnDdG5cngM3+U3UVLeo30Pp3sCBAgQIECAAAECBJosULtsfkx4/huxtGZC1rvDDx4TFf22b/J67ekFAev2tFt6JUCAAAECBAgQIECAAAECHVNAwLpj7qupCBBogsDyBR/F0nnvxtJ542J5zQexbMGkWL5oaqxYPCNql8yOFUvnxcrlC2Nl7ZJYWbu8CSt7lAABAgQIFLZAp5Ky6FTSJTqVdYvSzj2jpEufKK3oH2VdB0V59/WjrHJYdO45Mjr33DjKuq9X2MPojkAHEZjzzi0x9Zljs6apHLhHrD/6yg4yoTEIECBAgAABAgQIEMhXYNKY06Nm2lNZjw/a/ebovckx+S7Rbp8TsG63W6dxAgQIECBAgAABAgQIECDQYQQErDvMVhqEAAECBAgQIECAAAECBDqCwLR/nRKz37g2a5SqEUfEgM1P7wjjmYEAAQIECBAgQIAAgTwEpr91ZVSPvzPryT5bnhwDd7omj7fb/yMC1u1/D01AgAABAgQIECBAgAABAgTau4CAdXvfQf0TIECAAAECBAgQIECAQIcT+PDh/WPBpIez5hqw2SlRNfIrHW5WAxEgQIAAAQIECBAgkC1QPe73Mf3t7CB19/X3iw32+3vRUAlYF81WG5QAAQIECBAgQIAAAQIECBSsgIB1wW6NxggQIECAAAECBAgQIECgWAVWLJ4eHzy4WyydOzaLYMi2P42e6322WFnMTYAAAQIECBAgQKDDC8z76G8x+dUfZc3ZudeoGHbgs1FaMaDDz79qQAHrotlqgxIgQIAAAQIECBAgQIAAgYIVELAu2K3RGAECBAgQIECAAAECBAgUs8DiGS/HB3/9VKxcsTiLYf0dronKAbsVM43ZCRAgQIAAAQIECHRIgZrpz8akl0/Jmq1TaUUM+9zTUdF/hw45c0NDCVgX1XYblgABAgQIECBAgAABAgQIFKSAgHVBboumCBAgQIAAAQIECBAgQIBAxPwJ98VHjx2SRdGppHNssOP10a1qO0QECBAgQIAAAQIECHQQgYXV/44PXzwhVtYuzZpovc/8JXoMP7iDTJn/GALW+Vt5kgABAgQIECBAgAABAgQIEGgbAQHrtnG1KgECBAgQIECAAAECBAgQaBWBOf+9KaY+++2stUrLe8YGn7wuKnpv0So1LEKAAAECBAgQIECAQHoCi+e8GR++dGKsWDYvq4lBu90YvTc9Lr3GUqwsYJ0ivtIECBAgQIAAAQIECBAgQIBAnYCAtYNAgAABAgQIECBAgAABAgQKXGDWa5fGjJfPzuqyrEtVrL/DtVHRa7MC7157BAgQIECAAAECBAg0JLB47tsx6eWTY/mS6qxH+u9wSfTd5qyihROwLtqtNzgBAgQIECBAgAABAgQIECgYAQHrgtkKjRAgQIAAAQIECBAgQIAAgYYFZoz5Ycx69aKsB+pC1qOvdpO1g0OAAAECBAgQIECgHQokN1dPGnPqGuHqvtueG/1HX9gOJ2q9lgWsW8/SSgQIECBAgAABAgQIECBAgEDzBASsm+fmLQIECBAgQIAAAQIECBAgsM4Fpr/4/ah+/YqsuqXlPWO90VdGt6rt1nk/ChIgQIAAAQIECBAg0DyBhdX/jo/GnB4rls3LWqBqqzNiwI4/a96iHegtAesOtJlGIUCAAAECBAgQIECAAAEC7VRAwLqdbpy2CRAgQIAAAQIECBAgQKA4Bab/67SofuPqrOE7lXSO9ba/PCoH7FacKKYmQIAAAQIECBAg0I4EaqY/Gx+98oNYWbs0q+uqLU+NATtd1Y4mabtWBazbztbKBAgQIECAAAECBAgQIECAQH4CAtb5OXmKAAECBAgQIECAAAECBAgUjECum6yT5oZs+9Poud5nC6ZPjRAgQIAAAQIECBAgkC0w76O/xeRXf7QGi5urs0kErH3nECBAgAABAgQIECBAgAABAmkLCFinvQPqEyBAgAABAgQIECBAgACBZgjMGPPDmPXqRWu8OWCzU6Jq5FeasaJXCBAgQIAAAQIECBBoS4Hqcb+P6W9fs0aJvtueG/1HX9iWpdvd2gLW7W7LNEyAAAECBAgQIECAAAECBDqcgIB1h9tSAxEgQIAAAQIECBAgQIBAsQjMeu3SmPHy2WuMWzXiiBiw+enFwmBOAgQIECBAgAABAgUvMP2tK6N6/J1r9Nl/h0ui7zZnFXz/67pBAet1La4eAQIECBAgQIAAAQIECBAgUF9AwNqZIECAAAECBAgQIECAAAEC7Vhgzn9viqnPfnuNCSoH7hFDtvlJlJT3aMfTaZ0AAQIECBAgQIBA+xaoXTY/Jr/2k6iZ9tQagwza7cbovelx7XvANupewLqNYC1LgAABAgQIECBAgAABAgQI5C0gYJ03lQcJECBAgAABAgQIECBAgEBhCsyfcF9MfuKIWLlicVaDnSuHx+Ctfxxd+2xVmI3rigABAgQIECBAgEAHFlg0+/WY8p/zY2nNhKwpO5VWxJC97oweww/uwNO3bDQB65b5eZsAAQIECBAgQIAAAQIECBBouYCAdcsNrUCAAAECBAgQIECAAAECBFIXWDzj5Zj85FGxdO7YNXoZtNU50Xvooan3qAECBAgQIECAAAECxSIwZ+K9MfX1i9cYt3OvUTFkzz9ERf8dioWiWXMKWDeLzUsECBAgQIAAAQIECBAgQIBAKwoIWLcipqUIECBAgAABAgQIECBAgECaAisWT4/JTx4dCyY9vEYbvYceEoO2PDuiU0maLapNgAABAgQIECBAoGMLrKyNqW9cEnMm/mWNObuvv18M2fO2KK0Y0LENWmE6AetWQLQEAQIECBAgQIAAAQIECBAg0CIBAesW8XmZAAECBAgQIECAAAECBAgUnsC0f50Ss9+4do3GuvTYKAZueWZ0q9qu8JrWEQECBAgQIECAAIF2LrCw+t8x7Y3LYsn899aYpM+WJ8fAna5p5xOuu/YFrNedtUoECBAgQIAAAQIECBAgQIBAbgEBayeDAAECBAgQIECAAAECBAh0QIE579wSU585Nudk/Tb+TvQbdUwHnNpIBAgQIECAAAECBNIRmDn2lpj57g05iw/a/ebovYl//m7KzghYN0XLswQIECBAgAABAgQIECBAgEBbCAhYt4WqNQkQIECAAAECBAgQIECAQAEILJ75Skx99juxeOaYNbpJbrEesNkpUdF7iwLoVAsECBAgQIAAAQIE2qfA4jlvxvS3r4nk9ur6n4p+o2PQbjdERb/t2+dwKXYtYJ0ivtIECBAgQIAAAQIECBAgQIBAnYCAtYNAgAABAgQIECBAgAABAgQ6uMC0F06M2W/+IueU/UZ9K/pt/N0OLmA8AgQIECBAgAABAq0vMPPdX8XMsbfmXLjPFt+LgTtf1/pFi2RFAesi2WhjEiBAgAABAgQIECBAgACBAhYQsC7gzdEaAQIECBAgQIAAAQIECBBoLYH54++OaS+cHMsXTlljyS49Rkb/TY6PyoF7tlY56xAgQIAAAQIECBDosAI1056MGe/8MpbMH7fGjGXdBsfAna+NHiMO67Dzr4vBBKzXhbIaBAgQIECAAAECBAgQIECAwNoEBKydDwIECBAgQIAAAQIECBAgUCQCKxbPiukvnhZzx/4u58Q9B+8T/TY+LjpXjigSEWMSIECAAAECBAgQyF9gac34mPnuTTFvyqM5X+o16msxYMerorSib/6LejKngIC1g0GAAAECBAgQIECAAAECBAikLSBgnfYOqE+AAAECBAgQIECAAAECBNaxwLxxd8WMl86MZTUTc1auGvnV6LfRN6OkvMc67kw5AgQIECBAgAABAoUnULtsfsx879dRPe72nM2VVw6N/p+8LHqOPLzwmm+nHQlYt9ON0zYBAgQIECBAgAABAgQIEOhAAgLWHWgzjUKAAAECBAgQIECAAAECBPIVWLl8UUwfc3bMfuPanK+UlFVG342+Hn1Hfi2iU0m+y3qOAAECBAgQIECAQMcRWFkbs8b9Lma999uoXV6Tc64+W54cA0ZfEp3KunacuQtgEgHrAtgELRAgQIAAAQIECBAgQIAAgSIXELAu8gNgfAIECBAgQIAAAQIECBAoboFF056PGa/8KBZOfjwnRFmXflE18itRNeJIQeviPiqmJ0CAAAECBAgUj8DK2qgef0dUj/t9LF8yM+fc3YbsHf23/2l0HbhL8bisw0kFrNchtlIECBAgQIAAAQIECBAgQIBATgEBaweDAAECBAgQIECAAAECBAgQiLljb4uZ/74gls17P6dGWZeq6DP88Ogz7LAoKe9BjAABAgQIECBAgECHE6hdNj9mf3B3zJ5wVyxfUp1zvvKeG0a/7c6LXqOO7nDzF9JAAtaFtBt6IUCAAAECBAgQIECAAAECxSkgYF2c+25qAgQIECBAgAABAgQIECCQU2DWa5dG8p/apXNzfr1TSefoM+wL0XvoodG5cgRFAgQIECBAgAABAu1eYGnN+Jgz8d6Y/cGfY2Xt0pzzlHTuFX23OavuPz5tLyBg3fbGKhAgQIAAAQIECBAgQIAAAQJrFxCwdkIIECBAgAABAgQIECBAgACBLIHapfNi1n8uj+rXr4yVKxY3qFM5cI/ovcGBUTlwT4IECBAgQIAAAQIE2p1AzbQnY86HD0bNtKca7L1TaUVUbXV69N36B1HSuWe7m7G9Nixg3V53Tt8ECBAgQIAAAQIECBAgQKDjCAhYd5y9NAkBAgQIECBAgAABAgQIEGhVgRWLZ0X1G1fH7Dd/HsmvS2/oU95tSPRab//oOWQ/t1q36g5YjAABAgQIECBAoLUFktuq501+OOZ+9PdYtnByg8uXlPeIPlucFFVbnhqlFX1buw3rNSIgYO2IECBAgAABAgQIECBAgAABAmkLCFinvQPqEyBAgAABAgQIECBAgACBAheoXVYTs9/6Rcx5+1exrGbiWrvtVrVd9Bi8d/QYtFeUVQws8Mm0R4AAAQIECBAgUAwCyxdPi/lTn4j5Ux6PhdX/XuvI5ZVDo/dm340+m38vSsori4GnIGcUsC7IbdEUAQIECBAgQIAAAQIECBAoKgEB66LabsMSIECAAAECBAgQIECAAIGWCcwde1vM+e/NsWjac40u1K3v9lE5YPeoHLCrm60b1fIAAQIECBAgQIBAawokN1XXTH8uaqY/EwtnvdLo0l0H7hq9Nz02eo06utFnPdD2AgLWbW+sAgECBAgQIECAAAECBAgQILB2AQFrJ4QAAQIECBAgQIAAAQIECBBossCiac/H3LG/jbljb4+VKxY3+n7nyuHRvd+O0b3fDtGtavtIfuW6DwECBAgQIECAAIHWEqhdNj8WVr8SC2a+HAtmvhhLayY0unSn0oroNeqr0WvU16PrwF0afd4D605AwHrdWatEgAABAgQIECBAgAABAgQI5BYQsHYyCBAgQIAAAQIECBAgQIAAgWYLrFy+KOa+/4eY9/5dsXDy43mvU9F78+jWZ5uo6L1VdO29RZR3Wy/vdz1IgAABAgQIECBAYNnCj2LRnDdj8ZzXY+Hs12LxnLfyRuk2ZO/oueHh0WvDo6JTWde83/PguhMQsF531ioRIECAAAECBAgQIECAAAECuQUErJ0MAgQIECBAgAABAgQIECBAoFUEls0fF/PH/znmT/hLLJr+QpPWLOtSFV16bhJdemwUXXpsGF0qR0Tn7kPddN0kRQ8TIECAAAECBDqeQHIz9dIFE2NJzfhYMv/9WDL/vVgy751YvqS6ScN2HbBz9Bh+SPQY8YUo7zGySe96eN0LCFive3MVCRAgQIAAAQIECBAgQIAAgWwBAWsnggABAgQIECBAgAABAgQIEGh1gSRsXTPxr1Hz4d9jwaSHm71+Erwu7zokyrsOjrKuA6KsS/9I/qy0c+8oLe8VJeWVUVLaLUpKK6JTaZfo1KksolNJs+t5kQABAgRdmrqCAAAgAElEQVQIECBAoA0FVtbGypXLY+WKJVG7YnHUrlgYtctqYsWyubFi6Zy60PTyJTNi+aLpsWzRlFi2aHKTg9Srd999/f2icoP9o3Lo54Sq23Bb22JpAeu2ULUmAQIECBAgQIAAAQIECBAg0BQBAeumaHmWAAECBAgQIECAAAECBAgQaLLAyuWLYsFHj8aCKf+MhZOfjCXVrzV5DS8QIECAAAECBAgQaEygS9U20W3IntF98Kej+3r7RKeyro294usFKiBgXaAboy0CBAgQIECAAAECBAgQIFBEAgLWRbTZRiVAgAABAgQIECBAgAABAoUgsGLR9Fg47flYPP2FWDTjpVg885VIfvW7DwECBAgQIECAAIF8BUrKe0RFv+2ja/9PRsWAnaPbwF2itOuAfF/3XIELCFgX+AZpjwABAgQIECBAgAABAgQIFIGAgHURbLIRCRAgQIAAAQIECBAgQIBAoQssnfN2LK5+LZZUvxFL57wVS+e+E0vnjo2VtcsKvXX9ESBAgAABAgQItKFAp5Ly6NxrVHTutUl07r15dKnaMiqqtonOvTdrw6qWTltAwDrtHVCfAAECBAgQIECAAAECBAgQELB2BggQIECAAAECBAgQIECAAIGCFVhW80Esmz8hli2YGMsXfBTLF02N5AbsFYtnxools6N22dyoXVYTtcsXxsoVS/4XyF65omDn0RgBAgQIECBAoKgFOpVGEpjuVNolSsq6RUl5ZZSU94rSLn2itKJf3Q3UZV0HRVn39aK8+9Ao7zE8yiuHFTVZsQ4vYF2sO29uAgQIECBAgAABAgQIECBQOAIC1oWzFzohQIAAAQIECBAgQIAAAQIECBAgQIAAAQIECBAgUPQCAtZFfwQAECBAgAABAgQIECBAgACB1AUErFPfAg0QIECAAAECBAgQIECAAAECBAgQIECAAAECBAgQILBKQMDaW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CFinvQPqEyBAgAABAgQIECBAgAABAgQIECBAgAABAgQIECCQERCwdhgIECBAgAABAgQIECBAgACBtAUErNPeAfUJECBAgAABAgQIECBAgAABAgQIECBAgAABAgQIEMgICFg7DAQIECBAgAABAgQIECBAgEDaAgLWae+A+gQIECBAgAABAgQIECBAgAABAgQIECBAgAABAgQIZAQErB0GAgQIECBAgAABAgQIECBAIG0BAeu0d0B9AgQIECBAgAABAgQIECBAgAABAgQIECBAgAABAgQyAgLWDgMBAgQIECBAgAABAgQIECCQtoCAddo7oD4BAgQIECBAgAABAgQIECBAgAABAgQIECBAgAABAhkBAWuHgQABAgQIECBAgAABAgQIEEhbQMA67R1QnwABAgQIECBAgAABAgQIECBAgAABAgQIECBAgACBjICAtcNAgAABAgQIECBAgAABAgQIpC0gYJ32DqhPgAABAgQIECBAgAABAgQIECBAgAABAgQIECBAgEBGQMDaYSBAgAABAgQIECBAgAABAgTSFhCwTnsH1CdAgAABAgQIECBAgAABAgQIECBAgAABAgQIECBAICMgYO0wECBAgAABAgQIECBAgAABAmkL/P927Ri5kSCGAaD//2k7Yy5UWdBCnd8czQajF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aBg3U7AfAIECBAgQIAAAQIECBAgQIAAAQIECBAgQIAAAQIETkDB2jEQIECAAAECBAgQIECAAAECbQEF63YC5hMgQIAAAQIECBAgQIAAAQIECBAgQIAAAQIECBAgcAIK1o6BAAECBAgQIECAAAECBAgQaAsoWLcTMJ8AAQIECBAgQIAAAQIECBAgQIAAAQIECBAgQIAAgRNQsHYMBAgQIECAAAECBAgQIECAQFtAwbqdgPkECBAgQIAAAQIECBAgQIAAAQIECBAgQIAAAQIECJyAgrVjIECAAAECBAgQIECAAAECBNoCCtbtBMwnQIAAAQIECBAgQIAAAQIECBAgQIAAAQIECBAgQOAEFKwdAwECBAgQIECAAAECBAgQINAWULBuJ2A+AQIECBAgQIAAAQIECBAgQIAAAQIECBAgQIAAAQInoGDtGAgQIECAAAECBAgQIECAAIG2gIJ1OwHzCRAgQIAAAQIECBAgQIAAAQIECBAgQIAAAQIECBA4AQVrx0CAAAECBAgQIECAAAECBAi0BRSs2wmYT4AAAQIECBAgQIAAAQIECBAgQIAAAQIECBAgQIDACShYOwYCBAgQIECAAAECBAgQIECgLfC4gnUbzHwCBAgQIECAAAECBAgQIECAAAECBAgQIECAAAECBN4q8ITfNN8KYhgBAgQIECBAgAABAgQIECDwvwJP+Bjx+78E/ncCBAgQIECAAAECBAgQIECAAAECBAgQIECAAAECBD5Y4Am/aX4wnz+NAAECBAgQIECAAAECBAgQeFXgCR8jFKxfTdW/J0CAAAECBAgQIECAAAECBAgQIECAAAECBAgQILAj8ITfNHe0bUKAAAECBAgQIECAAAECBAj8POFjhIK1QyVAgAABAgQIECBAgAABAgQIECBAgAABAgQIECDwvQJP+E3ze9OxOQECBAgQIECAAAECBAgQGBTwMWIwVCsRIECAAAECBAgQIECAAAECBAgQIECAAAECBAgQIECAAAECBAgQIECAAAECBAgQIJAJKFhnbl4RIECAAAECBAgQIECAAAECBAgQIECAAAECBAgQIECAAAECBAgQIECAAAECBAgQIDAooGA9GKqVCBAgQIAAAQIECBAgQIAAAQIECBAgQIAAAQIECBAgQIAAAQIECBAgQIAAAQIECBDIBBSsMzevCBAgQIAAAQIECBAgQIAAAQIECBAgQIAAAQIECBAgQIAAAQIECBAgQIAAAQIECBAYFFCwHgzVSgQIECBAgAABAgQIECBAgAABAgQIECBAgAABAgQIECBAgAABAgQIECBAgAABAgQIZAIK1pmbVwQIECBAgAABAgQIECBAgAABAgQIECBAgAABAgQIECBAgAABAgQIECBAgAABAgQIDAooWA+GaiUCBAgQIECAAAECBAgQIECAAAECBAgQIECAAAECBAgQIECAAAECBAgQIECAAAECBDIBBevMzSsCBAgQIECAAAECBAgQIECAAAECBAgQIECAAAECBAgQIECAAAECBAgQIECAAAECBAYFFKwHQ7USAQIECBAgQIAAAQIECBAgQIAAAQIECBAgQIAAAQIECBAgQIAAAQIECBAgQIAAAQKZgIJ15uYVAQIECBAgQIAAAQIECBAgQIAAAQIECHUOJ40AAAdbSURBVBAgQIAAAQIECBAgQIAAAQIECBAgQIAAAQKDAgrWg6FaiQABAgQIECBAgAABAgQIECBAgAABAgQIECBAgAABAgQIECBAgAABAgQIECBAgACBTEDBOnPzigABAgQIECBAgAABAgQIECBAgAABAgQIECBAgAABAgQIECBAgAABAgQIECBAgACBQQEF68FQrUSAAAECBAgQIECAAAECBAgQIECAAAECBAgQIECAAAECBAgQIECAAAECBAgQIECAQCagYJ25eUWAAAECBAgQIECAAAECBAgQIECAAAECBAgQIECAAAECBAgQIECAAAECBAgQIECAwKCAgvVgqFYiQIAAAQIECBAgQIAAAQIECBAgQIAAAQIECBAgQIAAAQIECBAgQIAAAQIECBAgQCATULDO3LwiQIAAAQIECBAgQIAAAQIECBAgQIAAAQIECBAgQIAAAQIECBAgQIAAAQIECBAgQGBQQMF6MFQrESBAgAABAgQIECBAgAABAgQIECBAgAABAgQIECBAgAABAgQIECBAgAABAgQIECCQCShYZ25eESBAgAABAgQIECBAgAABAgQIECBAgAABAgQIECBAgAABAgQIECBAgAABAgQIECAwKKBgPRiqlQgQIECAAAECBAgQIECAAAECBAgQIECAAAECBAgQIECAAAECBAgQIECAAAECBAgQyAQUrDM3rwgQIECAAAECBAgQIECAAAECBAgQIECAAAECBAgQIECAAAECBAgQIECAAAECBAgQGBRQsB4M1UoECBAgQIAAAQIECBAgQIAAAQIECBAgQIAAAQIECBAgQIAAAQIECBAgQIAAAQIECGQCCtaZm1cECBAgQIAAAQIECBAgQIAAAQIECBAgQIAAAQIECBAgQIAAAQIECBAgQIAAAQIECAwKKFgPhmolAgQIECBAgAABAgQIECBAgAABAgQIECBAgAABAgQIECBAgAABAgQIECBAgAABAgQyAQXrzM0rAgQIECBAgAABAgQIECBAgAABAgQIECBAgAABAgQIECBAgAABAgQIECBAgAABAgQGBRSsB0O1EgECBAgQIECAAAECBAgQIECAAAECBAgQIECAAAECBAgQIECAAAECBAgQIECAAAECmYCCdebmFQECBAgQIECAAAECBAgQIECAAAECBAgQIECAAAECBAgQIECAAAECBAgQIECAAAECgwIK1oOhWokAAQIECBAgQIAAAQIECBAgQIAAAQIECBAgQIAAAQIECBAgQIAAAQIECBAgQIAAgUxAwTpz84oAAQIECBAgQIAAAQIECBAgQIAAAQIECBAgQIAAAQIECBAgQIAAAQIECBAgQIAAgUEBBevBUK1EgAABAgQIECBAgAABAgQIECBAgAABAgQIECBAgAABAgQIECBAgAABAgQIECBAgEAmoGCduXlFgAABAgQIECBAgAABAgQIECBAgAABAgQIECBAgAABAgQIECBAgAABAgQIECBAgMCggIL1YKhWIkCAAAECBAgQIECAAAECBAgQIECAAAECBAgQIECAAAECBAgQIECAAAECBAgQIEAgE1Cwzty8IkCAAAECBAgQIECAAAECBAgQIECAAAECBAgQIECAAAECBAgQIECAAAECBAgQIEBgUEDBejBUKxEgQIAAAQIECBAgQIAAAQIECBAgQIAAAQIECBAgQIAAAQIECBAgQIAAAQIECBAgkAkoWGduXhEgQIAAAQIECBAgQIAAAQIECBAgQIAAAQIECBAgQIAAAQIECBAgQIAAAQIECBAgMCigYD0YqpUIECBAgAABAgQIECBAgAABAgQIECBAgAABAgQIECBAgAABAgQIECBAgAABAgQIEMgEFKwzN68IECBAgAABAgQIECBAgAABAgQIECBAgAABAgQIECBAgAABAgQIECBAgAABAgQIEBgUULAeDNVKBAgQIECAAAECBAgQIECAAAECBAgQIECAAAECBAgQIECAAAECBAgQIECAAAECBAhkAgrWmZtXBAgQIECAAAECBAgQIECAAAECBAgQIECAAAECBAgQIECAAAECBAgQIECAAAECBAgMCihYD4ZqJQIECBAgQIAAAQIECBAgQIAAAQIECBAgQIAAAQIECBAgQIAAAQIECBAgQIAAAQIEMgEF68zNKwIECBAgQIAAAQIECBAgQIAAAQIECBAgQIAAAQIECBAgQIAAAQIECBAgQIAAAQIEBgUUrAdDtRIBAgQIECBAgAABAgQIECBAgAABAgQIECBAgAABAgQIECBAgAABAgQIECBAgAABApmAgnXm5hUBAgQIECBAgAABAgQIECBAgAABAgQIECBAgAABAgQIECBAgAABAgQIECBAgAABAoMCCtaDoVqJAAECBAgQIECAAAECBAgQIECAAAECBAgQIECAAAECBAgQIECAAAECBAgQIECAAIFMQME6c/OKAAECBAgQIECAAAECBAgQIECAAAECBAgQIECAAAECBAgQIECAAAECBAgQIECAAIFBgT+wW5m/cSCByQAAAABJRU5ErkJggg=="/>
          <p:cNvSpPr>
            <a:spLocks noChangeAspect="1" noChangeArrowheads="1"/>
          </p:cNvSpPr>
          <p:nvPr/>
        </p:nvSpPr>
        <p:spPr bwMode="auto">
          <a:xfrm>
            <a:off x="63500" y="-136525"/>
            <a:ext cx="6915150" cy="4400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a:blip r:embed="rId2"/>
          <a:stretch>
            <a:fillRect/>
          </a:stretch>
        </p:blipFill>
        <p:spPr>
          <a:xfrm>
            <a:off x="2352552" y="1724297"/>
            <a:ext cx="7199276" cy="4435467"/>
          </a:xfrm>
          <a:prstGeom prst="rect">
            <a:avLst/>
          </a:prstGeom>
        </p:spPr>
      </p:pic>
    </p:spTree>
    <p:extLst>
      <p:ext uri="{BB962C8B-B14F-4D97-AF65-F5344CB8AC3E}">
        <p14:creationId xmlns:p14="http://schemas.microsoft.com/office/powerpoint/2010/main" val="4324781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053683" y="1404742"/>
            <a:ext cx="9045146" cy="332398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lvl="0"/>
            <a:r>
              <a:rPr lang="en-US" b="1" dirty="0"/>
              <a:t>1) </a:t>
            </a: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15AF60-62C0-F579-BB7F-3EDB03A11641}"/>
              </a:ext>
            </a:extLst>
          </p:cNvPr>
          <p:cNvSpPr txBox="1"/>
          <p:nvPr/>
        </p:nvSpPr>
        <p:spPr>
          <a:xfrm>
            <a:off x="4642773" y="6237622"/>
            <a:ext cx="339031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a:t>
            </a:r>
            <a:r>
              <a:rPr lang="en-US" sz="1800" b="1" dirty="0" smtClean="0">
                <a:latin typeface="Times New Roman" panose="02020603050405020304" pitchFamily="18" charset="0"/>
                <a:cs typeface="Times New Roman" panose="02020603050405020304" pitchFamily="18" charset="0"/>
              </a:rPr>
              <a:t>Use Case diagram</a:t>
            </a:r>
            <a:endParaRPr lang="en-US" sz="18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223313" y="940527"/>
            <a:ext cx="8007051" cy="4698438"/>
          </a:xfrm>
          <a:prstGeom prst="rect">
            <a:avLst/>
          </a:prstGeom>
        </p:spPr>
      </p:pic>
    </p:spTree>
    <p:extLst>
      <p:ext uri="{BB962C8B-B14F-4D97-AF65-F5344CB8AC3E}">
        <p14:creationId xmlns:p14="http://schemas.microsoft.com/office/powerpoint/2010/main" val="9425183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849945" y="0"/>
            <a:ext cx="9045146" cy="240065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547571" y="2690950"/>
            <a:ext cx="6832129" cy="3599724"/>
          </a:xfrm>
          <a:prstGeom prst="rect">
            <a:avLst/>
          </a:prstGeom>
        </p:spPr>
      </p:pic>
    </p:spTree>
    <p:extLst>
      <p:ext uri="{BB962C8B-B14F-4D97-AF65-F5344CB8AC3E}">
        <p14:creationId xmlns:p14="http://schemas.microsoft.com/office/powerpoint/2010/main" val="18781646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12092" y="887408"/>
            <a:ext cx="4741253"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20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6965854" y="6364458"/>
            <a:ext cx="339031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Sequence diagram</a:t>
            </a:r>
          </a:p>
        </p:txBody>
      </p:sp>
      <p:pic>
        <p:nvPicPr>
          <p:cNvPr id="3" name="Picture 2"/>
          <p:cNvPicPr>
            <a:picLocks noChangeAspect="1"/>
          </p:cNvPicPr>
          <p:nvPr/>
        </p:nvPicPr>
        <p:blipFill>
          <a:blip r:embed="rId2"/>
          <a:stretch>
            <a:fillRect/>
          </a:stretch>
        </p:blipFill>
        <p:spPr>
          <a:xfrm>
            <a:off x="6246923" y="887409"/>
            <a:ext cx="4824975" cy="5239136"/>
          </a:xfrm>
          <a:prstGeom prst="rect">
            <a:avLst/>
          </a:prstGeom>
        </p:spPr>
      </p:pic>
    </p:spTree>
    <p:extLst>
      <p:ext uri="{BB962C8B-B14F-4D97-AF65-F5344CB8AC3E}">
        <p14:creationId xmlns:p14="http://schemas.microsoft.com/office/powerpoint/2010/main" val="3830366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92641" y="240001"/>
            <a:ext cx="4728000" cy="603864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5231318" y="6278642"/>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Collaboration diagram</a:t>
            </a:r>
          </a:p>
        </p:txBody>
      </p:sp>
      <p:pic>
        <p:nvPicPr>
          <p:cNvPr id="3" name="Picture 2"/>
          <p:cNvPicPr>
            <a:picLocks noChangeAspect="1"/>
          </p:cNvPicPr>
          <p:nvPr/>
        </p:nvPicPr>
        <p:blipFill>
          <a:blip r:embed="rId2"/>
          <a:stretch>
            <a:fillRect/>
          </a:stretch>
        </p:blipFill>
        <p:spPr>
          <a:xfrm>
            <a:off x="5231318" y="1925635"/>
            <a:ext cx="6573167" cy="2667372"/>
          </a:xfrm>
          <a:prstGeom prst="rect">
            <a:avLst/>
          </a:prstGeom>
        </p:spPr>
      </p:pic>
    </p:spTree>
    <p:extLst>
      <p:ext uri="{BB962C8B-B14F-4D97-AF65-F5344CB8AC3E}">
        <p14:creationId xmlns:p14="http://schemas.microsoft.com/office/powerpoint/2010/main" val="30963352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21458" y="152880"/>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885238" y="5984357"/>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Deployment diagram</a:t>
            </a:r>
          </a:p>
        </p:txBody>
      </p:sp>
      <p:pic>
        <p:nvPicPr>
          <p:cNvPr id="8" name="Picture 7"/>
          <p:cNvPicPr/>
          <p:nvPr/>
        </p:nvPicPr>
        <p:blipFill>
          <a:blip r:embed="rId2"/>
          <a:stretch>
            <a:fillRect/>
          </a:stretch>
        </p:blipFill>
        <p:spPr>
          <a:xfrm>
            <a:off x="2495006" y="3566160"/>
            <a:ext cx="6318477" cy="2065403"/>
          </a:xfrm>
          <a:prstGeom prst="rect">
            <a:avLst/>
          </a:prstGeom>
        </p:spPr>
      </p:pic>
    </p:spTree>
    <p:extLst>
      <p:ext uri="{BB962C8B-B14F-4D97-AF65-F5344CB8AC3E}">
        <p14:creationId xmlns:p14="http://schemas.microsoft.com/office/powerpoint/2010/main" val="5824385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991356" y="448786"/>
            <a:ext cx="3732046" cy="563231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098442" y="62007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sp>
        <p:nvSpPr>
          <p:cNvPr id="6" name="AutoShape 2" descr="data:image/png;base64,iVBORw0KGgoAAAANSUhEUgAADigAAAMkCAYAAACYokmNAAAAAXNSR0IArs4c6QAALeV0RVh0bXhmaWxlACUzQ214R3JhcGhNb2RlbCUzRSUzQ3Jvb3QlM0UlM0NteENlbGwlMjBpZCUzRCUyMjAlMjIlMkYlM0UlM0NteENlbGwlMjBpZCUzRCUyMjElMjIlMjBwYXJlbnQlM0QlMjIwJTIyJTJGJTNFJTNDVXNlck9iamVjdCUyMGxhYmVsJTNEJTIyJTIyJTIwcGxhbnRVbWxEYXRhJTNEJTIyJTdCJTI2JTIzMTAlM0IlMjAlMjAlMjZxdW90JTNCZGF0YSUyNnF1b3QlM0IlM0ElMjAlMjZxdW90JTNCJTQwc3RhcnR1bWwlNUNuJTVDbmFjdG9yJTIwU3lzdGVtJTVDbmFjdG9yJTIwVXNlciU1Q24lNUNuU3lzdGVtJTIwLS0lMjZndCUzQiUyMChSZWdpc3RlciklNUNuU3lzdGVtJTIwLS0lMjZndCUzQiUyMChMb2dpbiklNUNuU3lzdGVtJTIwLS0lMjZndCUzQiUyMChTZWxlY3QlMjBNb2RlbCklNUNuU3lzdGVtJTIwLS0lMjZndCUzQiUyMChQcmVkaWN0aW9uKSU1Q25TeXN0ZW0lMjAtLSUyNmd0JTNCJTIwKEdlbmVyYXRlJTIwUmVzdWx0cyklNUNuU3lzdGVtJTIwLS0lMjZndCUzQiUyMChWaWV3JTIwUmVzdWx0cyklNUNuJTVDblVzZXIlMjAtLSUyNmd0JTNCJTIwKFJlZ2lzdGVyKSU1Q25Vc2VyJTIwLS0lMjZndCUzQiUyMChMb2dpbiklNUNuVXNlciUyMC0tJTI2Z3QlM0IlMjAoU2VsZWN0JTIwTW9kZWwpJTVDblVzZXIlMjAtLSUyNmd0JTNCJTIwKFByZWRpY3Rpb24pJTVDblVzZXIlMjAtLSUyNmd0JTNCJTIwKEdlbmVyYXRlJTIwUmVzdWx0cyklNUNuVXNlciUyMC0tJTI2Z3QlM0IlMjAoVmlldyUyMFJlc3VsdHMpJTVDbiU1Q24lNDBlbmR1bWwlNUNuJTI2cXVvdCUzQiUyQyUyNiUyMzEwJTNCJTIwJTIwJTI2cXVvdCUzQmZvcm1hdCUyNnF1b3QlM0IlM0ElMjAlMjZxdW90JTNCc3ZnJTI2cXVvdCUzQiUyNiUyMzEwJTNCJTdEJTIyJTIwaWQlM0QlMjIyJTIyJTNFJTNDbXhDZWxsJTIwc3R5bGUlM0QlMjJzaGFwZSUzRGltYWdlJTNCbm9MYWJlbCUzRDElM0J2ZXJ0aWNhbEFsaWduJTNEdG9wJTNCYXNwZWN0JTNEZml4ZWQlM0JpbWFnZUFzcGVjdCUzRDAlM0JpbWFnZSUzRGRhdGElM0FpbWFnZSUyRnN2ZyUyQnhtbCUyQ1BEOTRiV3dnZG1WeWMybHZiajBpTVM0d0lpQmxibU52WkdsdVp6MGlkWE10WVhOamFXa2lJSE4wWVc1a1lXeHZibVU5SW01dklqOCUyQlBITjJaeUI0Yld4dWN6MGlhSFIwY0RvdkwzZDNkeTUzTXk1dmNtY3ZNakF3TUM5emRtY2lJSGh0Ykc1ek9uaHNhVzVyUFNKb2RIUndPaTh2ZDNkM0xuY3pMbTl5Wnk4eE9UazVMM2hzYVc1cklpQmpiMjUwWlc1MFUzUjViR1ZVZVhCbFBTSjBaWGgwTDJOemN5SWdhR1ZwWjJoMFBTSXhPREZ3ZUNJZ2NISmxjMlZ5ZG1WQmMzQmxZM1JTWVhScGJ6MGlibTl1WlNJZ2MzUjViR1U5SW5kcFpIUm9Pamc0Tm5CNE8yaGxhV2RvZERveE9ERndlRHRpWVdOclozSnZkVzVrT2lOR1JrWkdSa1k3SWlCMlpYSnphVzl1UFNJeExqRWlJSFpwWlhkQ2IzZzlJakFnTUNBNE9EWWdNVGd4SWlCM2FXUjBhRDBpT0RnMmNIZ2lJSHB2YjIxQmJtUlFZVzQ5SW0xaFoyNXBabmtpUGp4a1pXWnpMejQ4Wno0OElTMHRaVzUwYVhSNUlGTjVjM1JsYlMwdFBqeG5JR2xrUFNKbGJHVnRYMU41YzNSbGJTSSUyQlBHVnNiR2x3YzJVZ1kzZzlJak0xTnlJZ1kzazlJakUwSWlCbWFXeHNQU0lqUmpGR01VWXhJaUJ5ZUQwaU9DSWdjbms5SWpnaUlITjBlV3hsUFNKemRISnZhMlU2SXpFNE1UZ3hPRHR6ZEhKdmEyVXRkMmxrZEdnNk1DNDFPeUl2UGp4d1lYUm9JR1E5SWswek5UY3NNaklnVERNMU55dzBPU0JOTXpRMExETXdJRXd6TnpBc016QWdUVE0xTnl3ME9TQk1NelEwTERZMElFMHpOVGNzTkRrZ1RETTNNQ3cyTkNBaUlHWnBiR3c5SW01dmJtVWlJSE4wZVd4bFBTSnpkSEp2YTJVNkl6RTRNVGd4T0R0emRISnZhMlV0ZDJsa2RHZzZNQzQxT3lJdlBqeDBaWGgwSUdacGJHdzlJaU13TURBd01EQWlJR1p2Ym5RdFptRnRhV3g1UFNKellXNXpMWE5sY21sbUlpQm1iMjUwTFhOcGVtVTlJakUwSWlCc1pXNW5kR2hCWkdwMWMzUTlJbk53WVdOcGJtY2lJSFJsZUhSTVpXNW5kR2c5SWpReklpQjRQU0l6TXpVdU5TSWdlVDBpTnpndU56TTBOQ0klMkJVM2x6ZEdWdFBDOTBaWGgwUGp3dlp6NDhJUzB0Wlc1MGFYUjVJRlZ6WlhJdExUNDhaeUJwWkQwaVpXeGxiVjlWYzJWeUlqNDhaV3hzYVhCelpTQmplRDBpTkRVd0lpQmplVDBpTVRRaUlHWnBiR3c5SWlOR01VWXhSakVpSUhKNFBTSTRJaUJ5ZVQwaU9DSWdjM1I1YkdVOUluTjBjbTlyWlRvak1UZ3hPREU0TzNOMGNtOXJaUzEzYVdSMGFEb3dMalU3SWk4JTJCUEhCaGRHZ2daRDBpVFRRMU1Dd3lNaUJNTkRVd0xEUTVJRTAwTXpjc016QWdURFEyTXl3ek1DQk5ORFV3TERRNUlFdzBNemNzTmpRZ1RUUTFNQ3cwT1NCTU5EWXpMRFkwSUNJZ1ptbHNiRDBpYm05dVpTSWdjM1I1YkdVOUluTjBjbTlyWlRvak1UZ3hPREU0TzNOMGNtOXJaUzEzYVdSMGFEb3dMalU3SWk4JTJCUEhSbGVIUWdabWxzYkQwaUl6QXdNREF3TUNJZ1ptOXVkQzFtWVcxcGJIazlJbk5oYm5NdGMyVnlhV1lpSUdadmJuUXRjMmw2WlQwaU1UUWlJR3hsYm1kMGFFRmthblZ6ZEQwaWMzQmhZMmx1WnlJZ2RHVjRkRXhsYm1kMGFEMGlNamdpSUhnOUlqUXpOaUlnZVQwaU56Z3VOek0wTkNJJTJCVlhObGNqd3ZkR1Y0ZEQ0OEwyYyUyQlBHY2dhV1E5SW1Wc1pXMWZVbVZuYVhOMFpYSWlQanhsYkd4cGNITmxJR040UFNJMU55NHdPRE16SWlCamVUMGlNVFU0TGpBNU5UWWlJR1pwYkd3OUlpTkdNVVl4UmpFaUlISjRQU0kxTVM0d09ETXpJaUJ5ZVQwaU1UTXVOVGsxTmlJZ2MzUjViR1U5SW5OMGNtOXJaVG9qTVRneE9ERTRPM04wY205clpTMTNhV1IwYURvd0xqVTdJaTglMkJQSFJsZUhRZ1ptbHNiRDBpSXpBd01EQXdNQ0lnWm05dWRDMW1ZVzFwYkhrOUluTmhibk10YzJWeWFXWWlJR1p2Ym5RdGMybDZaVDBpTVRRaUlHeGxibWQwYUVGa2FuVnpkRDBpYzNCaFkybHVaeUlnZEdWNGRFeGxibWQwYUQwaU5UWWlJSGc5SWpJNUxqQTRNek1pSUhrOUlqRTJNUzQ0TXpjM0lqNVNaV2RwYzNSbGNqd3ZkR1Y0ZEQ0OEwyYyUyQlBHY2dhV1E5SW1Wc1pXMWZURzluYVc0aVBqeGxiR3hwY0hObElHTjRQU0l4TnprdU1qTTBJaUJqZVQwaU1UVTRMakE1TlRZaUlHWnBiR3c5SWlOR01VWXhSakVpSUhKNFBTSXpOaTR5TXpRaUlISjVQU0l4TXk0MU9UVTJJaUJ6ZEhsc1pUMGljM1J5YjJ0bE9pTXhPREU0TVRnN2MzUnliMnRsTFhkcFpIUm9PakF1TlRzaUx6NDhkR1Y0ZENCbWFXeHNQU0lqTURBd01EQXdJaUJtYjI1MExXWmhiV2xzZVQwaWMyRnVjeTF6WlhKcFppSWdabTl1ZEMxemFYcGxQU0l4TkNJZ2JHVnVaM1JvUVdScWRYTjBQU0p6Y0dGamFXNW5JaUIwWlhoMFRHVnVaM1JvUFNJek5TSWdlRDBpTVRZeExqY3pOQ0lnZVQwaU1UWXhMamd6TnpjaVBreHZaMmx1UEM5MFpYaDBQand2Wno0OFp5QnBaRDBpWld4bGJWOVRaV3hsWTNRZ1RXOWtaV3dpUGp4bGJHeHBjSE5sSUdONFBTSXpNVE11T0RnM09DSWdZM2s5SWpFMU9DNHhOemMySWlCbWFXeHNQU0lqUmpGR01VWXhJaUJ5ZUQwaU5qTXVPRGczT0NJZ2NuazlJakUxTGpFM056WWlJSE4wZVd4bFBTSnpkSEp2YTJVNkl6RTRNVGd4T0R0emRISnZhMlV0ZDJsa2RHZzZNQzQxT3lJdlBqeDBaWGgwSUdacGJHdzlJaU13TURBd01EQWlJR1p2Ym5RdFptRnRhV3g1UFNKellXNXpMWE5sY21sbUlpQm1iMjUwTFhOcGVtVTlJakUwSWlCc1pXNW5kR2hCWkdwMWMzUTlJbk53WVdOcGJtY2lJSFJsZUhSTVpXNW5kR2c5SWpnMElpQjRQU0l5TnpFdU9EZzNPQ0lnZVQwaU1UWXhMamt4T1RjaVBsTmxiR1ZqZENCTmIyUmxiRHd2ZEdWNGRENDhMMmMlMkJQR2NnYVdROUltVnNaVzFmVUhKbFpHbGpkR2x2YmlJJTJCUEdWc2JHbHdjMlVnWTNnOUlqUTNNaTR3TXpZM0lpQmplVDBpTVRVNExqRXdOek1pSUdacGJHdzlJaU5HTVVZeFJqRWlJSEo0UFNJMU9DNDFNelkzSWlCeWVUMGlNVFF1TVRBM015SWdjM1I1YkdVOUluTjBjbTlyWlRvak1UZ3hPREU0TzNOMGNtOXJaUzEzYVdSMGFEb3dMalU3SWk4JTJCUEhSbGVIUWdabWxzYkQwaUl6QXdNREF3TUNJZ1ptOXVkQzFtWVcxcGJIazlJbk5oYm5NdGMyVnlhV1lpSUdadmJuUXRjMmw2WlQwaU1UUWlJR3hsYm1kMGFFRmthblZ6ZEQwaWMzQmhZMmx1WnlJZ2RHVjRkRXhsYm1kMGFEMGlOekFpSUhnOUlqUXpOeTR3TXpZM0lpQjVQU0l4TmpFdU9EUTVOU0klMkJVSEpsWkdsamRHbHZiand2ZEdWNGRENDhMMmMlMkJQR2NnYVdROUltVnNaVzFmUjJWdVpYSmhkR1VnVW1WemRXeDBjeUklMkJQR1ZzYkdsd2MyVWdZM2c5SWpZME1DNDVNemcwSWlCamVUMGlNVFUzTGprNE56Y2lJR1pwYkd3OUlpTkdNVVl4UmpFaUlISjRQU0kzTlM0ME16ZzBJaUJ5ZVQwaU1UY3VORGczTnlJZ2MzUjViR1U5SW5OMGNtOXJaVG9qTVRneE9ERTRPM04wY205clpTMTNhV1IwYURvd0xqVTdJaTglMkJQSFJsZUhRZ1ptbHNiRDBpSXpBd01EQXdNQ0lnWm05dWRDMW1ZVzFwYkhrOUluTmhibk10YzJWeWFXWWlJR1p2Ym5RdGMybDZaVDBpTVRRaUlHeGxibWQwYUVGa2FuVnpkRDBpYzNCaFkybHVaeUlnZEdWNGRFeGxibWQwYUQwaU1URXlJaUI0UFNJMU9EUXVPVE00TkNJZ2VUMGlNVFl4TGpjeU9Ua2lQa2RsYm1WeVlYUmxJRkpsYzNWc2RITThMM1JsZUhRJTJCUEM5blBqeG5JR2xrUFNKbGJHVnRYMVpwWlhjZ1VtVnpkV3gwY3lJJTJCUEdWc2JHbHdjMlVnWTNnOUlqZ3hOUzQzT0RJM0lpQmplVDBpTVRVM0xqYzFOalVpSUdacGJHdzlJaU5HTVVZeFJqRWlJSEo0UFNJMk5DNHlPREkzSWlCeWVUMGlNVFV1TWpVMk5TSWdjM1I1YkdVOUluTjBjbTlyWlRvak1UZ3hPREU0TzNOMGNtOXJaUzEzYVdSMGFEb3dMalU3SWk4JTJCUEhSbGVIUWdabWxzYkQwaUl6QXdNREF3TUNJZ1ptOXVkQzFtWVcxcGJIazlJbk5oYm5NdGMyVnlhV1lpSUdadmJuUXRjMmw2WlQwaU1UUWlJR3hsYm1kMGFFRmthblZ6ZEQwaWMzQmhZMmx1WnlJZ2RHVjRkRXhsYm1kMGFEMGlPRFVpSUhnOUlqYzNNeTR5T0RJM0lpQjVQU0l4TmpFdU5EazROeUklMkJWbWxsZHlCU1pYTjFiSFJ6UEM5MFpYaDBQand2Wno0OElTMHRiR2x1YXlCVGVYTjBaVzBnZEc4Z1VtVm5hWE4wWlhJdExUNDhaeUJwWkQwaWJHbHVhMTlUZVhOMFpXMWZVbVZuYVhOMFpYSWlQanh3WVhSb0lHUTlJazB6TXpVdU5ESXNOVEl1TVRNZ1F6STRNaTR3T1N3M01pNHlNaUF4TkRrdU5qZzBPU3d4TWpJdU1EZzFNU0E1TUM0ek56UTVMREUwTkM0ME1qVXhJQ0lnWm1sc2JEMGlibTl1WlNJZ2FXUTlJbE41YzNSbGJTMTBieTFTWldkcGMzUmxjaUlnYzNSNWJHVTlJbk4wY205clpUb2pNVGd4T0RFNE8zTjBjbTlyWlMxM2FXUjBhRG94TGpBN0lpOCUyQlBIQnZiSGxuYjI0Z1ptbHNiRDBpSXpFNE1UZ3hPQ0lnY0c5cGJuUnpQU0k0TkM0M05pd3hORFl1TlRRc09UUXVOVGt5TXl3eE5EY3VNVEV3T1N3NE9TNDBNemt4TERFME5DNDNOemMyTERreExqYzNNalFzTVRNNUxqWXlORE1zT0RRdU56WXNNVFEyTGpVMElpQnpkSGxzWlQwaWMzUnliMnRsT2lNeE9ERTRNVGc3YzNSeWIydGxMWGRwWkhSb09qRXVNRHNpTHo0OEwyYyUyQlBDRXRMV3hwYm1zZ1UzbHpkR1Z0SUhSdklFeHZaMmx1TFMwJTJCUEdjZ2FXUTlJbXhwYm10ZlUzbHpkR1Z0WDB4dloybHVJajQ4Y0dGMGFDQmtQU0pOTXpNMUxqRTNMRFUzTGpnMklFTXlPVGt1TXpRc09EQXVOaUF5TXpNdU9ETTBPQ3d4TWpJdU1UZ3pNaUF5TURFdU1qYzBPQ3d4TkRJdU9EWXpNaUFpSUdacGJHdzlJbTV2Ym1VaUlHbGtQU0pUZVhOMFpXMHRkRzh0VEc5bmFXNGlJSE4wZVd4bFBTSnpkSEp2YTJVNkl6RTRNVGd4T0R0emRISnZhMlV0ZDJsa2RHZzZNUzR3T3lJdlBqeHdiMng1WjI5dUlHWnBiR3c5SWlNeE9ERTRNVGdpSUhCdmFXNTBjejBpTVRrMkxqSXhMREUwTmk0d09Dd3lNRFV1T1RVeE55d3hORFF1TmpNeE15d3lNREF1TkRNd055d3hORE11TXprNU15d3lNREV1TmpZeU5pd3hNemN1T0RjNE1pd3hPVFl1TWpFc01UUTJMakE0SWlCemRIbHNaVDBpYzNSeWIydGxPaU14T0RFNE1UZzdjM1J5YjJ0bExYZHBaSFJvT2pFdU1Ec2lMejQ4TDJjJTJCUENFdExXeHBibXNnVTNsemRHVnRJSFJ2SUZObGJHVmpkQ0JOYjJSbGJDMHRQanhuSUdsa1BTSnNhVzVyWDFONWMzUmxiVjlUWld4bFkzUWdUVzlrWld3aVBqeHdZWFJvSUdROUlrMHpORE11TURRc09EQXVOamtnUXpNek5DNDVOU3d4TURFdU9UVWdNekkzTGpNMU16Y3NNVEl4TGprd01qSWdNekl4TGpRMk16Y3NNVE0zTGpNNE1qSWdJaUJtYVd4c1BTSnViMjVsSWlCcFpEMGlVM2x6ZEdWdExYUnZMVk5sYkdWamRDQk5iMlJsYkNJZ2MzUjViR1U5SW5OMGNtOXJaVG9qTVRneE9ERTRPM04wY205clpTMTNhV1IwYURveExqQTdJaTglMkJQSEJ2YkhsbmIyNGdabWxzYkQwaUl6RTRNVGd4T0NJZ2NHOXBiblJ6UFNJek1Ua3VNek1zTVRReUxqazVMRE15Tmk0eU5qa3hMREV6Tmk0d01EQTRMRE15TVM0eE1EZ3hMREV6T0M0ek1UWTRMRE14T0M0M09USXNNVE16TGpFMU5UZ3NNekU1TGpNekxERTBNaTQ1T1NJZ2MzUjViR1U5SW5OMGNtOXJaVG9qTVRneE9ERTRPM04wY205clpTMTNhV1IwYURveExqQTdJaTglMkJQQzluUGp3aExTMXNhVzVySUZONWMzUmxiU0IwYnlCUWNtVmthV04wYVc5dUxTMCUyQlBHY2dhV1E5SW14cGJtdGZVM2x6ZEdWdFgxQnlaV1JwWTNScGIyNGlQanh3WVhSb0lHUTlJazB6TnpndU5qTXNOalV1TWpVZ1F6UXdNaTR6TVN3NE9DNDFNeUEwTXpVdU1qTXdNeXd4TWpBdU9EYzBPQ0EwTlRRdU56WXdNeXd4TkRBdU1EWTBPQ0FpSUdacGJHdzlJbTV2Ym1VaUlHbGtQU0pUZVhOMFpXMHRkRzh0VUhKbFpHbGpkR2x2YmlJZ2MzUjViR1U5SW5OMGNtOXJaVG9qTVRneE9ERTRPM04wY205clpTMTNhV1IwYURveExqQTdJaTglMkJQSEJ2YkhsbmIyNGdabWxzYkQwaUl6RTRNVGd4T0NJZ2NHOXBiblJ6UFNJME5Ua3VNRFFzTVRRMExqSTNMRFExTlM0ME1qTTVMREV6TlM0eE1Ea3NORFUxTGpRM016WXNNVFF3TGpjMk5UWXNORFE1TGpneE5qa3NNVFF3TGpneE5UTXNORFU1TGpBMExERTBOQzR5TnlJZ2MzUjViR1U5SW5OMGNtOXJaVG9qTVRneE9ERTRPM04wY205clpTMTNhV1IwYURveExqQTdJaTglMkJQQzluUGp3aExTMXNhVzVySUZONWMzUmxiU0IwYnlCSFpXNWxjbUYwWlNCU1pYTjFiSFJ6TFMwJTJCUEdjZ2FXUTlJbXhwYm10ZlUzbHpkR1Z0WDBkbGJtVnlZWFJsSUZKbGMzVnNkSE1pUGp4d1lYUm9JR1E5SWswek56Z3VOeXcxT0M0MUlFTXpPVEF1TURrc05qVXVOekVnTkRBMExqUTJMRGMwTGpJeElEUXhPQ3c0TUM0MUlFTTBOemN1TURJc01UQTNMamt5SURVME1pNDVPVEF5TERFeU9TNHhNRGswSURVNE9DNDRPREF5TERFME1pNDBPVGswSUNJZ1ptbHNiRDBpYm05dVpTSWdhV1E5SWxONWMzUmxiUzEwYnkxSFpXNWxjbUYwWlNCU1pYTjFiSFJ6SWlCemRIbHNaVDBpYzNSeWIydGxPaU14T0RFNE1UZzdjM1J5YjJ0bExYZHBaSFJvT2pFdU1Ec2lMejQ4Y0c5c2VXZHZiaUJtYVd4c1BTSWpNVGd4T0RFNElpQndiMmx1ZEhNOUlqVTVOQzQyTkN3eE5EUXVNVGdzTlRnM0xqRXlNRGNzTVRNM0xqZ3hPVElzTlRnNUxqZzBNRElzTVRReUxqYzNPVFVzTlRnMExqZzNPVGtzTVRRMUxqUTVPRGtzTlRrMExqWTBMREUwTkM0eE9DSWdjM1I1YkdVOUluTjBjbTlyWlRvak1UZ3hPREU0TzNOMGNtOXJaUzEzYVdSMGFEb3hMakE3SWk4JTJCUEM5blBqd2hMUzFzYVc1cklGTjVjM1JsYlNCMGJ5QldhV1YzSUZKbGMzVnNkSE10TFQ0OFp5QnBaRDBpYkdsdWExOVRlWE4wWlcxZlZtbGxkeUJTWlhOMWJIUnpJajQ4Y0dGMGFDQmtQU0pOTXpjNExqWTBMRFU1TGpVZ1F6TTRPUzQ0T1N3Mk5pNDRPU0EwTURRdU1UWXNOelV1TWpRZ05ERTRMRGd3TGpVZ1F6VTFNUzQyTWl3eE16RXVNeklnTlRrekxqY3NNVEV6TGpBM0lEY3pOQ3d4TkRBdU5TQkROelExTGpJMkxERTBNaTQzSURjMU1TNDBPVGN4TERFME15NDVOREF6SURjMk1pNDROamN4TERFME5pNHlNakF6SUNJZ1ptbHNiRDBpYm05dVpTSWdhV1E5SWxONWMzUmxiUzEwYnkxV2FXVjNJRkpsYzNWc2RITWlJSE4wZVd4bFBTSnpkSEp2YTJVNkl6RTRNVGd4T0R0emRISnZhMlV0ZDJsa2RHZzZNUzR3T3lJdlBqeHdiMng1WjI5dUlHWnBiR3c5SWlNeE9ERTRNVGdpSUhCdmFXNTBjejBpTnpZNExqYzFMREUwTnk0MExEYzJNQzQzTVRJeExERTBNUzQzTURnMkxEYzJNeTQ0TkRjMkxERTBOaTQwTVRZNUxEYzFPUzR4TXpreUxERTBPUzQxTlRJMExEYzJPQzQzTlN3eE5EY3VOQ0lnYzNSNWJHVTlJbk4wY205clpUb2pNVGd4T0RFNE8zTjBjbTlyWlMxM2FXUjBhRG94TGpBN0lpOCUyQlBDOW5QandoTFMxc2FXNXJJRlZ6WlhJZ2RHOGdVbVZuYVhOMFpYSXRMVDQ4WnlCcFpEMGliR2x1YTE5VmMyVnlYMUpsWjJsemRHVnlJajQ4Y0dGMGFDQmtQU0pOTkRNMUxqYzFMRFUxTGpnMElFTTBNalV1TXpRc05qTXVPVEVnTkRFd0xqVTFMRGMwTGpJMElETTVOaXc0TUM0MUlFTXlPREl1Tmpjc01USTVMakkwSURJME5TNHhOeXd4TVRJdU5qSWdNVEkxTERFME1DNDFJRU14TVRRdU5EY3NNVFF5TGprMElERXdPQzQ0TmprMkxERTBOQzR5TmpBeklEazRMalF6T1RZc01UUTJMamd3TURNZ0lpQm1hV3hzUFNKdWIyNWxJaUJwWkQwaVZYTmxjaTEwYnkxU1pXZHBjM1JsY2lJZ2MzUjViR1U5SW5OMGNtOXJaVG9qTVRneE9ERTRPM04wY205clpTMTNhV1IwYURveExqQTdJaTglMkJQSEJ2YkhsbmIyNGdabWxzYkQwaUl6RTRNVGd4T0NJZ2NHOXBiblJ6UFNJNU1pNDJNU3d4TkRndU1qSXNNVEF5TGpNd01Ea3NNVFE1TGprM05qa3NPVGN1TkRZNExERTBOeTR3TXpZNUxERXdNQzQwTURnc01UUXlMakl3TkRFc09USXVOakVzTVRRNExqSXlJaUJ6ZEhsc1pUMGljM1J5YjJ0bE9pTXhPREU0TVRnN2MzUnliMnRsTFhkcFpIUm9PakV1TURzaUx6NDhMMmMlMkJQQ0V0TFd4cGJtc2dWWE5sY2lCMGJ5Qk1iMmRwYmkwdFBqeG5JR2xrUFNKc2FXNXJYMVZ6WlhKZlRHOW5hVzRpUGp4d1lYUm9JR1E5SWswME16VXVPVFVzTlRRdU9UY2dRelF5TlM0MExEWXlMamd6SURReE1DNHpOU3czTXk0eU55QXpPVFlzT0RBdU5TQkRNell4TGpRNExEazNMamc1SURJMk1DNDRPRFF6TERFek1DNDROekExSURJeE1TNHdNelF6TERFME5pNDRNekExSUNJZ1ptbHNiRDBpYm05dVpTSWdhV1E5SWxWelpYSXRkRzh0VEc5bmFXNGlJSE4wZVd4bFBTSnpkSEp2YTJVNkl6RTRNVGd4T0R0emRISnZhMlV0ZDJsa2RHZzZNUzR3T3lJdlBqeHdiMng1WjI5dUlHWnBiR3c5SWlNeE9ERTRNVGdpSUhCdmFXNTBjejBpTWpBMUxqTXlMREUwT0M0Mk5pd3lNVFV1TVRFeE1Td3hORGt1TnpJMU15d3lNVEF1TURneE9Td3hORGN1TVRNMU5Dd3lNVEl1TmpjeE9Dd3hOREl1TVRBMk15d3lNRFV1TXpJc01UUTRMalkySWlCemRIbHNaVDBpYzNSeWIydGxPaU14T0RFNE1UZzdjM1J5YjJ0bExYZHBaSFJvT2pFdU1Ec2lMejQ4TDJjJTJCUENFdExXeHBibXNnVlhObGNpQjBieUJUWld4bFkzUWdUVzlrWld3dExUNDhaeUJwWkQwaWJHbHVhMTlWYzJWeVgxTmxiR1ZqZENCTmIyUmxiQ0klMkJQSEJoZEdnZ1pEMGlUVFF6TlM0NU5pdzFOUzQyTnlCRE5ERXdMalU0TERjMkxqYzJJRE0yTVM0NE1UVTBMREV4Tnk0eU56WXhJRE16TkM0NE9EVTBMREV6T1M0Mk5EWXhJQ0lnWm1sc2JEMGlibTl1WlNJZ2FXUTlJbFZ6WlhJdGRHOHRVMlZzWldOMElFMXZaR1ZzSWlCemRIbHNaVDBpYzNSeWIydGxPaU14T0RFNE1UZzdjM1J5YjJ0bExYZHBaSFJvT2pFdU1Ec2lMejQ4Y0c5c2VXZHZiaUJtYVd4c1BTSWpNVGd4T0RFNElpQndiMmx1ZEhNOUlqTXpNQzR5Tnl3eE5ETXVORGdzTXpNNUxqYzBPRGtzTVRRd0xqZ3dOakVzTXpNMExqRXhOakVzTVRRd0xqSTROVEVzTXpNMExqWXpOekVzTVRNMExqWTFNak1zTXpNd0xqSTNMREUwTXk0ME9DSWdjM1I1YkdVOUluTjBjbTlyWlRvak1UZ3hPREU0TzNOMGNtOXJaUzEzYVdSMGFEb3hMakE3SWk4JTJCUEM5blBqd2hMUzFzYVc1cklGVnpaWElnZEc4Z1VISmxaR2xqZEdsdmJpMHRQanhuSUdsa1BTSnNhVzVyWDFWelpYSmZVSEpsWkdsamRHbHZiaUklMkJQSEJoZEdnZ1pEMGlUVFExTnk0eE5DdzRNQzQyT1NCRE5EWXhMak0yTERFd01pNHpOQ0EwTmpVdU1qazFMREV5TWk0MU5UQXpJRFEyT0M0eU9EVXNNVE0zTGprek1ETWdJaUJtYVd4c1BTSnViMjVsSWlCcFpEMGlWWE5sY2kxMGJ5MVFjbVZrYVdOMGFXOXVJaUJ6ZEhsc1pUMGljM1J5YjJ0bE9pTXhPREU0TVRnN2MzUnliMnRsTFhkcFpIUm9PakV1TURzaUx6NDhjRzlzZVdkdmJpQm1hV3hzUFNJak1UZ3hPREU0SWlCd2IybHVkSE05SWpRMk9TNDBNeXd4TkRNdU9ESXNORGN4TGpZek9Td3hNelF1TWpJeU1TdzBOamd1TkRjMU9Dd3hNemd1T1RFeE9TdzBOak11TnpnMkxERXpOUzQzTkRnM0xEUTJPUzQwTXl3eE5ETXVPRElpSUhOMGVXeGxQU0p6ZEhKdmEyVTZJekU0TVRneE9EdHpkSEp2YTJVdGQybGtkR2c2TVM0d095SXZQand2Wno0OElTMHRiR2x1YXlCVmMyVnlJSFJ2SUVkbGJtVnlZWFJsSUZKbGMzVnNkSE10TFQ0OFp5QnBaRDBpYkdsdWExOVZjMlZ5WDBkbGJtVnlZWFJsSUZKbGMzVnNkSE1pUGp4d1lYUm9JR1E5SWswME5qUXVNRFFzTlRJdU16RWdRelE1TlM0NE15dzNNUzR4TWlBMU5qZ3VOVFUyTVN3eE1UUXVNVE0wTnlBMk1Ea3VOVGMyTVN3eE16Z3VOREEwTnlBaUlHWnBiR3c5SW01dmJtVWlJR2xrUFNKVmMyVnlMWFJ2TFVkbGJtVnlZWFJsSUZKbGMzVnNkSE1pSUhOMGVXeGxQU0p6ZEhKdmEyVTZJekU0TVRneE9EdHpkSEp2YTJVdGQybGtkR2c2TVM0d095SXZQanh3YjJ4NVoyOXVJR1pwYkd3OUlpTXhPREU0TVRnaUlIQnZhVzUwY3owaU5qRTBMamMwTERFME1TNDBOaXcyTURrdU1ETXhNU3d4TXpNdU5ETTBOU3cyTVRBdU5ETTJPQ3d4TXpndU9URTBMRFl3TkM0NU5UYzBMREUwTUM0ek1UazNMRFl4TkM0M05Dd3hOREV1TkRZaUlITjBlV3hsUFNKemRISnZhMlU2SXpFNE1UZ3hPRHR6ZEhKdmEyVXRkMmxrZEdnNk1TNHdPeUl2UGp3dlp6NDhJUzB0YkdsdWF5QlZjMlZ5SUhSdklGWnBaWGNnVW1WemRXeDBjeTB0UGp4bklHbGtQU0pzYVc1clgxVnpaWEpmVm1sbGR5QlNaWE4xYkhSeklqNDhjR0YwYUNCa1BTSk5ORFkwTGpNMUxEUTRMalF6SUVNMU1UWXVOelVzTmpRdU5qRWdOamt6TGpFME56RXNNVEU1TGpBMk9Ua2dOemN5TGpZMU56RXNNVFF6TGpZeE9Ua2dJaUJtYVd4c1BTSnViMjVsSWlCcFpEMGlWWE5sY2kxMGJ5MVdhV1YzSUZKbGMzVnNkSE1pSUhOMGVXeGxQU0p6ZEhKdmEyVTZJekU0TVRneE9EdHpkSEp2YTJVdGQybGtkR2c2TVM0d095SXZQanh3YjJ4NVoyOXVJR1pwYkd3OUlpTXhPREU0TVRnaUlIQnZhVzUwY3owaU56YzRMak01TERFME5TNHpPU3czTnpBdU9UY3dOeXd4TXpndU9URXlPQ3czTnpNdU5qRXlOU3d4TkRNdU9URTBPU3czTmpndU5qRXdOU3d4TkRZdU5UVTJPQ3czTnpndU16a3NNVFExTGpNNUlpQnpkSGxzWlQwaWMzUnliMnRsT2lNeE9ERTRNVGc3YzNSeWIydGxMWGRwWkhSb09qRXVNRHNpTHo0OEwyYyUyQlBDRXRMVk5TUXoxYlVFOTFiakpwT1RBME5FNTRSbE5OUzAxclIwRnFXazlCWVZnemVGQldRemt3ZG1scGNEaDNPR3B3VlRsdFdsbHVYMFZmYm5WVFRXRklVVmg0VEZOTFMzVmFVbmN5VjJSWVYzZFlaa3BrU0dWRFZrRnZka1ZhWldaUGJYbFZla2RZT0c5aVZHOTFNMmx3UzNGdFV6VTRhMnQ1VTFCRGIwZG5aelJNZWxCQmRGVjBXR0pHUTNNMGFuTnVVMUF0WDA5UGVUTk9ObFp5YTBOZlpsVlBVMjV5YkYwdExUNDhMMmMlMkJQQzl6ZG1jJTJCJTNCJTIyJTIwdmVydGV4JTNEJTIyMSUyMiUyMHBhcmVudCUzRCUyMjElMjIlM0UlM0NteEdlb21ldHJ5JTIweCUzRCUyMi0yMCUyMiUyMHklM0QlMjIxNjAlMjIlMjB3aWR0aCUzRCUyMjg4NiUyMiUyMGhlaWdodCUzRCUyMjE4MSUyMiUyMGFzJTNEJTIyZ2VvbWV0cnklMjIlMkYlM0UlM0MlMkZteENlbGwlM0UlM0MlMkZVc2VyT2JqZWN0JTNFJTNDJTJGcm9vdCUzRSUzQyUyRm14R3JhcGhNb2RlbCUzRX5QZa0AACAASURBVHhe7N1viKdV3T/wj7elY7WKsU4lbeCINNmQxoQ90EWlqXwgijP+wYUNKn0gC6shLCyuqLnLwoKQS4sP3BJccFHbCUFIbEBlFETaaGWUIWiEtqTGrUBDV838cX25lfv+3VflmTNzfb/fc15fkHlyPtc5n9fn8uyjN9cJ4UeAAAECBAgQIECAAAECBAgQIECAAAECBAgQIECAAAECBAgQIECAAAECBAgQIECAAAECBAgQIECAAAECBAgQSBQ4IXG95QQIECBAgAABAgQIECBAgAABAgQIECBAgAABAgQIECBAgAABAgQIECBAgAABAgQIECBAgAABAgQIECBAgACBEFD0E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gYEPKL7//vvvGxMBAgQIECBAgAABAgQIECBAgAABAgQIECBAgAABAgQIECBAgAABAgQIECBAgAABAgQIECBAgAABAgQIEKhN4IQTThjoDOBAH655WQQUa/tfRr8ECBAgQIAAAQIECBAgQIAAAQIECBAgQIAAAQIECBAgQIAAAQIECBAgQIAAAQIECBAgQIAAAQIECBAg0AgIKGa+Bw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KFCCwtLcVvfvObePnll+N3v/tdHD16NF577bV4/fXX4+233+51efLJJ8epp54aZ5xxRmzYsCHOPvvsOPfcc+P888+PsbGxQiS0QYAAgeEWcJ8P9/ycngABAgQIECBAgAABAgQIECBAgAABAgQIECBAoFsBAcVMbwHFTEDlBAgQIECAAAECBAgQIECAAAECBAgQGGKBubm5ePLJJ+Ppp5/uBRJzfk1g8ZJLLolvfetbMTU1lfMotQQIECCQKOA+TwSznAABAgQIECBAgAABAgQIECBAgAABAgQIECBAgMB/CwgoZr4KAoqZgMoJECBAgAABAgQIECBAgAABAgQIECAwZALNl7UeeuihePTRR2N5efnD069fv773JcTmi4jNlxE///nPx+joaO+Lic2XE5tf8yXF5ouKTd0f/vCH3pcWmy8uNl9ePHbs2IfPauquueaa2LRpky8rDtn74bgECAyPgPt8eGblpAQIECBAgAABAgQIECBAgAABAgQIECBAgAABAoMrIKCYORsBxUxA5QQIECBAgAABAgQIECBAgAABAgQIEBgSgcXFxbjvvvvikUce+fDE4+PjvS8eXnzxxTExMZHVycLCQjzzzDO9LzI2e33wu/baa+Omm26KZi8/AgQIEMgXcJ/nG3oCAQIECBAgQIAAAQIECBAgQIAAAQIECBAgQIAAgQ8EBBQz3wUBxUxA5QQIECBAgAABAgQIECBAgAABAgQIEBhwgTfeeCP27NkT+/fv//Ck09PTcfXVV8fk5OSanP7w4cPxs5/9LGZnZz98/g033BDbtm2LdevWrcmeHkqAAIHSBdznpU9YfwQIECBAgAABAgQIECBAgAABAgQIECBAgAABAv0QEFDMVBdQzARUToAAAQIECBAgQIAAAQIECBAgQIAAgQEWaAKCd911VywvL/dOef3118f3vve9+MIXvtDJqY8ePRo/+clP4uDBg739RkdH44477ogmIOlHgAABAh9dwH3+0a2sJECAAAECBAgQIECAAAECBAgQIECAAAECBAgQIJAiIKCYotWyVkAxE1A5AQIECBAgQIAAAQIECBAgQIAAAQIEBlSg+VrhgQMHeqfbuHFj3HLLLTExMdGX0y4sLMSPfvSjmJ+f7+2/efPm3lcd/QgQIEDgPwu4z/+zkRUECBAgQIAAAQIECBAgQIAAAQIECBAgQIAAAQIEViogoLhSuf+uE1DMBFROgAABAgQIECBAgAABAgQIECBAgACBARNYWlqKrVu3xuHDh3sn27FjRy8QOAi/JjC5c+fO3lEmJydj7969MTY2NghHcwYCBAgMnID7fOBG4kAECBAgQIAAAQIECBAgQIAAAQIECBAgQIAAAQIFCggoZg5VQDETUDkBAgQIECBAgAABAgQIECBAgAABAgQGSOCFF16IG2+8MZaXl2N8fDx27drVt68m/iuW5muKt912WywuLsbo6Gjcf//9ccEFFwyQoqMQIECg/wLu8/7PwAkIECBAgAABAgQIECBAgAABAgQIECBAgAABAgTqEBBQzJyzgGImoHICBAgQIECAAAECBAgQIECAAAECBAgMiMD8/Hx85zvfiePHj8fU1FTcc889MTIyMiCn+9/HaM546623xtzcXO+MDz74YGzcuHEgz+pQBAgQ6FrAfd61uP0IECBAgAABAgQIECBAgAABAgQIECBAgAABAgRqFhBQzJy+gGImoHICBAgQIECAAAECBAgQIECAAAECBAgMgEDzpa3rrruuF06cnp6O3bt3D8Cp/vMRtm/fHrOzs72Q4sMPP+xLiv+ZzAoCBAoXcJ8XPmDtESBAgAABAgQIECBAgAABAgQIECBAgAABAgQIDJyAgGLmSAQUMwGVEyBAgAABAgQIECBAgAABAgQIECBAoM8CS0tLcdVVV8Xy8vJQhRM/YPsgpDg6Oho///nPY2xsrM+itidAgEB/BNzn/XG3KwECBAgQIECAAAECBAgQIECAAAECBAgQIECAQN0CAoqZ8xdQzARUToAAAQIECBAgQIAAAQIECBAgQIAAgT4LXH755XH48OGYmpqKffv29fk0K9t+y5YtMTc3F5OTk/H444+v7CGqCBAgMOQC7vMhH6DjEyBAgAABAgQIECBAgAABAgQIECBAgAABAgQIDKWAgGLm2AQUMwGVEyBAgAABAgQIECBAgAABAgQIECBAoI8C27ZtiwMHDsT4+Hg8/PDDMTIy0sfTrHzr48ePx3XXXReLi4uxefPm2LNnz8ofppIAAQJDKOA+H8KhOTIBAgQIECBAgAABAgQIECBAgAABAgQIECBAgEARAgKKmWMUUMwEVE6AAAECBAgQIECAAAECBAgQIECAAIE+CczOzkbz5cHmd+jQoZiYmOjTSVZn24WFhZiZmek9rPkS5PT09Oo82FMIECAw4ALu8wEfkOMRIECAAAECBAgQIECAAAECBAgQIECAAAECBAgULSCgmDleAcVMQOUECBAgQIAAAQIECBAgQIAAAQIECBDog8Abb7wRF110USwvL8eOHTt6Xx0s4dd8DXLnzp0xOjoazz77bKxbt66EtvRAgACBfyngPvdyECBAgAABAgQIECBAgAABAgQIECBAgAABAgQIEOivgIBipr+AYiagcgIECBAgQIAAAQIECBAgQIAAAQIECPRB4Pbbb4/9+/fHxo0be39L+t1www0xPz8fzd+77767pNb0QoAAgf8j4D73UhAgQIAAAQIECBAgQIAAAQIECBAgQIAAAQIECBDor4CAYqa/gGImoHICBAgQIECAAAECBAgQIECAAAECBAh0LLC4uBiXXnppb9dDhw7FxMRExydY2+0WFhZiZmamt8lTTz0V4+Pja7uhpxMgQKBPAu7zPsHblgABAgQIECBAgAABAgQIECBAgAABAgQIECBAgMD/EBBQzHwdBBQzAZUTIECAAAECBAgQIECAAAECBAgQIECgY4Gbb745Hnnkkbj++uvjzjvv7Hj3brZr+jp48GBce+21ce+993azqV0IECDQsYD7vGNw2xEgQIAAAQIECBAgQIAAAQIECBAgQIAAAQIECBBoERBQzHwtBBQzAZUTIECAAAECBAgQIECAAAECBAgQIECgQ4GlpaW48MILezvOzc3Fhg0bOty9u61+//vfxze/+c3ehs8991yMjY11t7mdCBAg0IGA+7wDZFsQIECAAAECBAgQIECAAAECBAgQIECAAAECBAgQ+AgCAoofAenfLRFQzARUToAAAQIECBAgQIAAAQIECBAgQIAAgQ4Fdu7cGfv27Yvp6enYvXt3hzt3v9X27dtjdnY2tmzZEjt27Oj+AHYkQIDAGgq4z9cQ16MJECBAgAABAgQIECBAgAABAgQIECBAgAABAgQIJAgIKCZgtS0VUMwEVE6AAAECBAgQIECAAAECBAgQIECAAIEOBc4777xYXl6Ohx56KCYnJzvcufutDh8+HJs2bYrR0dE4cuRI9wewIwECBNZQwH2+hrgeTYAAAQIECBAgQIAAAQIECBAgQIAAAQIECBAgQCBBQEAxAattqYBiJqByAgQIECBAgAABAgQIECBAgAABAgQIdCQwNzcXmzdvjvHx8Xjsscc62rW/21x55ZWxuLgYBw4ciKmpqf4exu4ECBBYJQH3uft8lV4ljyFAgAABAgQIECBAgAABAgQIECBAgAABAgQIEFgFAQHFTEQBxUxA5QQIECBAgAABAgQIECBAgAABAgQIEOhIYNu2bb2g3tatW2PLli0d7drfbfbt2xd79+7tBTP37NnT38PYnQABAqsk4D53n6/Sq+QxBAgQIECAAAECBAgQIECAAAECBAgQIECAAAECqyAgoJiJKKCYCaicAAECBAgQIECAAAECBAgQIECAAAECHQlccMEFcfTo0Th06FBMTEx0tGt/t1lYWIiZmZnYsGFDvPDCC/09jN0JECCwSgLuc/f5Kr1KHkOAAAECBAgQIECAAAECBAgQIECAAAECBAgQILAKAgKKmYgCipmAygkQIECAAAECBAgQIECAAAECBAgQINCBwNLSUlx44YWxfv36eO655zrYcXC2aPo+duxYr++xsbHBOZiTECBAYAUC7nP3+QpeGyUECBAgQIAAAQIECBAgQIAAAQIECBAgQIAAAQJrKCCgmIkroJgJqJwAAQIECBAgQIAAAQIECBAgQIAAAQIdCMzOzsaWLVtiamoq9u3b18GOg7NF0/fc3Fyv7+np6cE5mJMQIEBgBQLuc/f5Cl4bJQQIECBAgAABAgQIECBAgAABAgQIECBAgAABAmsoIKCYiSugmAmonAABAgQIECBAgAABAgQIECBAgAABAh0I7Ny5sxfQ27p1ay+oWNOv6Xvv3r29vnfs2FFT63olQKBAAfe5+7zA11pLBAgQIECAAAECBAgQIECAAAECBAgQIECAAIGhFhBQzByfgGImoHICBAgQIECAAAECBAgQIECAAAECBAh0IPDd7343nnjiibj33nvjsssu62DHwdmi6fvmm2/u9f3AAw8MzsGchAABAisQcJ+7z1fw2ighQIAAAQIECBAgQIAAAQIECBAgQIAAAQIECBBYQwEBxUxcAcVMQOUECBAgQIAAAQIECBAgQIAAAQIECBDoQGBqaipeeumlOHToUExMTHSw4+BssbCwEDMzM/HlL3855ubmBudgTkKAAIEVCLjP3ecreG2UECBAgAABAgQIECBAgAABAgQIECBAgAABAgQIrKGAgGImroBiJqByAgQIECBAgAABAgQIECBAgAABAgQIdCBw3nnnxfLycszPz8fo6GgHOw7OFk3fGzdu7PV95MiRwTmYkxAgQGAFAu5z9/kKXhslBAgQIECAAAECBAgQIECAAAECBAgQIECAAAECayggoJiJK6CYCaicAAECBAgQIECAAAECBAgQIECAAAECHQicddZZcfz48V5Ab2RkpIMdB2eLpu8m0NP0/corrwzOwZyEAAECKxBwn7vPV/DaKCFAgAABAgQIECBAgAABSsdC6AAAIABJREFUAgQIECBAgAABAgQIEFhDAQHFTFwBxUxA5QQIECBAgAABAgQIECBAgAABAgQIEOhA4Mwzz4z3338/FhcX44QTTuhgx8HZoul7fHy81/err746OAdzEgIECKxAwH3uPl/Ba6OEAAECBAgQIECAAAECBAgQIECAAAECBAgQIEBgDQUEFDNxBRQzAZUTIECAAAECBAgQIECAAAECBAgQIECgAwGBFoGWDl4zWxAg0IGA+9x93sFrZgsCBAgQIECAAAECBAgQIECAAAECBAgQIECAAIEEAQHFBKy2pQKKmYDKCRAgQIAAAQIECBAgQIAAAQIECBAg0IHAWWedFcePH48jR47EyMhIBzsOzhZN3+edd16v71deeWVwDuYkBAgQWIGA+9x9voLXRgkBAgQIECBAgAABAgQIECBAgAABAgQIECBAgMAaCggoZuIKKGYCKidAgAABAgQIECBAgAABAgQIECBAgEAHAk1Ab3l5Oebn52N0dLSDHQdni6bvjRs39vpuApp+BAgQGGYB97n7fJjfX2cnQIAAAQIECBAgQIAAAQIECBAgQIAAAQIECJQoIKCYOVUBxUxA5QQIECBAgAABAgQIECBAgAABAgQIEOhAYGpqKl566aU4dOhQTExMdLDj4GyxsLAQMzMz8eUvfznm5uYG52BOQoAAgRUIuM/d5yt4bZQQIECAAAECBAgQIECAAAECBAgQIECAAAECBAisoYCAYiaugGImoHICBAgQIECAAAECBAgQIECAAAECBAh0IPDd7343nnjiibj33nvjsssu62DHwdmi6fvmm2/u9f3AAw8MzsGchAABAisQcJ+7z1fw2ighQIAAAQIECBAgQIAAAQIECBAgQIAAAQIECBBYQwEBxUxcAcVMQOUECBAgQIAAAQIECBAgQIAAAQIECBDoQGDnzp2xb9++2Lp1a2zZsqWDHQdni6bvvXv39vresWPH4BzMSQgQILACAfe5+3wFr40SAgQIECBAgAABAgQIECBAgAABAgQIECBAgACBNRQQUMzEFVDMBFROgAABAgQIECBAgAABAgQIECBAgACBDgRmZ2d7Ab2pqaleULGmX9P33Nxcr+/p6emaWtcrAQIFCrjP3ecFvtZaIkCAAAECBAgQIECAAAECBAgQIECAAAECBAgMtYCAYub4BBQzAZUTIECAAAECBAgQIECAAAECBAgQIECgA4GlpaW48MILY/369fHcc891sOPgbNH0fezYsV7fY2Njg3MwJyFAgMAKBNzn7vMVvDZKCBAgQIAAAQIECBAgQIAAAQIECBAgQIAAAQIE1lBAQDETV0AxE1A5AQIECBAgQIAAAQIECBAgQIAAAQIEOhK44IIL4ujRo3Ho0KGYmJjoaNf+brOwsBAzMzOxYcOGeOGFF/p7GLsTIEBglQTc5+7zVXqVPIYAAQIECBAgQIAAAQIECBAgQIAAAQIECBAgQGAVBAQUMxEFFDMBlRMgQIAAAQIECBAgQIAAAQIECBAgQKAjgW3btsWBAwdi69atsWXLlo527e82+/bti71798bmzZtjz549/T2M3QkQILBKAu5z9/kqvUoeQ4AAAQIECBAgQIAAAQIECBAgQIAAAQIECBAgsAoCAoqZiAKKmYDKCRAgQIAAAQIECBAgQIAAAQIECBAg0JHA3NxcL6g3Pj4ejz32WEe79nebK6+8MhYXF3vBzKmpqf4exu4ECBBYJQH3uft8lV4ljyFAgAABAgQIECBAgAABAgQIECBAgAABAgQIEFgFAQHFTEQBxUxA5QQIECBAgAABAgQIECBAgAABAgQIEOhQ4Lzzzovl5eV46KGHYnJyssOdu9/q8OHDsWnTphgdHY0jR450fwA7EiBAYA0F3OdriOvRBAgQIECAAAECBAgQIECAAAECBAgQIECAAAECBBIEBBQTsNqWCihmAionQIAAAQIECBAgQIAAAQIECBAgQIBAhwI7d+6Mffv2xfT0dOzevbvDnbvfavv27TE7OxtbtmyJHTt2dH8AOxIgQGANBdzna4jr0QQIECBAgAABAgQIECBAgAABAgQIECBAgAABAgQSBAQUE7DalgooZgIqJ0CAAAECBAgQIECAAAECBAgQIECAQIcCS0tLceGFF/Z2/OUvfxlf+MIXOty9u62OHj0aU1NTvQ2fe+65GBsb625zOxEgQKADAfd5B8i2IECAAAECBAgQIECAAAECBAgQIECAAAECBAgQIPARBAQUPwLSv1sioJgJqJwAAQIECBAgQIAAAQIECBAgQIAAAQIdC9x8883xyCOPxPXXXx933nlnx7t3s13T18GDB+Paa6+Ne++9t5tN7UKAAIGOBdznHYPbjgABAgQIECBAgAABAgQIECBAgAABAgQIECBAgECLgIBi5mshoJgJqJwAAQIECBAgQIAAAQIECBAgQIAAAQIdCywuLsall17a2/XQoUMxMTHR8QnWdruFhYWYmZnpbfLUU0/F+Pj42m7o6QQIEOiTgPu8T/C2JUCAAAECBAgQIECAAAECBAgQIECAAAECBAgQIPA/BAQUM18HAcVMQOUECBAgQIAAAQIECBAgQIAAAQIECBDog8Dtt98e+/fvj40bN/b+lvS74YYbYn5+Ppq/d999d0mt6YUAAQL/R8B97qUgQIAAAQIECBAgQIAAAQIECBAgQIAAAQIECBAg0F8BAcVMfwHFTEDlBAgQIECAAAECBAgQIECAAAECBAgQ6IPAG2+8ERdddFEsLy/Hjh07YvPmzX04xepveeDAgdi5c2eMjo7Gs88+G+vWrVv9TTyRAAECAyTgPh+gYTgKAQIECBAgQIAAAQIECBAgQIAAAQIECBAgQIBAlQICipljF1DMBFROgAABAgQIECBAgAABAgQIECBAgACBPgnMzs7Gli1bersfOnQoJiYm+nSS1dl2YWEhZmZmeg/bt29fTE9Pr86DPYUAAQIDLuA+H/ABOR4BAgQIECBAgAABAgQIECBAgAABAgQIECBAgEDRAgKKmeMVUMwEVE6AAAECBAgQIECAAAECBAgQIECAAIE+Cmzbti2arw6Oj4/Hww8/HCMjI308zcq3Pn78eFx33XWxuLjY+xrknj17Vv4wlQQIEBhCAff5EA7NkQkQIECAAAECBAgQIECAAAECBAgQIECAAAECBIoQEFDMHKOAYiagcgIECBAgQIAAAQIECBAgQIAAAQIECPRZ4PLLL4/Dhw/H1NRU78uDw/hrvgQ5NzcXk5OT8fjjjw9jC85MgACBbAH3eTahBxAgQIAAAQIECBAgQIAAAQIECBAgQIAAAQIECBBIFhBQTCb73wUCipmAygkQIECAAAECBAgQIECAAAECBAgQINBngaWlpbjqqqtieXk5pqenY/fu3X0+Udr227dvj9nZ2RgdHY2f//znMTY2lvYAqwkQIFCIgPu8kEFqgwABAgQIECBAgAABAgQIECBAgAABAgQIECBAYKgEBBQzxyWgmAmonAABAgQIECBAgAABAgQIECBAgAABAgMg8MILL8R1110Xx48fH6qQ4gfhxJGRkXj44YfjggsuGABNRyBAgED/BNzn/bO3MwECBAgQIECAAAECBAgQIECAAAECBAgQIECAQJ0CAoqZcxdQzARUToAAAQIECBAgQIAAAQIECBAgQIAAgQERmJ+fj+985zu9kOLU1FTcc8890QT/BvHXnPHWW2+Nubm53hkffPDB2Lhx4yAe1ZkIECDQuYD7vHNyGxIgQIAAAQIECBAgQIAAAQIECBAgQIAAAQIECFQsIKCYOXwBxUxA5QQIECBAgAABAgQIECBAgAABAgQIEBgggebLWzfeeGMsLy/H+Ph47Nq1KyYmJgbohBELCwtx2223xeLiYoyOjsb999/vy4kDNSGHIUBgEATc54MwBWcgQIAAAQIECBAgQIAAAQIECBAgQIAAAQIECBCoQUBAMXPKAoqZgMoJECBAgAABAgQIECBAgAABAgQIECAwYAJLS0uxdevWOHz4cO9kO3bsiM2bNw/EKQ8cOBA7d+7snWVycjL27t0bY2NjA3E2hyBAgMCgCbjPB20izkOAAAECBAgQIECAAAECBAgQIECAAAECBAgQIFCigIBi5lQFFDMBlRMgQIAAAQIECBAgQIAAAQIECBAgQGBABbZt2xZNILD5bdy4MW655Za+fU2x+Wrij370o5ifn++dpwlM7tmzZ0DlHIsAAQKDJeA+H6x5OA0BAgQIECBAgAABAgQIECBAgAABAgQIECBAgEBZAgKKmfMUUMwEVE6AAAECBAgQIECAAAECBAgQIECAAIEBFpidnY277rorlpeXe6e8/vrr4/vf/35s2LChk1P//ve/j5/+9Kdx8ODB3n6jo6Nxxx13xPT0dCf724QAAQKlCLjPS5mkPggQIECAAAECBAgQIECAAAECBAgQIECAAAECBAZNQEAxcyICipmAygkQIECAAAECBAgQIECAAAECBAgQIDDgAm+88Ubva4X79+//8KRNQPDqq6+OycnJNTn94cOH42c/+1k0gZoPfjfccEM0XwFbt27dmuzpoQQIEChdwH1e+oT1R4AAAQIECBAgQIAAAQIECBAgQIAAAQIECBAg0A8BAcVMdQHFTEDlBAgQIECAAAECBAgQIECAAAECBAgQGBKBxcXFuO++++KRRx758MTj4+PxrW99Ky6++OKYmJjI6mRhYSGeeeaZePLJJ6PZ64PftddeGzfddFM0e/kRIECAQL6A+zzf0BMIECBAgAABAgQIECBAgAABAgQIECBAgAABAgQIfCAgoJj5LggoZgIqJ0CAAAECBAgQIECAAAECBAgQIECAwJAJLC0txUMPPRSPPvpoLC8vf3j69evXx/nnnx/nnntunH322fH5z38+RkdH49RTT42TTz65t+7tt9+O119/vVf3hz/8IX73u9/Fyy+/HL/5zW/i2LFjHz6rqbvmmmti06ZNMTY2NmRCjkuAAIHhEHCfD8ecnJIAAQIECBAgQIAAAQIECBAgQIAAAQIECBAgQGCwBQQUM+cjoJgJqJwAAQIECBAgQIAAAQIECBAgQIAAAQJDLDA3N9f74uHTTz8dR48ezepkw4YNcckll/S+yDg1NZX1LMUECBAgkCbgPk/zspoAAQIECBAgQIAAAQIECBAgQIAAAQIECBAgQIDABwICipnvgoBiJqByAgQIECBAgAABAgQIECBAgAABAgQIFCLQfImr+RJi80XE5suITWDxtdde630x8fjx470umy8pnnbaaXHGGWdEE0hsvrTYfHGx+fKiLyUW8iJogwCBoRf4KPf5yMhI7wu57vOhH7cGCBAgQIAAAQIECBAgQIAAAQIECBAgQIAAAQIEMgUEFDMBBRQzAZUTIECAAAECBAgQIECAAAECBAgQIECgcIG33nqr92XEU045Jfbu3Rtf+cpXCu9YewQIEChT4J133umFyT/xiU/Er3/96/jUpz5VZqO6IkCAAAECBAgQIECAAAECBAgQIECAAAECBAgQIJAgIKCYgNW2VEAxE1A5AQIECBAgQIAAAQIECBAgQIAAAQIEChdoAopXXHFFnHjiibFr166YnJwsvGPtESBAoEyBN998s/fV2+ZruM8//3ycfvrpZTaqKwI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OAvf/lLXH755fGJT3wifvzjH8eXvvSlwjvWHgECBMoUeO+99+Kss86KkZGRePHFF3t//QgQIECAAAECBAgQIECAAAECBAgQIECAAAECBAjULiCgmPkGCChmAionQIAAAQIECBAgQIAAAQIECBAgQIDAvxD461//Gn/+85/j7bffHlqjU089NX71q1/F9u3bY926dbFr16744he/GH//+9+HtqeTTjopPvvZz8anP/3poe3BwQkQ6Fagucv/9Kc/xfvvv9/txqu423/913/F+vXrY3JyMj72sY/FU089FcePH49//OMfq7hL948688wzY3R0tPuN7UiAAAECBAgQIECAAAECBAgQIECAAAECBAgQIFCMgIBi5igFFDMBlRMgQIAAAQIECBAgQIAAAQIECBAgQKBF4J133okbb7wxfvvb30YTChnWXxNceeutt+LYsWNxwgknxGmnndYLKjbhlmH9NYHRr371q/HDH/4wPve5zw1rG85NgECHAt/4xjd6d2FzDw7z78033+wFLZvfZz7zmd6XcYe5p+aLkGeccUY89thjQ/1v7TC/U85OgAABAgQIECBAgAABAgQIECBAgAABAgQIEChBQEAxc4oCipmAygkQIECAAAECBAgQIECAAAECBAgQINAi8O6778bMzEz88Y9/jFNOOWVojZowS/MlyA++AnnyySf3vjzYhFqG9fe3v/0tvva1r8Xu3buj+fKWHwECBP6dQPPVxK9//eu9ANwwh7P/+c9/xquvvvrhfd7829SEFE888cShfQGa0Gjzb9IvfvGLoZ7N0A7AwQkQIECAAAECBAgQIECAAAECBAgQIECAAAEChQgIKGYOUkAxE1A5AQIECBAgQIAAAQIECBAgQIAAAQIE/oVA8xXF5r9h/jpVE2iZn5+PH/zgB70vJ27bti0uueSS+OQnPznUc29CRk3Y0o8AAQIfRaAJNp900kkfZenArmnu81deeSW+/e1v90LmBw8ejPHx8aEOKDbYTYD0U5/61MC6OxgBAgQIECBAgAABAgQIECBAgAABAgQIECBAgMDgCwgoZs5IQDETUDkBAgQIECBAgAABAgQIECBAgAABAgQKF2i+UNWEEkdGRmL//v1xzjnnFN6x9ggQIFCmwHvvvRdnn312L6D94osvCmqXOWZdESBAgAABAgQIECBAgAABAgQIECBAgAABAgQIJAoIKCaC/f/LBRQzAZUTIECAAAECBAgQIECAAAECBAgQIECgcIEmoHjFFVf0vrK1a9eumJycLLxj7REgQKBMgTfffDPOPffcXjDx+eefj9NPP73MRnVFg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h7VU+YAAAgAElEQVQ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agsovvvuu/Hxj3+8mvlqlAABAgQIECBAgAABAgQIECBAgAABAgQIECBAYGUCAoorc/uwSkAxE1A5AQIECBAgQIAAAQIECBAgQIAAAQIEChcQUCx8wNojQKAagZoCis8//3xcddVVcc4558Q111wTV199dXzuc5+rZtYaJUCAAAECBAgQIECAAAECBAgQIECAAAECBAgQ+OgCAoof3ap1pYBiJqByAgQIECBAgAABAgQIECBAgAABAgT+H3v3AR1Vuf19fIfee0eqdKQjilQp0puICCr9UlRaFAG5CKL0ItKkCQrSBCmiEkKQXiSANCnSe5FepMO79vN/yRVykpzkTJIp32etWXhvnvo5kzOTteY3GwEvFyCg6OUXmOMhgIDPCPhSQLF9+/aydOnSp65t6tSpQ8KKRYoU8ZnrzkERQAABBBBAAAEEEEAAAQQQQAABBBBAAAEEEEAAAQTCFyCg6PAZQkDRISDDEUAAAQQQQAABBBBAAAEEEEAAAQQQQAABLxe4evWq1K1bVxImTCijRo2SYsWKefmJOR4CCCDgnQJ37tyRfPnySaJEiWTr1q2SIkUK7zyoiFSuXFkOHDgQ7vlef/11U1nx1Vdf9VoHDoYAAggggAACCCCAAAIIIIAAAggggAACCCCAAAIIIBCxAAHFiI3C7UFA0SEgwxFAAAEEEEAAAQQQQAABBBBAAAEEEEAAAS8X2L59uzRv3lwSJ04skyZNkjJlynj5iTkeAggg4J0CFy9elKJFi0q8ePFk06ZNkjVrVq886OrVq6VZs2aROlvFihVNWFEffn5+kRpLZwQQQAABBBBAAAEEEEAAAQQQQAABBBBAAAEEEEAAAc8WIKDo8PoRUHQIyHAEEEAAAQQQQAABBBBAAAEEEEAAAQQQQMCLBR49eiR9+/aVGTNmmFO+/fbb0qdPH0mePLkXn5qjIYAAAt4n8PDhQ+nSpYssXLjQHK5hw4YyZswYiR8/vvcd9v+faNWqVfLrr7+ax+XLl22fs1ChQiao2KRJE0mXLp3tcXREAAEEEEAAAQQQQAABBBBAAAEEEEAAAQQQQAABBBDwTAECig6vGwFFh4AMRwABBBBAAAEEEEAAAQQQQAABBBBAAAEEvFhg2LBhMm7cOEmSJIncuXPHVN3SgMt7771n/puGAAIIIOD+Aho2Hz58uIwePdoE7jSseOXKFenatat8/PHHEidOHPc/hMMd7ty5MySseOjQIduzZciQISSsWKBAAdvj6IgAAggggAACCCCAAAIIIIAAAggggAACCCCAAAIIIOA5AgQUHV4rAooOARmOAAIIIIAAAggggAACCCCAAAIIIIAAAgh4qcC0adPk008/lWTJksmoUaPk4sWLMnbsWLl9+7ZocLF27dpeenKOhQACCHiPwOPHj2XWrFnSq1cv0aDi/PnzTTixQ4cOJmg+YsQIE8Dz8/PznkNHcJKTJ0+GhBW3bNli+9wa5NSqiupVvnx52+PoiAACCCCAAAIIIIAAAggggAACCCCAAAIIIIAAAggg4N4CBBQdXh8Cig4BGY4AAggggAACCCCAAAIIIIAAAggggAACCHihwPLly6V9+/aiwZbBgwdL8+bNzSmnTp0qAwcOlESJEsmkSZOkUqVKXnh6joQAAgh4j0BQUJAJIz4Jl7/zzjvmcN9884307dtXUqRIIZMnT5aKFSt6z6EjcZKbN2+GhBX1tS8yrWrVqias2LBhw8gMoy8CCCCAAAIIIIAAAggggAACCCCAAAIIIIAAAggggICbCRBQdHhBCCg6BGQ4AggggAACCCCAAAIIIIAAAggggAACCCDgZQJ//PGHNG3aVDS00aNHD+nevXvICR8+fChffPGFCSqmTZtWpk+fLiVKlPAyAY6DAAIIeIfAzp07RQOJWgH3/fffl//+979PHUyrJ3755ZeSKVMmmTlzphQqVMg7Du7gFBro/PXXX83j2rVrtmcqVqyYCStqhcWUKVPaHkdHBBBAAAEEEEAAAQQQQAABBBBAAAEEEEAAAQQQQACB2BcgoOjwGhBQdAjIcAQQQAABBBBAAAEEEEAAAQQQQAABBBBAwIsETpw4IY0bN5ZTp06ZUMuwYcPEz8/vqRPevXtX/P39ZeHChZIlSxb58ccfJWfOnF6kwFEQQAABzxc4d+6cuZ8fOXJEGjVqJOPHjw91P9cquZ07dzb38bx588oPP/xgwoq0/xPYvn17SFjx6NGjtlmyZs0aElZ8/vnnbY+jIwIIIIAAAggggAACCCCAAAIIIIAAAggggAACCCCAQOwIEFB06E5A0SEgwxFAAAEEEEAAAQQQQAABBBBAAAEEEEAAAS8RuHHjhrz++uuyZ88eqVy5ssyaNUvixIljebrr169LmzZtZMOGDaaC4nfffSfp06f3EgmOgQACCHi2gAbJ33zzTdmyZYuULVvW3M8TJ05seahbt25Jy5Ytzf28dOnSMnfuXEmaNKlnA0TD7o8dOxYSVty2bZvtFRImTBgSVnzppZdsj6MjAggggAACCCCAAAIIIIAAAggggAACCCCAAAIIIIBAzAkQUHRoTUDRISDDEUAAAQQQQAABBBBAAAEEEEAAAQQQQAABLxDQKlpvv/22rFq1SooUKWKqaSVPnjzck128eFGaN28uu3fvltdee00mTJhAqMULngscAQEEPFvg/v370rZtW1mxYoXkz59f5s2bJxkzZgz3UFptUe/n+/btkzp16sjXX38t8ePH92yIaNy9hvR//fVX81DnyLQaNWpIkyZNjDMNAQQQQAABBBBAAAEEEEAAAQQQQAABBBBAAAEEEEDAPQQIKDq8DgQUHQIyHAEEEEAAAQQQQAABBBBAAAEEEEAAAQQQ8AIBf39/mTNnjmTLlk0WLlwozz33nK1TaUWpZs2ayYkTJ0y4ZfDgwRIvXjxbY+mEAAIIIOBagUePHkmPHj1k9uzZkilTJnNfL1CggK1FDhw4YO7jZ8+eNYH1IUOGSNy4cW2N9fVOgYGBIYFFrUZst5UqVcqEFRs3bizJkiWzO4x+CCCAAAIIIIAAAggggAACCCCAAAIIIIAAAggggAACLhYgoOgQlICiQ0CGI4AAAggggAACCCCAAAIIIIAAAggggAACHi4wduxYGTRokKRKlUrmzp0rxYoVi9SJtm3bZqp1Xbp0Sbp37y4adqQhgAACCMS8wJdffikjR46URIkSyYwZM+SVV16J1CY2b94s77zzjty5c0e6desmH374ofj5+UVqDl/vvHXrVhNW/OWXX0x4327LkSOHCSu+8cYbov9NQwABBBBAAAEEEEAAAQQQQAABBBBAAAEEEEAAAQQQiDkBAooOrQkoOgRkOAIIIIAAAggggAACCCCAAAIIIIAAAgi4jcBff/0l+fLlc5v9eMJGlixZIh07djRVsqZPny7Vq1eP0rYDAgJMMPHu3bum6paGLGgIIIAAAjEnMG/ePOnVq5doFcVRo0aZqnxRafq6oMHEx48fy6effiotW7aMyjSMEZHDhw+HVFbcsWOHbROtpqhBRX1olUUaAggggAACCCCAAAIIIIAAAggggAACCCCAAAIIIIBA9AoQUHToS0DRISDDEUAAAQQQQAABBBBAAAEEEEAAAQQQQCBWBa5evSq//fZbyGPMmDFSrVq1WN2Tpyy+bt06effdd02ocMCAAfKf//wnylvXQMz3338vn332mam2NXHiRK5DlDUZiAACCEROYPXq1dKlSxfR18TevXtLp06dIjfBM701sK738yRJkohWZaxRo4aj+WJjsAY2mzZtGhtLW6555cqVkLCivm+JTKtbt64JK3ridYjMOemLAAIIIIAAAggggAACCCCAAAIIIIAAAggggAACCMSWAAFFh/IEFB0CMhwBBBBAAAEEEEAAAQQQQAABBBBAAAEEYkVgw4YNJpS4cuVKOXDgQMgetHKfhhRp4Qvs3r3bhBPPnz8vHTp0kP79+zsmu3fvnrHXR9KkSWXx4sWSP39+x/MyAQIIIIBA2AI7d+6U9957T06fPi3t27eXnj17mqq4Ttr9+/dNNVwN+WXLlk0GDRokJUqUcDJljI5duHChvP/++1KlShXp3r27lC5dOkbXj2gxrU6plYd//fVX8/jnn38iGhLy85dfftlUKW7YsKEJkNIQQAABBBBAAAEEEEAAAQQQQAABBBBAAAEEEEAAAQScCxBQdGhIQNEhIMMRQAABBBBAAAEEEEAAAQQQQAABBBBAIMYEDh06ZAKJGkxcu3at5brx48eXwMBAKVCgQIzty9MWOn78uLRu3Vr27dsn9erVk0mTJpmqh65oGrLo27evzJkzR5577jlZunSpZMyY0RVTMwcCCCCAwDMCx44dMyHz/fv3S+PGjeWLL75wWWjtxo0bMnDgQPnhhx/k+eefl2nTppmwors3DVfWr19fduzYEbJVrRCsQcXUqVO75fZ///33kLDiqVOnbO8xT548Jqyo1RWzZMliexwdEUAAAQQQQAABBBBAAAEEEEAAAQQQQAABBBBAAAEEnhYgoOjwGUFA0SEgwxFAAAEEEEAAAQQQQAABBBBAAAEEEEAgWgU0IPEklKjBxEuXLoW7Xu7cuaVRo0by0UcfReu+PHXyixcvygcffCDr1q0TrcI0d+5c0VCnK9uVK1dMFa/169ebilu6RooUKVy5BHMhgAACPi/w999/S8eOHSU4OFgqVqwoo0ePlnTp0rnU5dy5cybYp/fzsmXLmkC7u4b8nhx8woQJ8qqaB14AACAASURBVPnnn4dy0LC8nqVly5YuNXL1ZAcPHgwJK+7atcv29KlSpQoJKxYtWtT2ODoigAACCCCAAAIIIIAAAggggAACCCCAAAIIIIAAAgiIfqmza77VOZow3XpzemYCitF05ZkWAQQQQAABBBBAAAEEEEAAAQQQQAABBBwJbNq0yVRK1HCiVvoLryVIkMCEEl9//XUT0qBZC9y6dUt69+4tixYtEq26NHv2bMmcOXO0cJ05c0aaNm0qWvWybt26Mm7cOEmYMGG0rMWkCCCAgK8JPH78WDp16mSCbIULF5YxY8ZI3rx5o4VBqzNqsP3AgQNSu3ZtmThxosuq7kbHhvX9g1Z7/Pnnny2nf+WVV0xQsXz58tGxvEvn1C9l0Gusj9WrV0dqbn1fpJUVq1SpEqlxdEYAAQQQQAABBBBAAAEEEEAAAQQQQAABBBBAAAEEfFGAgKLDq05A0SEgwxFAAAEEEEAAAQQQQAABBBBAAAEEEEDAZQJHjhwJCSXa+SB+uXLlTChRH4kSJXLZPrxxoocPH8rAgQNl6tSpolWkNGBSqlSpaD3q4cOHTTUnrcDVrl076d+/v8SJEyda12RyBBBAwBcE+vbtKzNnzpSsWbOayokvvvhitB77999/l86dO8v58+elbdu28umnn0breq6YXKv3alBx9+7dltO9++674u/vL5kyZXLFctE+x4MHDyQgICAksHj37l3ba1aoUMGEFRs0aMCXBdhWoyMCCCCAAAIIIIAAAggggAACCCCAAAIIIIAAAgj4kgABRYdXm4CiQ0CGI4AAAggggAACCCCAAAIIIIAAAggggIAjAa3qp1UStVqiPv7+++9w58uRI0dIKFGrANLsCcyYMcMEBDXIOWLECFMFKybaxo0bTZhFr3OfPn2kQ4cOMbEsayCAAAJeK6DVEkeNGiXJkyeXL7/8UqpVqxYjZw0KCjKBvps3b0qPHj1MBUd3bxcvXjQhxW+++UauX78earspU6Y01RQ98bVJX1+fVFc8e/as7UtRsGBBE1bUR4YMGWyPoyMCCCCAAAIIIIAAAggggAACCCCAAAIIIIAAAggg4M0CBBQdXl0Cig4BGY4AAggggAACCCCAAAIIIIAAAggggAACURLQakxPQol79uwJd464ceOGhBIrV64cpfV8edDixYtNmOTx48fy3//+V1q1ahWjHIsWLTKhFl1/woQJMRaOjNFDshgCCCAQAwJz5syRzz77TLQqrobO33777RhY9X9LLFiwwITN9XV5wIABJuTmCW3btm0mqLhw4ULL7ZYsWdIEFWMq7Olqs/3794eEFf/880/b06dPn95cQ612rMFFGgIIIIAAAggggAACCCCAAAIIIIAAAggggAACCCDgqwIEFB1eeQKKDgEZjgACCCCAAAIIIIAAAggggAACCCCAAAK2BY4dO2ZCiU8qJkY0sGzZstKoUSMTTkyaNGlE3fm5hcD69eulc+fOolWkPvjgA+nZs2eMOz169MhU+dKKXylSpDABEYIQMX4ZWBABBDxcYMWKFSZsfuPGDfNvx44dY/xEej+fPHmyqcSrFRxHjx4tlSpVivF9RHVBDcxrNUUNLFo1DeppoD5nzpxRXSLWx124cCEkrLhu3Trb+/Hz8zNBRQ0sVqhQwfY4OiKAAAIIIIAAAggggAACCCCAAAIIIIAAAggggAAC3iBAQNHhVSSg6BCQ4QgggAACCCCAAAIIIIAAAggggAACCCAQrsDt27dDAokaTjx//ny4/bNlyxYSSsyfPz+6DgR27dolXbp0kSNHjsibb75pAiWx1e7duye9e/cWrf6VOXNm0ZBI9uzZY2s7rIsAAgh4lMCOHTtMyPzUqVPSvHlzUz0xQYIEsXKGu3fvyhdffCEzZ86U5557zgQWCxUqFCt7icqiGvDUkKI+NLz/bEuYMKGppti1a9eoTO9WY/RaLV++PCSweP/+fdv7q1Kligkr1q1bV+LHj297HB0RQAABBBBAAAEEEEAAAQQQQAABBBBAAAEEEEAAAU8UIKDo8KoRUHQIyHAEEEAAAQQQQAABBBBAAAEEEEAAAQQQsBQIDg421RL1oUG58JpW7XlSKbFq1aqIukDg+PHjJlyhVaJeffVV+fbbbyVOnDgumDnqU9y6dUv+85//yKpVq6RkyZIyffp0yZAhQ9QnZCQCCCDgAwLnzp2Ttm3byp49e6RWrVoyePBgSZ06daye/OrVqyZ0/vPPP0vRokXNa0z69OljdU+RXVw9NaQ4d+5cy6EautRqinXq1Ins1G7bX6sq//rrr+YR0RdG/PsQeo01rKjv1dKlS+e252NjCCCAAAIIIIAAAggggAACCCCAAAIIIIAAAggggEBUBQgoRlXu/48joOgQkOEIIIAAAggggAACCCCAAAIIIIAAAgggECJw4sQJE0hcuXKleTx+/DhcnTJlysjrr79uHsmTJ0fSRQKXL182wZGAgAApUqSIqW6VJUsWF83ubBrdm1Zz/PPPP6VmzZoyevRoSZkypbNJGY0AAgi4QGD//v0yatQoc890l6YV8Nq1ayerV6+Wl19+2dwzs2bN6hbbO3v2rKnSu2nTJilXrpzMnj1b4saN6xZ7i8wmfvnlF5k2bZps3LjRcli9evVMULFAgQKRmdbt++7du9cEFfX8+ty32/T9hIYVmzRpInny5LE7jH4IIIAAAggggAACCCCAAAIIIIAAAggggAACCCCAgFsLEFB0eHkIKDoEZDgCCCCAAAIIIIAAAggggAACCCCAAAI+LqDhiSehRP1XAwvhNf1guwYStQqPVieiuVbg9u3bMnDgQBMUyZkzp3z99deSP39+1y7icLbTp0+bKmCXLl2SFi1ayKeffiqJEyd2OCvDEUAAgagLLFmyREaOHCkHDx40FQpbtWoV9clcOFIDgD/++KPky5fP3M/dLSSnXloZ96+//jKhtTFjxrjw9DE3lb6X0WqKGlTU1yir1r17d+nWrZskSJAg5jYWQyvpe7cnlRXDCmpabUUtnoQVNUBLQwABBBBAAAEEEEAAAQQQQAABBBBAAAEEEEAAAQQ8VYCAosMrR0DRISDDEUAAAQQQQAABBBBAAAEEEEAAAQQQ8FGBbdu2mWCiPnbs2BGhQsOGDU0o8bXXXouwLx2iJvDw4UMTDhk3bpykTZvW/Le7Bga2bt1qwom3bt2Snj17Svv27SVevHhROzijEEAAgSgK3L9/31RN1MqE/27ff/+9VK1aNYqzumaYBiXHjh0rGTJkMFUdteqwOza9n7du3VouXrxoKg326NHDHbdpa08atNSQ4nfffWfZP3fu3OaMjRs3tjWfJ3b6559/ZPny5SGBxUePHtk+hr7H08qK+iUEnlhN0/ZB6YgAAggggAACCCCAAAIIIIAAAggggAACCCCAAAJeJ0BA0eElJaDoEJDhCCCAAAIIIIAAAggggAACCCCAAAII+JDAqVOnQkKJQUFBooG48Frp0qVNKFErJqZKlcqHpGLnqBqo+OyzzyRJkiQydOhQqVOnTuxsxOaqWrFMK1JpMFH3qyFWPz8/m6PphgACCDgT2LNnj6maGBAQEGoirTw7adKkWKtAO336dOnbt68kTJhQxo8fLzVr1nR22GgeHRgYKG3btpXHjx/L8OHDpVmzZtG8YvROr+9xtKLi6tWrLRfSIJ6+fhUvXjx6N+IGs69ZsyYkrKghVLutZMmSJqxYv359SZMmjd1h9EMAAQQQQAABBBBAAAEEEEAAAQQQQAABBBBAAAEEYkWAgKJDdgKKDgEZjgACCCCAAAIIIIAAAggggAACCCCAgJcLaHUprZK4cuVK8+/p06fDPXHGjBlNIFEfL7zwgpfruM/xfv31V+natas8ePBA+vTpI+3atXOfzYWzk6+//lq0SpgGWPW/y5Ur5xH7ZpMIIODZAgsWLDDhxGPHjoU6iIbOli1bFmsH1FBcmzZt5M6dOybs9/bbb8faXiKzsFad/PjjjyVx4sSmCmGlSpUiM9wt+2pIUR9Hjx613F+nTp1MUDF58uRuuX9Xb2r37t0hYUWtNmm3Zc+e3YQVtfJkrly57A6jHwIIIIAAAggggAACCCCAAAIIIIAAAggggAACCCAQYwIEFB1SE1B0CMhwBBBAAAEEEEAAAQQQQAABBBBAAAEEvFTgjz/+CKmWuH379ghPWa9ePRNKdPcqTxEexAM7BAcHS+vWreXq1avSoUMHU3XLU9qjR4+kf//+JsySOXNmmTNnjuTJk8dTts8+EUDAwwRu375tgolalTC8psHAd955J8ZPt2/fPmnatKn8/fff4u/vLz169IjxPThZcODAgTJu3DhJmzatzJ8/XwoWLOhkOrcYe/z4cRNS1Ncpq8rRWbJkMdfKU4KkrkLVqtoa5NUvSNi8ebPtaZMmTSpvvPGGeWilbRoCCCCAAAIIIIAAAggggAACCCCAAAIIIIAAAggg4A4CBBQdXgUCig4BGY4AAggggAACCCCAAAIIIIAAAggggIAXCZw5cyYklBgUFCRaPTG8VqJECRNKbNSokQkj0GJe4ODBgyacePjwYalfv75MmDBB4saNG/MbcbDivXv3pHPnzrJ06VLJnz+/aBWurFmzOpiRoQgggEBoAQ3eazhRKwJH1Bo2bGiqusZku3Dhgui6Wq1Pw1tjxowRPz+/mNyC47U0dN6lSxf58ccfTaU8va97y/uDtWvXmqBiYGCgpVPFihVNNcWXX37ZsaOnTXDjxg3jomFFfUSm1alTxzzfa9So4XHP98ick74IIIAAAggggAACCCCAAAIIIIAAAggggAACCCDg3gIEFB1eHwKKDgEZjgACCCCAAAIIIIAAAggggAACCCCAgIcLaDWg3377zQQ29N+TJ0+Ge6L06dOHhBKLFSvm4af37O2fP39e2rVrJ9u2bZPy5cvLzJkzJWHChB55qOvXr0vz5s3NWV566SWZPn26pE6d2iPPwqYRQMD9BObOnStDhgwRvW9G1EqVKiU///xzRN1c+nOt7KghLa1YrPfzWbNmSYIECVy6RkxNdufOHVNNcOPGjaKWGlb01NcmKzN9rdVqivv377ck1S8N0KCivl/y1abvJ5+EFa9cuWKbQV//mzRpInXr1pWUKVPaHkdHBBBAAAEEEEAAAQQQQAABBBBAAAEEEEAAAQQQQMCpAAFFh4IEFB0CMhwBBBBAAAEEEEAAAQQQQAABBBBAAAEPFdi1a1dIKHHr1q0RnkIr3GilRP2XFvsC//zzj3Tq1ElWrFghGhTV8I2nf5j/3Llz5jl2/PhxU0VsxIgRkiRJktjHZgcIIOCxAhp+HjVqlEyaNMnWGVq2bGmCjDHdWrVqJcuXL5e8efPK4sWLJU2aNDG9BZeup6G0WrVqmft5vXr1ZOLEiRInThyXrhGbk509e9aEFLWiooZLn21aNVJDim3bto3NbbrF2jt27AgJK2q1Z7vt+eefN2FFfV+QPXt2u8PohwACCCCAAAIIIIAAAggggAACCCCAAAIIIIAAAghESYCAYpTY/jeIgKJDQIYjgAACCCCAAAIIIIAAAggggAACCCDgQQIaANOqNvoICgqSu3fvhrv7okWLmmqJ+vDlSkDudokfP34sPXv2lO+//16ee+45mTdvnuTKlcvdthml/ezbt89UEbt69ap07NhRevXqJfHjx4/SXAxCAAHfFggODpahQ4fKhg0bIoTQ+8zYsWOlQYMGEfZ1dYdPP/1UpkyZIhpq++WXXyRHjhyuXiJW5jt48KAJJ167ds3cz/Wcfn5+sbKX6Fp08+bNJqi4dOlSyyXKlCljgoqVK1eOri141LwaWF22bJkJLOrvp92mX8CgYUV9f0D1brtq9EMAAQQQQAABBBBAAAEEEEAAAQQQQAABBBBAAIHICBBQjIyWRV8Cig4BGY4AAggggAACCCCAAAIIIIAAAggggICbC2iY7UkoceXKlaaaUXhNAxJarUZDiSVKlHDz0/nm9kaPHi3Dhg0zFROnT58uL7/8sldBaJioTZs2JkDbu3dvad++vdeFWrzqgnEYBNxQYObMmfLFF1+IVlCMqGXIkMFUo9V/Y7pNnTpV+vbta4LYWjmxZMmSMb2FaF1v48aN0qxZM7l//77069dPOnToEK3rxdbkP/zwg6mmqNWprZoa+Pv7my8VoP2fgH4RQWBgoAkravXQyDStsqxhxapVq0ZmGH0RQAABBBBAAAEEEEAAAQQQQAABBBBAAAEEEEAAgTAFCCg6fHIQUHQIyHAEEEAAAQQQQAABBBBAAAEEEEAAAQTcVGDPnj2igUQNJ27ZsiXCXdasWdOEErXakSc2PasvfFB9/vz5phpTggQJRIOK9evX98TLFeGeNajz4YcfmmDi8OHDTWiWhgACCEQkcPnyZRPg/u677yLqan5eunTpMKvf2ZrAQaclS5bI+++/L48ePRINKtauXdvBbO47VO/nnTp1MiHMMWPGiIbLvLHpc09DivrQqpHPtqRJk5rXb73mtKcF9Ms09H2chhX1YeUXlln58uVNWFF/f5InTw4tAggggAACCCCAAAIIIIAAAggggAACCCCAAAIIIBAlAQKKUWL73yACig4BGY4AAggggAACCCCAAAIIIIAAAggggIAbCVy4cCGkWmJQUJDcvn073N298MILJpSo4a9MmTK50Unsb0WrY2mVrM2bN8uMGTMkZ86c9gd7WE+tRPXmm2+aXWslqrZt20qcOHE87BT2tquBnYkTJ5qgkYY6pkyZIq+88oq9wfRCAAGfFNB75MCBA2X79u22zt+yZUsZMmSIrb6u7qR71Xu4BrH++9//ynvvvefqJdxqPg0mDh061FT+nTRpklSoUMGt9ufKzfzxxx8mpPjjjz9aTlu0aFFTTbFGjRquXNar5tLf4SdhxaNHj9o+W4ECBUxYsUGDBlSrtK1GRwQQQAABBBBAAAEEEEAAAQQQQAABBBBAAAEEEFABAooOnwcEFB0CMhwBBBBAAAEEEEAAAQQQQAABBBBAAAE3EFi1apUJJmr1mYg+yJ06dWpTvUiDiVo5ypObVhPUcKIGM7XpmcaPH+/JRwpz7/v37zdB0qtXr5ogyyeffCJx48b1yrM+OdTdu3dl8ODBMn36dMmcObMJoObLl8+rz8zhEEAgagIaYtbXg3v37tmaQF8r9DUjNtq+fftEw5EnT56UNm3amFCltzetkNe7d29zH8+WLZtMmzZNChcu7NXH1sqRes7g4GDLc+prugYV8+TJ49UOTg935MgRCQgIkF9++cV2+FjXTJcunQkr6sPbn2tOjRmPAAIIIIAAAggggAACCCCAAAIIIIAAAggggAACBBQdPwcIKDomZAIEEEAAAQQQQAABBBBAAAEEEEAAAQRiRWDv3r0mkKjBRK0eGFGrXr26CWNoONHTm4YwNYii1XWebVOnTpU6dep4+hGf2v/Zs2fNtTt27Jj598svv5QECRJ41RnDOoxWF9Mw5pIlS0yIY9GiRaIhW29r3377rWTIkEFq167tbUfjPAhEq8D58+dl0KBB8sMPP9haRyv4zZo1S0qVKmWrv6s7nTt3Tlq1aiW7du0yv+8TJkzwmfv5nTt3TMA+MDBQihQpYsJ7Gj735nbr1i3R9yV61idfpvDv8+oXDXTv3l26devm9V864IrrfOnSJfP80fd/Wik8Mk2Dik2aNJGKFStGZhh9EUAAAQQQQAABBBBAAAEEEEAAAQQQQAABBBBAwEcEqKDo8EITUHQIyHAEEEAAAQQQQAABBBBAAAEEEEAAAQRiUEA/mP0klKgfzNYPvofXChYsaAJt+siSJUsM7jT6lpo4caIJJz58+DDUIlqV6T//+Y95eEvTa/zWW2/J1q1b5aWXXpI5c+ZI4sSJveV4ts6hAaTOnTvLhg0bpEyZMvL9999L0qRJbY31hE76e924cWM5cOCA+bdnz56mwhgNAQTCF9Dqwfp6oIF9O+2FF14w91CtrBYb7caNGyagp/vW+7lWfUyTJk1sbCXW1tT7eYcOHcxrWtWqVU1A05vu52HB/vnnnyakOHv2bMsuWh1Yqyk2aNAg1q6Npy384MED855Yw4r6uHnzpu0jvPrqq6ayYo0aNXzi+Wcbho4IIIAAAggggAACCCCAAAIIIIAAAggggAACCPiwAAFFhxefgKJDQIYjgAACCCCAAAIIIIAAAggggAACCCAQAwJr1qwxlRL1g9iHDx8Od0WtDqVVEjWUqGEub2nbtm0zQZSwqkU2bdrUBBMLFy7sLUeW+/fvm8DCggULTPXAxYsXS9q0ab3mfJE5iFbN1OurQSStkKmhlvjx40dmCrftO2LECBk5cmTI/hIlSiS9evUyIR4aAghYC4wdO9ZUTrTb3nzzTfnqq6/sdnd5v3v37pnw8fz580W/PGDy5MmSK1cul6/jCRNqGLtjx45y8OBBExIbPXq0J2zbJXvUIJ0GFTVwb9Vq1aplXvc1TEuLnEBwcHBIWPHEiRO2B2s1T30e1q1b12u+zMP24emIAAIIIIAAAggggAACCCCAAAIIIIAAAggggAACIQIEFB0+GQgoOgRkOAIIIIAAAggggAACCCCAAAIIIIAAAtEksH///pBQ4saNGyNcRSsRNWrUyAQT/fz8IuzvSR00hKJhFKumHyzX4FqTJk086UgR7vXx48cyZMgQc26t9vXjjz9K3rx5IxznzR127dol7dq1k7Nnz0qrVq1kwIABHv9c16BO5cqVLS+bBow1qFi2bFlvvqycDYFICZw8edKE1X/66Sfb4zQY2K1bN9v9o6Pj559/bkKJmTNnlq+//lpKlSoVHct4zJybNm2STp06ycWLF819vX///h6zd6cb1cp/U6dOlW+++UZOnTplOZ1WDe7atSvV/aKIreHXgIAAE1jcsWOH7Vn091PDivp+WoPENAQQQAABBBBAAAEEEEAAAQQQQAABBBBAAAEEEPAdAQKKDq81AUWHgAxHAAEEEEAAAQQQQAABBBBAAAEEEEDAhQJXrlwxVRK1WmJQUJDcuHEj3Nnz588fEkrMli2bC3fiHlMFBgaaIIp+0PzZFidOHBNM1EfWrFndY8Mu3MW3334r//3vf0Wr6WmQIawQmwuX9IipNKzbvn17uXXrlnzyySfm+nt60+e5hi3Dqo7atm1b+eijjyRVqlSeflT2j4AjgWXLlokG/bSiqt2mYUCtKhybTfcwbNgwcz/XKo6vvfZabG7HbdZeunSpfPjhh6KBvT59+oje63ypHTp0yIQU9fXeqmXPnt1UU9QK0bSoC1y4cEFWrFhhwor6/tpu0yrNGlbUL8DgiwLsqtEPAQQQQAABBBBAAAEEEEAAAQQQQAABBBBAAAHPFSCg6PDaEVB0CMhwBBBAAAEEEEAAAQQQQAABBBBAAAEEXCCwbt0686Fpffz111/hzpg8eXJp0KCBqZTorR+Y1qCmBhNnz55taVG+fHkTTPPWkIc+D9q0aSNPqig2a9bMBc8y75hCTebNm2dCSilSpJDevXtL/fr1PfpwGlJp3ry5aGU4DTDduXMn1Hm0qpNWU3zzzTc9+qxsHoGoCNy7d0+GDh0qEyZMsD08S5YsJtxdokQJ22Oio6NWv9X71P3796Vfv36m+ivtfwIa0Bs4cKAkSZLEVA2uW7euz/HoF1Oow6pVqyzPXqVKFenevbuULl3a52xcfeC7d++a99oaVtTHP//8Y3uJ6tWrm7BitWrVJHHixLbH0REBBBBAAAEEEEAAAQQQQAABBBBAAAEEEEAAAQQ8Q4CAosPrREDRISDDEUAAAQQQQAABBBBAAAEEEEAAAQQQiKKABhH1Q9L6wfT169dHOItW0NNQoj7ixo0bYX9P7TB37lwTTrx06VKoI6RJkyakamLSpEk99Yjh7nv79u2igUStnqmVpbR6kp+fn1eeNaqH0qCPhjnGjBljfhf0v8uUKRPV6WJ9nF7nf4dxEyZMKBqisGo1atQwz4siRYrE+r7ZAAIxIbBhwwYTTgwODra9XLly5WTy5Mmirxmx2dauXWvu4RcvXpROnTpJz549Y3M7bru2BhMnTZokGTNmlFGjRskrr7zitnuNzo1NmzZN9BFWNV39YoZu3brF+vM6Og1ieu7NmzeHhBVPnz5te3kNPmtYsVatWpIpUybb4+iIAAIIIIAAAggggAACCCCAAAIIIIAAAggggAAC7itAQNHhtSGg6BCQ4QgggAACCCCAAAIIIIAAAggggAACCERC4Nq1ayaQqMHEoKAg0f8dXsuTJ48JJDZq1Ehy5swZiZU8r6tWkdNg4vLlyy03r1WV9MP5nhxEi+iqqIFW19JwQtOmTWXkyJFeHUaNyCO8n2vVI62iOHPmTMmWLZssWLBAsmbN6mTKWBm7ePFiE1yyaloh8vr165Y/++ijj6Rr164SL168WNk3iyIQEwJfffWVCSdq5VS7TauR6r0zttvu3btNmEzv57qnzz77TOLHjx/b23LL9W/fvm185s+fL/q+Z/To0VKwYEG33Gt0b+rEiRMmdK9BxQcPHoRaTkOcWk2xZcuW0b0Vn5t///79EhAQYAKL+vtrt+l7EA0ranXzfPny2R1GPwQQQAABBBBAAAEEEEAAAQQQQAABBBBAAAEEEHAzAQKKDi8IAUWHgAxHAAEEEEAAAQQQQAABBBBAAAEEEEDAhoBWgNJQoj70A9DhNa0MqB9y1lBi+fLlbczu+V3Gjx8vgwYNkkePHoU6TK5cuUwwsXXr1p5/0HBOcPbsWfnggw9k06ZN5rrPmjWLMEsEV/zKlSvSpUsXE/rNnz+/LF26VJIlS+ZxzxMNokyZMkWOHTsWau9aIVLDWVa/G4UKFRINKmoFJxoC3iSg4SANJurvdmRa7969zT0htpuGzPr16ycbN26UChUqmMBkypQpY3tbbr2+3s979eolgYGBUqpUKVMhN0uWLG695+jc3Lp160xIaCXrFwAAIABJREFUUQNzVk2rTGpQ0VfeJ0antdXc+p5sxYoVJqy4Zs0a28snSZJE3njjDfN48cUXbY+jIwIIIIAAAggggAACCCCAAAIIIIAAAggggAACCMS+AAFFh9eAgKJDQIYjgAACCCCAAAIIIIAAAggggAACCCAQhoBWw9NAogYs1q5dG6FTxYoVTShRKyYmSJAgwv7e0GHLli2mamJwcLDlcd555x0TTvT2ijQazOjTp48J2OXNm1d++uknjwzaxcZz8tSpU9KmTRtT7ahGjRoyadIkSZgwYWxsxdGaGlzWkOLs2bMt50mdOrXo88SqvfXWWyaUpWFeGgKeLjB9+nQTToyowvC/z+nn5ydff/21CffHdrt69ar4+/uLfjFB2bJlTaVXrbBGi1jg+PHjpjLsjh075LXXXpMRI0aIVpL15aZfVqAVFfft22fJ8O6775pKnb4c5ozu54dWbNb38xpW1Mfdu3dtL1m7dm0TVqxatarPvLe3jUNHBBBAAAEEEEAAAQQQQAABBBBAAAEEEEAAAQTcTICAosMLQkDRISDDEUAAAQQQQAABBBBAAAEEEEAAAQQQ+JfAjRs3QkKJWnlFgwrhtdy5c4eEEvW/faVpRTgNJk6YMMHyyCVKlDDBRA1senu7ffu2DBkyRL777jsTMPj222+9PpDp6mt64MAB0ZDGyZMnTaXNAQMGSLx48Vy9TIzMt2DBAhNU3LVrl+V6WiHy5s2boX6WPHly6dGjh/m9oSHgiQIaTtNg4qJFiyK1/ezZs8vkyZOlWLFikRoXXZ0/+eQTEzTWfWkVwOLFi0fXUl45r4YTtTLg0aNHpXnz5qa6sq+38+fPm5CiPjQs92zT6pxq1qFDB1+nipHza2XUJ2FFrbRot5UpU0aaNGlivkwhffr0dofRDwEEEEAAAQQQQAABBBBAAAEEEEAAAQQQQAABBGJIgICiQ2gCig4BGY4AAggggAACCCCAAAIIIIAAAggggICIbNq0KSSYGFaVmydQiRMnlvr165tKiVo10dfasmXLTDjxyJEjoY4eP358ad++vQlZZcyY0etpHj58KBMnTpRRo0ZJ0qRJZfz48VKhQgWvP3d0HHDnzp3md0orG/Xu3Vs6deokceLEiY6lon3Oc+fOmUqQGlTU58izLU2aNHL58mXLfZQrV85UION5FO2XiQVcKPDjjz+acKKGjCPT9Hmu4cRUqVJFZli09dUzaCXHtGnTyrBhw0zVNFrkBVavXi0ffvihuc9pdUC9p9FEtOq0hhS1yrJVK1mypAkqVqtWDa4YEvjzzz9l+fLlJrCo/2236ZeSaFixbt26kidPHrvD6IcAAggggAACCCCAAAIIIIAAAggggAACCCCAAALRKEBA0SEuAUWHgAxHAAEEEEAAAQQQQAABBBBAAAEEEPBZAQ3Y/fbbb+axatWqCB00OKQBKq0KqCFFX2sXL140wcR58+ZZHv3VV1+Vdu3aSZUqVXyGZsmSJdKzZ0/RipIDBw6UN954w2fOHh0H1YCABhP9/PxM6FN/3zy5BQYGmpDi+vXrLY+RLl060d8rq6ZB3w8++IAqTZ78BPCBvV+5csUEE7WC7LNNf4/13hhWe+edd2T48OFuo/T9999L3759RYP2ej/X8BEt6gJaSbNXr15y7949+eyzz6RFixZRn8zLRs6fP98EFTWYb9X0uadBxVy5cnnZyd37OKdOnZKgoCATVly3bp3tzaZIkcLcL/Tvg1KlStkeR0cEEEAAAQQQQAABBBBAAAEEEEAAAQQQQAABBBBwrQABRYeeBBQdAjIcAQQQQAABBBBAAAEEEEAAAQQQQMCnBG7duhVSKXHFihVhVjF7gpIzZ07zgWN95M2b16es/n3YWbNmmXDi1atXQxlkyJDBVEzUR8KECX3GSENn77//vty8edNUinrvvfd85uzReVCtpqZhlpQpU8qMGTOkdOnS0blctM+t4RytrKlBRQ1zPdu0cpw+hx48eBDqZ9mzZzfVx5o1axbt+2QBBCIroK+hGk6MTNWxJ2v06dPHBHDdpWkFNQ2EaQVXDZ1rQJjmXEArDA8aNMhUGP7yyy+lZs2azif1khmuXbtmXhemTZtm+dqg76f0OdmlSxcT2qfFrMCNGzfM3wsaVtSH1Wt0WDtq0KCB+cKKypUrS7x48WJ246yGAAIIIIAAAggggAACCCCAAAIIIIAAAggggIAPCxBQdHjxCSg6BGQ4AggggAACCCCAAAIIIIAAAggggIBPCPz+++8hwcSIwhT6ofD69eubUKJWBfTlduDAARNM1IoyVq1hw4YmmFiyZEmfYtq1a5cJsJw+fVratm0r/fr1I0DgomeAVlzTgKIGN7JlyyazZ8+W3Llzu2j22JsmODhYNKyjQQerliVLFjlz5ozlz2rXrm3CXCVKlIi9A7AyAv9f4OHDhyaYOHbs2FAmEVVN1LDOhAkTpF69em7juXXrVlO59fz589K5c2fp0aOH2+zN0zeiz5Vhw4aZa54+fXpzX6fC3NNXdceOHSakqFUVrVqhQoXE399f6tSp4+lPB4/ev1ZUfBJWvHDhgu2zaPV1DStWr15d0qZNa3scHRFAAAEEEEAAAQQQQAABBBBAAAEEEEAAAQQQQCDyAgQUI2/21AgCig4BGY4AAggggAACCCCAAAIIIIAAAggg4LUCx44dM6FEfaxcuTLCc7788svy+uuvm4dW+/H1NmbMGBk8eLAlg1aT1GDiu+++63NMBw8eNOFE/VeDrOpEhRzXPg3u379vqlMuXbpU8ufPL4sWLZLUqVO7dpFYmu2bb74xIZ3jx4+H2kGyZMnMc8mqUmmcOHFMNUUNKiZOnDiWds+yvi6gYX8NJ27atCnSFDly5BCtkFq0aNFIj42uAUePHpU2bdqY+3njxo1l+PDhkiBBguhazifn1fu5VgH86aefzLWfOnWqZM2a1Sctwjv0kiVLTFBxy5Ytlt001KsVFQsWLIhdLAvs3r1bAgICTGBx//79tnej72c0rKhfOuANX7xg++B0RAABBBBAAAEEEEAAAQQQQAABBBBAAAEEEEAghgQIKDqEJqDoEJDhCCCAAAIIIIAAAggggAACCCCAAAJeJXD79u2QQOKKFSvk4sWL4Z4ve/bsolUANZSoHxymiQmeaNXE7du3W3K0atXKhBN98cPVZ8+eNQExNdIqUD/88ANhsWj6pblx44YJwGogqnz58jJ9+nTRAJ83tCNHjpjqc3PnzrU8jt6XTpw4YfmzIkWKmCpv7lSBzhuuCWeIWGDcuHEmnPjgwYOIOz/To1KlSiacmCJFikiPja4Beo/R1zO9n2u15K+//tqt9hdd546Nea9cuWIC1ps3b5YXXnhBZsyYwRdBWFyIO3fumAC7Btm1oqdV05CiBj4TJUoUG5eSNZ8R0C8b0CrjGlbcuHGjbR+tpqhhxQYNGlAd2bYaHRFAAAEEEEAAAQQQQAABBBBAAAEEEEAAAQQQCF+AgKLDZwgBRYeADEcAAQQQQAABBBBAAAEEEEAAAQQQ8AqBrVu3miqJ+tDKJuG1+PHjm3CPhhKrVq3qFed3xSE0dKLBxEmTJllO9+KLL5pgoq8GozTM0rNnT1MFqkCBAiZgkSVLFlfQM0cYAufOnTNVKk+ePClNmjQx1c0SJkzoNV5aGVJDUVb3LL1PpU+fXs6cOWN5XvXQoKJWM6UhEJ0C+/btM8HE5cuXR2mZFi1amPHu1B4+fGjC5k+q+mnlusyZM7vTFr1uL6dOnRJ9LujzSe/rYb3X8LqDR+FAaqQhxVmzZlmO1i+I8Pf3N1U/ae4joNWPV61aZcKK+nj06JHtzem11MBixYoVRSsm0xBAAAEEEEAAAQQQQAABBBBAAAEEEEAAAQQQQCDyAgQUI2/21AgCig4BGY4AAggggAACCCCAAAIIIIAAAggg4LECWmHst99+Mw+tlhhRK1OmjAklNmrUiCpJz2D9/PPPJpyolWCebYkTJ5b27dubcKJWfPHFdv/+fRkxYoRMnDjRhMY0NEDFzZh5Jvz5559St25d0cpSGsj7+OOPJV68eDGzeAysopXFxowZY8I6jx8/DrVijhw5RCt33rt3L9TPUqdObUJW7733XgzslCV8UUCD2BouvHz5cpSO37dvX7d8fvbq1Uu+++470WqlM2fOlHz58kXpfAyKnIDez9955x3R8HnHjh2lX79+kZvAx3oHBASYoOL69estT/7aa6+JVlQsXry4j8m4/3H19Xzt2rUhYcWIKrr/+0SVK1c2YcUqVaqIvs7TEEAAAQQQQAABBBBAAAEEEEAAAQQQQAABBBBAwJ4AAUV7TmH2IqDoEJDhCCCAAAIIIIAAAggggAACCCCAAAIeJXD37t2QUGJgYKBcuHAh3P0/99xz0qBBAxNMLFSokEedNSY2e/78eRNMXLBggeVy1atXN8HEChUqxMR23HIN/ZD55MmTZcKECZI8eXIZOHCgVKpUyS336q2b0nDG22+/bQJ8/fv3l1atWnldhaE1a9bI2LFjZcOGDZaX8fnnn5fDhw9b/kzD1++//75oWIWGgCsETp8+bYKJ8+fPDzVd3LhxRSsQhtcSJEhg7pl16tRxxXZcOsf48ePN617KlClNSPGll15y6fxMFr7Ak/u5hq4HDBhg3mPQwhZ48h5Eq3zqF3NYtU6dOkmXLl0kVapUULqpwI4dO0QDp1pZ8eDBg7Z3+cILL5iwYo0aNSRnzpy2x9ERAQQQQAABBBBAAAEEEEAAAQQQQAABBBBAAAFfFCCg6PCqE1B0CMhwBBBAAAEEEEAAAQQQQAABBBBAAAGPENi+fbusXLnSPHbu3BnunjU8oRXXNJRIYCdsKq2MNWjQILl27VqoTlmyZDGhAX2opy83/TC5hr/ixIljAjv6QXFazAvMmzdPPvzwQ0mUKJGpOFi7du2Y30QMrKhn02CX1e9ltmzZTCXJv//+23InGuLU52quXLliYKcs4a0CixcvNve6Y8eORemIuXPnNhVBNVjjbu2XX36Rdu3amfu57lHfK9BiXmDu3Lmm8p+fn5+pYFm1atWY34SHrXjkyBGZOnWqTJ8+3XLn+r7N39/fhPlp7i2g1zIoKMiEFX///Xfbm82UKZN5D6r3rWLFitkeR0cEEEAAAQQQQAABBBBAAAEEEEAAAQQQQAABBHxFgICiwytNQNEhIMMRQAABBBBAAAEEEEAAAQQQQAABBNxW4NSpUyHVEpcvXx7hPkuVKmVCifqgikzYXHv37jXVo1atWmXZST/8rMHEokWLRmju7R30g+MtWrSQW7duyccffywffPCB11Xu86RrOHr0aBkxYoSkTp3ahFqKFy/uSdu3vdfdu3fLV199JRqmsmoFCxaUffv2Wf4sffr0JqTYoUMH2+vREQEVuH79ugwbNky++eabUCDx4sWTBw8eRAhVuXJlU3FWq826W9u2bZupqKzVH/v06WPu57TYE9CAqFbETZIkiSxatIj3HDYvxW+//SZaTVG/sMOqVaxY0YQ/X375ZZsz0i02BS5dumTej2tYcdmyZba3ovdkfb+uf/P4cpVz22B0RAABBBBAAAEEEEAAAQQQQAABBBBAAAEEEPAJAQKKDi8zAUWHgAxHAAEEEEAAAQQQQAABBBBAAAEEEHArgfv374eEEgMDA+XcuXPh7k8rxmjgQD+g647VmtwKV0S+/PJLE0CxaoUKFTLBxLfeesvdth0r+zl69Kh5Xp0/f17effddGTBggCRMmDBW9sKi/yegAalevXrJDz/8IDlz5jQhjTx58ngtz/fff2+qRZ48eTLUGTNmzGiC2AcOHLA8/yuvvGKCilWqVPFaHw7mOoEVK1bI8OHDRcOxUW0tW7aUIUOGRHV4tI7T+3mjRo1C7udhvQ5G6yaYPJSA3s+/++47yZw5s2jlzuzZs6NkU0ArKepr4KFDhyxHtG7dWrp27Sr6WkHzDAF9j7N27VoTVtTHlStXbG+8WrVq0qRJE6lUqZKkTJnS9jg6IoAAAggggAACCCCAAAIIIIAAAggggAACCCDgTQIEFB1eTQKKDgEZjgACCCCAAAIIIIAAAggggAACCCDgFgI7duww1WD08ccff4S7Jz8/P6lbt64JG9SqVcst9u/um1i/fr2pmrhz507LrbZr186EEwkH/I9nxowZMnToUNFqRBrcSZYsmbtfZp/Y37Vr18Tf31927dplqlrqB/K9uZ0+fdpUU9SKkVZNqylqBaYLFy5Y/lwrgGpQkd9tb36WRP1s9+7dM6H18ePHh5okTpw48ujRI1uT9+vXTzp27Girb2x0mjdvnnTr1k1q1qwpGuyiuY9AmzZtTOU4fQ7qlwLQ7Avo68PUqVNN1VP9go9nW9q0aU01xbZt29qflJ5uI6BVX7WCvIYVDx8+bHtfWl1a3xtVr15dsmXLZnscHRFAAAEEEEAAAQQQQAABBBBAAAEEEEAAAQQQ8HQBAooOryABRYeADEcAAQQQQAABBBBAAAEEEEAAAQQQiDWBs2fPmkDib7/9JgEBAfL48eNw91KiRAkTStQPsOuHrmkRC9y9e1c+//xz8+F1q1a2bFkTTCToaW25b98+U6kvceLEEWPTI8YEtKqlhvLy5csn8eLFi7F1Y3MhDShoNcWwQsZFixY1oU2rlilTJhNS1CAyDYEnAuvWrTPhxK1bt4ZC0d8rreb172b1/yVKlEgmTJjgEa8hS5cuNV9uoF9yQHMfAQ2db9iwQWrXru0+m/Kwnaifvs/ToKdVK1OmjAkqVq5c2cNOxnafCBw8eND8zaTvBYKDg23DPPfccyasqL9fVJq3zUZHBBBAAAEEEEAAAQQQQAABBBBAAAEEEEAAAQ8VIKDo8MIRUHQIyHAEEEAAAQQQQAABBBBAAAEEEEAAgRgVePjwoQkk6iMwMFDOnDkT7voarKlfv74JJRYrVixG9+rpiy1ZskQGDhwoJ0+eDHWU5MmTS4cOHUxgKWXKlJ5+VPaPgE8I3L5921RT1IdVy5Ili+jv9oEDByx/XqFCBRNUrFSpkk94cciwBUaMGCEjR460TaQhbX3+/bvlyZNHJk2aJIUKFbI9Dx0RQCD6BGbPnm2Cinv37rVcpFmzZtK1a1fJkSNH9G2CmaNdQCsmr1692oQVtcKi3aaBcg0rNmjQQMqVK2d3GP0QQAABBBBAAAEEEEAAAQQQQAABBBBAAAEEEPAYAQKKDi8VAUWHgAxHAAEEEEAAAQQQQAABBBBAAAEEEIgRAa3spaHEoKAg2bZtW4RraqUPDSXWqVMnwr50eFpAQ59ffPGFLFq0yJJGqyVq1UStnkhDAAHPE9DqSePHjw8zmKCBsYsXL4qGGKxamzZtTFBRA4003xLYsmWLDB8+XNavXx/q4AkSJJB79+6F+v+14uCzFY6rVKkikydPlqRJk/oWIKdFwM0F9N4/ZcoUmTZtmty8eTPUbvV3Vqsp6msAzfMFtFL62rVrTVhRH9evX7d9KP174I033pCKFStKsmTJbI+jIwIIIIAAAggggAACCCCAAAIIIIAAAggggAAC7ipAQNHhlSGg6BCQ4QgggAACCCCAAAIIIIAAAggggAAC0SZw/vx5WblypQkmBgQEiFZPDK8VL15cGjZsKI0aNZIMGTJE2768eeLp06fL4MGD5caNG6GOmS1bNmnfvr2pmkhDAAHXCmjVQg1xFShQwLUThzPbnDlzZMKECXLo0CHLXlp1dufOnZY/y5o1qwmotG7dOsb2y0KxKzB27FgTTrx//76tjWgF43PnzoXqq8+ZQYMG2ZqDTgggEDsCGmTXaopaTduqFS1aVPz9/aVGjRqxs0FWjRYBDaFrVUUNKx47dsz2Gi+++KIJK1atWlX0/QENAQQQQAABBBBAAAEEEEAAAQQQQAABBBBAAAFPFCCg6PCqEVB0CMhwBBBAAAEEEEAAAQQQQAABBBBAAAGXCmhARwOJ+ggMDJRTp06FO78GEevXr29CiSVLlnTpXnxpst27d5uqiVpFxaq99dZbpmqiVlajIYCAawU0nNihQwd59OiRfP3111K4cGHXLhDObJcvXzYhRa2oaNW0SmLKlCll3759lj+vXLmyCSqWL18+xvbMQjEroCFVDSbqFwY82+LHj28ZWMyTJ49l8LV///7muU5DAAHPEFiwYIGppvjHH39Ybljff3fr1k3y5cvnGQdil7YF9u/fb+77Glbcvn277XG5cuWSJk2amPAqfzfYZqMjAggggAACCCCAAAIIIIAAAggggAACCCCAgBsIEFB0eBEIKDoEZDgCCCCAAAIIIIAAAggggAACCCCAgEsE9uzZY0KJQUFBolVbImo1a9Y0oUQNJ9KcCYwYMUJGjhxpOYlWyNFgolZFoSGAgOsFnoQT9V9tuXPnlokTJ0qRIkVcv1g4M+p9V0OKWjnJqmnIQMOMVhXxtL/eJzSomDFjxhjdN4tFr8DkyZNNOPHmzZu2FsqZM6doaPHgwYNP9U+aNKl5flFtzRYjnRBwKwGtqj1lyhRTUVFfB55tcePGle7du0vnzp0lQYIEbrV3NuMagbNnz8rq1atNWFH/VrPbkidPbsKKdevWlbJly9odRj8EEEAAAQQQQAABBBBAAAEEEEAAAQQQQAABBGJFgICiQ3YCig4BGY4AAggggAACCCCAAAIIIIAAAgggEGWBv//+21Tm0GBiQECAZRWmf0+uYbkGDRrI66+/LpkyZYryugz8P4E1a9aYqokaDrVqHTt2NKEjraBGQwAB1ws8G058soKGvLSSYvHixV2/aAQzzpkzx1RUPHTokGXPYsWKiVbUs2rZs2c3IcUWLVrE+L5Z0LUC+twcNmyYCaM82zSM9PDhw1D//6uvvipacUuDLP9uWllt0qRJUqBAAdduktkQQCBGBbTa9tSpU+WHH36wXFd/1/39/c17dZr3Cvzzzz+m4vqyZcvMa4TdALuKPKl6X7FiRUmSJIn3InEyBBBAAAEEEEAAAQQQQAABBBBAAAEEEEAAAY8UIKDo8LIRUHQIyHAEEEAAAQQQQAABBBBAAAEEEEAAgUgLrFq1yoQSAwMD5cSJE+GOT58+vam6oaHE0qVLR3otBoQWuHXrlgkmfvvtt5Y8FSpUMMHE6tWrw4cAAtEsoEHA9u3by759+55aKVu2bCakWKpUqWjeQejptUKWhhS14p1Vy5o1q6RIkSLUnp/0rVq1qgkqUi0pxi+dSxacMWOGCSdeunTJ1nzPP/+8eZ5ahZaqVasmWoUxceLEtuaiEwIIuL/A0qVLTTXF33//3XKztWrVkm7duol+sQjN+wU2bdpk/qbTsGJEf9f9W+OVV14xFdorV64smTNn9n4oTogAAggggAACCCCAAAIIIIAAAggggAACCCDg9gIEFB1eIgKKDgEZjgACCCCAAAIIIIAAAggggAACCCBgS2Dv3r0mlBgUFBTmB5r/PZGG4zSU2LBhQ1vz08mewMKFC2Xw4MFy6tSpUANSpUolT6omUtXEnie9EHCFwNGjR01I8dlqplq9dOLEifLiiy+6YplIzxEcHGxCisuXL7ccW7hwYdEw47MV85501vuJBhXTpUsX6bUZEPMCx44dk+HDh4u+Tjzb4sSJI48ePQr1/zdv3ly0ouLMmTND/axt27YmDE9DAAHvE7h3754JH2tQ8dy5c5YH7Ny5s+gjefLk3gfAiSwF9O89/VtPw4phVVu2GqjVNzWsqH//UW2XJxcCCCCAAAIIIIAAAggggAACCCCAAAIIIIBAbAkQUHQoT0DRISDDEUAAAQQQQAABBBBAAAEEEEAAAQTCFNDqSytXrjTBxICAALl79264Wi+88II0aNBAGjVqJFqhi+Y6gZMnT5qgyE8//WQ5ab169UzVxNgKQrnupMyEgGcKaNUhDSk++4H+TJkymUqKL7/8cqwdbM6cOaaiolZ7tGrFixeXHTt2WP4sd+7cJqSoQTaa+wrMmzfPhBNPnz5ta5Na4VNfM7Zu3Wr5ujJgwADzcxoCCHi3wF9//SVTpkyR77//3vKg2bNnF39/f2natKl3Q3C6UAL6ZSirV682YcVVq1bZFkqTJo0JK9auXVteeukl2+PoiAACCCCAAAIIIIAAAggggAACCCCAAAIIIICAUwECig4FCSg6BGQ4AggggAACCCCAAAIIIIAAAggggEAogTVr1phQYmBgoGhFpvBa2rRppW7duiaUyIdQo+fJNHXqVBkyZIjcunUr1AK5cuUyoahWrVpFz+LMigACtgU0HKa/j9u3b39qTPr06U1IsVy5crbncnVHrZSoIUWtqGjVNFSeMmVK0epJVu21114zQcUyZcq4emvM50BAq19qMFFDqM82Pz8/efz4caj/v0mTJlKzZk3znNSA4r+bVkobN26c6PWmIYCA7whopd1p06bJ2rVrLQ9dpUoV6datG1+E4TtPiadOeuPGDfPcWLZsmQks3r5927bE66+/br7ApmLFipIoUSLb4+iIAAIIIIAAAggggAACCCCAAAIIIIAAAggggEBkBQgoRlbsmf4EFB0CMhwBBBBAAAEEEEAAAQQQQAABBBBAwAjs37/fhBKDgoJk06ZNEapUrVrVhBL1Q6cagqC5XkArmmnVxA0bNlhO/u6775oKV3nz5nX94syIAAJREtDAmIYUnw1+aUUhDYTpB/RjswUHB5uQooZRrFrhwoXlypUrcubMGcufd+zYUfSRMWPG2DwGa4vI4sWLTTjxyJEjtjy0mmePHj1EQ4iffvqpnDt37qlxBQsWNM/R/Pnz25qPTggg4H0CkydPNkHF48ePWx5O33d27txZNHhP812B9evXmy+y0bCi3cq9qlWpUiVTXbFChQq8j/Ddpw8nRwABBBBAAAEEEEAAAQQQQAABBBBAAAEEok2AgKJDWgKKDgEZjgACCCCAAAIIIIAAAggggAACCPiwgIZQNJS4cuVKCQgIiLDESVL5AAAgAElEQVQaRqFChaR+/fomlJgtWzYflov+ow8dOlRGjx5tuVDJkiVNMLFhw4bRvxFWQACBSAtcuHDBhBR///33p8ZqhcKJEydK5cqVIz2nqwdoxT2tqHjo0CHLqUuUKCF//PGH5c+ee+45E1Js27atq7fFfDYE9LV72LBh8u2334bqHVbVRK1epeFE/RKC/v37hxqnFRM1mJQwYUIbO6ALAgh4s4CGE6dMmSLffPON5TE1oN69e3dp2bKlNzNwNpsCu3fvNn9LalhR/9tu0y9E0LCiVufMly+f3WH0QwABBBBAAAEEEEAAAQQQQAABBBBAAAEEEEAgTAECig6fHAQUHQIyHAEEEEAAAQQQQAABBBBAAAEEEPBBgXXr1plgola+iKjyUurUqaVOnTomlFi2bFkf1IrZI+t1GThwoOzduzfUwnHjxpVOnTqZcGKGDBlidmOshgACkRK4dOmSCSlu3LjxqXFavU6r1GkV2thuly9fNiFFraho1bJmzSr6GrBnzx7Ln+trggYVNdxGixkB/TIBDSfu27fP1oJauVODiS1atDDBRA0dPdv0NWXAgAG25qMTAgj4jsDq1atNSFGDzVbtlVdekW7duplqeDQEVEDDrWvWrDFhRf3XbtPQq4YVa9asKaVLl7Y7jH4IIIAAAggggAACCCCAAAIIIIAAAggggAACCDwlQEDR4ROCgKJDQIYjgAACCCCAAAIIIIAAAggggAACPiLw119/mVCifsh4w4YNEZ761VdflUaNGplHvHjxIuxPB2cC169fly+++EJmzpxpOZFWF9EQiTtUXnN2UkYj4DsCV69eNSFFDYX/uyVJksSEFN0l2BccHGxCisuXL7e8OC+88IJcu3ZNTp48afnzJk2amKCiVtmlRY/AuXPn5KuvvrKsmhjWirVr1zbhxGTJkplw4i+//BKqq77uUAkzeq4ZsyLgLQLfffedCSoePHjQ8kjvvvuudOnSRbS6Lg2BJwL6Hmjt2rWiwXp9/bl3754tHP1CFg0r1qtXz4RfEyRIYGscnRBAAAEEEEAAAQQQQAABBBBAAAEEEEAAAQQQIKDo8DlAQNEhIMMRQAABBBBAAAEEEEAAAQQQQAABLxbQQImGEleuXGk+HHrr1q1wT1ugQAHzYVCtlpgzZ04vlnGvo82fP1+GDBkiZ86cCbWxdOnSmeCPhhP5gK57XTd2g4AdgZs3b0q7du1CVRJKmDChTJw40VQLcpc2Z84cU1Hx0KFDllsqUaKEqdx3586dUD/X0KXeq/ShVSJprhOYN2+ejB49Wo4dO2ZrUvX/6KOPTDh2y5Yt0q9fP9mxY8dTY1OlSiVjx46VatWq2ZqTTggg4NsCGpKePHmyTJs2Te7evRsKI2XKlNK9e3fp0KGDb0NxekuBx48fm7BiYGCgqa6ozye7TStO69+mFStWFP27iIYAAggggAACCCCAAAIIIIAAAggggAACCCCAQFgCBBQdPjcIKDoEZDgCCCCAAAIIIIAAAggggAACCCDghQJaIVGDifoh0LCCJk+OrR8o1ipL+sHP8uXLe6GG+x5JwyZavcqqqpXuWqtXajBRQ0E0BBDwXAENc7Rp08bcl//d4sePbyop1qlTx20Od/nyZRNS1IqKVi1NmjSSNWtW2b17t+XP8+fPbwIqzZo1c5szeepGDhw4YIKJixcvtn0EDRxq1cSiRYuacX379pWLFy8+Nb5w4cLmeZc3b17b89IRAQQQUIFNmzbJ1KlTTcjMqpUsWdIEFQk/83wJT0BD8/oFOvo82rt3r22sYsWKiVZt1oryzz//vO1xdEQAAQQQQAABBBBAAAEEEEAAAQQQQAABBBDwDQECig6vMwFFh4AMRwABBBBAAAEEEEAAAQQQQAABBLxEQIOIGn4JCgqSdevWRXiqSpUqScOGDU0wkcp8EXK5vMOkSZNk6NChcvv27VBza2hEK1+98847Ll+XCRFAIHYEHj16JK1atZIVK1Y8tYE4ceKYsFj9+vVjZ2NhrBocHGxCisuXL7fskT17dtGA5eHDhy1/rhWPtJoiwfeoXVZ9jfjqq6/kypUrtibQipwaTHz//fdNfw2Zfv7556HG1qhRw1RB43XfFiudEEAgDAGtuKvVFPfs2WPZQ0NkXbp0kTx58mCIQLgCR44cMVWmNay4fv1621r6ZQn6PKtevbpoMJaGAAIIIIAAAggggAACCCCAAAIIIIAAAggggAABRYfPAQKKDgEZjgACCCCAAAIIIIAAAggggAACCHiwwI0bN0woUStQBAQEiP7v8Fq+fPmkXr16JpSYO3duDz65525927ZtMnDgQFOBxqq1bt3aVE3MlSuX5x4yhneuwa+TJ0+KVg7Vx759+2Tnzp2ileCeNK1CmSNHDnnxxReldOnS5t/UqVPH8E5ZDgER/R3X+/WzTUOKGhp3t6YhFA207d+/33JrGqjWEN2zVfqedG7ZsqUJKubMmdPdjuaW+9myZYupmrhq1Srb+9MvHNBwYqlSpeTBgwfSv39/+eabb0KN18qW+jMaAggg4AoBvfdrmFqDilZ/g2hwWqspfvDBBxI3blxXLMkcXi5w6dIlWbt2rXmfpIFFfU2z0/S5pmHF2rVrS8WKFXm+2UGjDwIIIIAAAggggAACCCCAAAIIIIAAAggg4IUCBBQdXlQCig4BGY4AAggggAACCCCAAAIIIIAAAgh4oMDmzZtNKDEwMFD++uuvcE+QPHly82HNRo0aiYYYaLEnMGjQIBk7dqzlBsqUKWOCiXXr1o29DXrYyrdu3ZIlS5bIxIkTbVUNffZ4at2tWzfzexEvXjwPOz3b9WSBtm3bmg/eP9vGjRsnjRs3druj/fPPPzJ16lSZMmVKmEHE/Pnzy4EDByz3ni5dOhNS1AchFevLe+/ePRNM1Mfjx49tPQf8/PxMMFEDQNqOHz8un332mSxbtizUeH390XCsLzetKPnpp58+RTBgwADp27evS1k0KP9s5VCtXDlr1ixJmzatS9diMgTcQWD79u3mNWLRokWW2ylUqJC5T/Ee1x2ulufsQcOJGlbUytP6nunChQu2N1+zZk1p0KCBCSumSZPG9jg6IoAAAggggAACCCCAAAIIIIAAAggggAACCHi2AAFFh9ePgKJDQIYjgAACCCCAAAIIIIAAAggggAACHiJw5MgRUy0xKChI1qxZE+GuK1SoYD6YqdUSEydOHGF/OkSfgH6wdvDgwaay37MtQYIE8t5775lwIh+gtXcNtGKi/i588sknEhwcbG9QOL30A/Ma6tEqixr48cX2999/y+zZs6VFixZUloyhJ0D79u1l6dKloVb76quv5M0334yhXURumRMnTpiQogZRrJrez7JlyyaHDx+2/Ln+jmkVP31tov1PQL9sQK+7hnzsNn2N18BP2bJlzRCtytuvXz/ZvXv3U1Po64oG46tUqWJ3aq/tR0DRay8tB3MTgYULF5rqrWHdy7SKe9euXaVw4cJusmO24UkCWoVe3/9rWDGsqs5W59HK6W+88YYJK1Kh3pOuOHtFAAEEEEAAAQQQQAABBBBAAAEEEEAAAQQiL0BAMfJmT40goOgQkOEIIIAAAggggAACCCCAAAIIIICAGwtohTj9IKY+tCLStWvXwt1tnjx5THUSDSXmzZvXjU/mG1u7cuWKfPHFFyb4ZdVee+01E0x8ttKSb+hE7ZRaTeXLL78UDZrcuHEjapNYjHoS4nnrrbckTpw4LpvX3Se6e/eu/Pjjj6JVxHLmzEmFrxi+YJ06dZLFixeHWnXUqFHSrFmzGN6N/eU0fKJBRau96yxaMVHDimfOnLGcVEMqWk2xZMmS9hf1wp5aDUqDidOmTbN9OrXt3LmzaMD1SdPfYa0CqK85/25FixaVCRMmyPPPP297fm/uSEDRm68uZ3MXAa24O2nSJBNUvHTpkuW2NFz9/vvvS9KkSd1l2+zDwwQOHTokq1evNmFFDejbbfpet0mTJia0X7x4cbvD6IcAAggggAACCCCAAAIIIIAAAggggAACCCDgIQIEFB1eKAKKDgEZjgACCCCAAAIIIIAAAggggAACCLihwJYtW2TlypWiVZUiqhChH+6tVauWCSW++uqrbnga39zS3LlzZejQoXLu3LlQABkzZhQNJmk40ZfCcE6fCRpOHDlypPTq1SvMqXLkyGEq82iltuTJk4f0098jfWzevDnMsdp/4sSJJhjm7ZUUHz9+LH/88YepuPbzzz8bkxo1ahBQdPokjcL4Dz74wIREn20jRoyQt99+OwozxtwQfY3SoOL69estF82aNasJ1t+8eTPUz/Xep9UUNaiYIUOGmNu0m6w0f/58GT16tGh1ZLtNA9QaTsydO3fIEK2OOGjQoFBT6PuCyZMnS7x48exO7/X9CCh6/SXmgG4k8Oeff5rXh3nz5lnuSu9j/v7+0rhxYzfaNVvxRAEN+69du1YCAgJMYFHf49ppyZIlM2FFff+r1RW9/b2/HRP6IIAAAggggAACCCCAAAIIIIAAAggggAACni5AQNHhFSSg6BCQ4QgggAACCCCAAAIIIIAAAggggICbCBw7dsxUSgwKCpJVq1ZFuKty5cpJgwYNpFGjRqIfsKS5h8Dhw4dN1UT9kKxV0w/CajCxSJEi7rFhD9rFhg0bTGDr+PHjT+1aqx927dpVWrRoIRpQDO8DxlqVVD/ErFXLli9fHur0On7BggVSunRpD5KJ/FZv374tWsFIqxw9aQQUI+/oqhFdunQRDaw92zTkrM9rd29aJVaDKGEF6rNnzy4nTpywPIb+TEOKrVu3dvdjumR/Bw8eNMHEhQsX2p5PqzxpkLVOnTohY7T6af/+/eXbb78NNY96aviY9rQAAUWeEQjEvMAvv/wiU6dODfMLIrSauL4GlipVKuY3x4peJ6Cvjfo+f8WKFSasGFYVT6uDa3XnunXrmrBiqlSpvM6GAyGAAAIIIIAAAggggAACCCCAAAIIIIAAAr4gQEDR4VUmoOgQkOEIIIAAAggggAACCCCAAAIIIIBALApoSEhDifpYtmyZXLlyJdzdaLUR/eCkhhILFCgQiztnaSuBCRMmyPDhw+XOnTuhfqzXS0MjTZs2BS8KAtevXzeVw2bMmPHUaA3qashOqyZGpukHmLW6WJ8+feTGjRtPDW3VqpWMGzdOtDqptzYCiu53ZTUwqpVXn21aHc8Twnv//POPCaFoUPHixYuWwFpR8fTp05Y/099lrahYvXp197s4LtqR2mg42m5gImHChCaYqPc+/e8n7ejRoyaAqAGMZ9uQIUOkZcuWLtqxd01DQNG7rien8RyBhw8fmgrV06ZNkzNnzlhuXCuL6/1Ov3SChoCrBLZs2WL+ztawon5BgN1WtmxZ8/e2hhX1y0toCCCAAAIIIIAAAggggAACCCCAAAIIIIAAAp4hQEDR4XUioOgQkOEIIIAAAggggAACCCCAAAIIIIBALAhs3bpVVq5cKYGBgbJ3795wd5A4cWKpVauW+ZBktWrVYmG3LBmRgH74VUNEv//+u2VXrZioj2zZskU0FT8PQ0CrJ+rvwb/DhC+99JJMnz5dChYsGCW3Bw8eyMiRI6VXr15PjU+ePLksWrRIqlatGqV5PWEQAUX3vEofffSRzJo1K9TmtCpr27Zt3XPTz+xKKyVqEE/DilYtSZIkkihRIrl8+bLlzzXErWFubwrh62u+Vk3U1327TaslalhHqyf+u+m9sG/fvrJv376n/v906dLJ2LFjpXLlynaX8Ll+BBR97pJzYDcTOHTokHl9ePbLJp5sM0uWLOLv72+qZdMQcLXAgQMHZM2aNSasGNbfbFZr5s37/9i7E3Cbyj7+/7eQUCQRMiuZy5ioB5l6jBkKSaNkJpWHSHOEDA3mNKhMqZAeY3iOKRIhUkQRRaVSikq//+f+/fb+77P32nuvc9be5+xzzvt7XfvqeZx7rXWv11577XXOtT7re7np2LGj/X6tVq1arKfF+hBAAAEEEEAAAQQQQAABBBBAAAEEEEAAAQRiKEBA0SMmAUWPgCyOAAIIIIAAAggggAACCCCAAAIIpJHAoUOHbDhh5cqVrkIK6tzQpk0b0759e5MvX740miWbSYnAP//8YxQcUudEp9J72KNHD3PDDTekZLWMdRAYOXKkeeihh5L9ROFCdZ3Lli1bqs3CdWZUAEgdyrJnz57qdSfyggQUE/fd+c9//uMY3njsscfs+SSj1Mcff2yDKO+++67jlAsWLGj0+fvzzz9Dfn7++efbbooKZRYoUCCj7HLIPBWCVjBRL3UQc1PqlKyOiZ07dw4ZPm/ePBtOlFtgKcSo76EyZcq42USWHUNAMcu+9ex4ggnodyGF2BUWcyp1rRswYICpV69egs2c6WQWgaNHj5qkpCSzdOlS89///tf1bumaRGFFdXu+7rrrXC/HQAQQQAABBBBAAAEEEEAAAQQQQAABBBBAAIG0ESCg6NGZgKJHQBZHAAEEEEAAAQQQQAABBBBAAAEE4ihw+vRp88EHH9iXujWE6xjlm0Lp0qWNuiYplFipUqU4zoxVexXQDa2jRo0y6sYRXOoQ1qdPH9s1Ud34KG8CTmG6okWLmsWLF5uaNWt6W7kx5u233zYdOnRIth59DmfNmpWhw1GRYAgoej5s4rqCoUOHmldeeSVkGyNGjDC9evWK67ZjvXJ1ClZQcd26dY6rLly4sDl27Jjjz/SdeNddd9lXRgsLK4CjYOLWrVtdkyqAqnCiuiEGl9b1zDPPhPy7zlXTpk0z55xzjuvtZNWBBBSz6jvPfieqgEKKL730kjl48KDjFO+8807bSVadFSkE4iVw6tQp87///c8+REi/r584ccL1ptq1a2d/d1dYkQcKuWZjIAIIIIAAAggggAACCCCAAAIIIIAAAgggEDcBAooeaQkoegRkcQQQQAABBBBAAAEEEEAAAQQQQCAOAuocpVDismXLzK5duyJuIVeuXObf//630Q2OzZo1i8NsWGUsBb7//nvbNXHu3LmOq23RooUNJtatWzeWm83S6/rhhx9M165d7efJV1deeaV9D6644grPNl999ZW55ZZbzIYNG/zrUvBxzpw55rLLLvO8/kRcAQHFRHxXks9p+PDhNrgRXMOGDbOBjYxWb775pg0qfvbZZ45TV0dFfdadqlq1ajak2KlTp4Tf7SNHjpgXX3zRzJw50/VcFWxQMNGpG5OCE48++qgNTAdX7969bUdFyp0AAUV3ToxCIC0FDh8+bKZOnWq/79SZPLj03aBu2eqoSyGQFgIbN270P1zoyy+/dL1JfYffeOON9ru8RIkSrpdjIAIIIIAAAggggAACCCCAAAIIIIAAAggggEDsBAgoerQkoOgRkMURQAABBBBAAAEEEEAAAQQQQACBGAl88803ZtWqVbb7wooVK6Ku9eqrrzZt2rSxwcQCBQpEHc+A9Bd44403zOjRox27fV166aW2sxk3UMf+fVInk27dupklS5b4V3755Zebt956yyi45LV+/vln0717d7N//35TqFAhkzNnThsw1b8VKVLE6+oTcnkCign5toRM6pFHHrHd8YJLHRb79++fMXYiYJYK26ljloKKCnsHl7oAqgPtr7/+6rhv1157rQ0qKtSfiPXyyy/bcKKuB9yUOiUqmKjOiU61b98+o2NADzwILnVTvO2229xshjH/T4CAIocCAokrkJSUZL8bwv0OVadOHTNgwABz/fXXJ+5OMLNMJ7B7926zdu1a21nxo48+cr1/lSpVMh07djT/+te/TOXKlV0vx0AEEEAAAQQQQAABBBBAAAEEEEAAAQQQQAABbwIEFL356WmSoY+T9LhOFkcAAQQQQAABBBBAAAEEEEAAAQQQcCfw559/2uCAXrpx0SlwEbimkiVLmpYtW9pQYtWqVd1thFHpLvD555+bp556yixfvtxxLuq+p66JFSpUSPe5ZsYJOIXptJ8KbilEmC1btrjutm6WD+5uescdd5gXXnjB5M2bN1XbduraqMCZArDqqhpYv/zyi9GN+7pBetOmTWb79u3m5MmTdkipUqXsjc+1a9c2DRs2tP8NNycFbG+99dYUzbd58+ZGy6mDUbg6duyYPQdqjuoeqzn6qnr16kbdLrUehQoKFy7savtOXTNff/1120nTV3/99Zf58MMPzbx588zmzZv9273oootMvXr1TOPGjW0nGxmFO0b053V9vhcuXGg/31qPbC+44AKjMESDBg3s+Vo3mis8lx71+OOPm8mTJ4dsevDgwbarVEasr7/+2gZRFFZ0Kh3DZ86cMfqOdSp1qlUYXO9zIpSO/UmTJpk1a9a4nk7nzp1tOLFs2bKOy/zvf/+z3RF1fAbWJZdcYiZOnGiPTSplAhkloBirc75bHX3H6lyq41fn7y1btpgff/zR/x2jc3ijRo3seVxdi92eC53O4+vWrTP169e369Z54LXXXjNvv/222bZtm/Gdu/X5btWqlSlevHjcv9/dGjEu7QR0TKgD7d69ex032qVLF3vuLFOmTNpNii0hYIxRt0993y9dujTs74ROULr2VVhR16WJct3CG4oAAggggAACCCCAAAIIIIAAAggggAACCGRWAQKKHt9ZAooeAVkcAQQQQAABBBBAAAEEEEAAAQQQSIWAAkIK5OgGxZ07d0Zcg7qxqduTgjKJ2vUpFQRZZpHnnnvOPPvsszYsE1xVqlQxPXv2NB06dMgyHum1o+PHjzeDBg1Ktnl1IVXHsooVK8Z1WkePHrWdytQd1VdeOzgqkBF83CxYsMC0b9/ev43jx4+bCRMmmClTpvjDItF2VAEPHZMDBw603SADK9YBxYMHDxqF59TJ0heYjDQ/hf50g/aIESNM6dKlI+5KpICiQoWrV682Q4YMsUGaaNtUkEFjtf3A0vzVnU5hiGil9//JJ580JUqUiDY0Lj/XttWZL7juv/9+88ADD8Rlm2mxUgVaFVR89913HTenborquhiuFFRRR0Wdi9Ojvv32W/u+hAtaOs3pqquuMn379rUPKwhXc+bMMcOGDQvZ9xo1atggpEK3VMoFEj2gGOtzfjSh3377zQb9FXhVaN5NXXfddfYcrsB5tKBiuICiAjrLli2z31PhQmg6X+u8lxE7xbpxZExkAX0WdO2joOIff/wRMlghdgX0e/fuTYiVgyldBHTdqwcJ6HcDPaRIwXI3pfOmroVvuOEG210xtQ86cbMtxiCAAAIIIIAAAggggAACCCCAAAIIIIAAAllRgICix3edgKJHQBZHAAEEEEAAAQQQQAABBBBAAAEEXAoopLRq1SqjbmrhOukFrkqdzFq3bm0DR5G6j7ncPMPSWGDjxo1m5MiRYQNQvXr1sl0TixYtmsYzy5qbU2c7hXz1OQwsdXYaM2aM7UoSLSyRWjkF4hSQVBgssBRc1Q3yKe3g6NQRskmTJjYop+NJ21O3RAUNw4U3ou2Lulwp3KiOV775xSqgePr0aRvIUkjF12Ur2nwCf64QpYKN6n4Z3C3SNy5cQFE3dStMo+CKm1Ckb33dunWzQWOFNlPrm1aB2HCWOh8pMB1cOgbVTTEjl75TFVRUdzWnyp07t9Hnxqn0EACFFPVSl+K0qldffdWGEw8dOuRqkzrWFUxUYDbcca8V6TgdO3ZsyDrbtGljpk6d6mpbDHIWSNSAYmrPSYF76XTOD3ccaHu6xlFAMFrIO9w69HlTZ+kiRYqEPdzCBRTV/fb222+PGIrUd6GCy+pkS2VdAV376bvhvffec0SoVq2aPY55AEzWPUYSZc91/aKHZyisqAdguC2FvfX3AoUVixUr5nYxxiGAAAIIIIAAAggggAACCCCAAAIIIIAAAgiEESCg6PHQIKDoEZDFEUAAAQQQQAABBBBAAAEEEEAAgQgCZ8+etaFEdUvUDYfHjh2L6FW8eHHTokULG0pUcIrKeAK6cV7hp3BBEHUP6tGjh1GgjEo7AYXi1FFM4R2n0vuiwGjTpk3NJZdckuLQYLQ92bp1q72BODAg2a5dO/PSSy+ZAgUKRFs82c8//fRTc9NNN5k9e/b4//3hhx+23fyyZ89uw4nRwhtuNqguawpRNWjQwA5fuHCh7b6m0rntiy++SBYQUXBQ5y0FvnylwNfo0aP9+6iOW3ofFBL0Wg899JDRy6l7jFOw5ZVXXjHqWKduiKkphZO07Pr161Ptq/dc54bg7pSpmU9qltF7obBscKnL2NChQ1OzyoRa5s033zR6n8N1JlawT+cCp9KDAHxBxQsvvDBu+6XjR58jXRe4LXVLVDhR3RPDlQK3jz76qJFBcGlZfe4obwKJGlCM1znfSUvhxLlz55o+ffqkKmAeuM5mzZqZF154waijsFM5nccnT55sP+MffvhhxDdT5zSd7yKFeb0dDSydkQR0zOp6K9x3g76bFf6Od0ftjGTGXNNPQMepuivqbwfqFO22FLjV3xAUVuRYdqvGOAQQQAABBBBAAAEEEEAAAQQQQAABBBBAILkAAUWPRwQBRY+ALI4AAggggAACCCCAAAIIIIAAAgg4COzYscOGD5YuXWo++eSTiEYKFKlzh7q7KYRAZVyBJUuWmGeeecYGt4IrX7589oZ+heDUzYtKewEF+u68886owQZ1utNnUV1JqlSpYvLnz+95sgrmKSSkYIWvLrjgAvPf//7X1K9fP0XrV8BN3RF9Fdgp6vjx4+bee+8177zzTrJ1Kmx46623mkaNGhl1yvIdg7/88ovtOjdv3jzHDkOBnRkDV+jUxVHdFtVlMVzHVy2j8O7TTz8dsr+yaNWqlencubOpUaOGnZ9CkJ9//rk1ev311x27ZY0aNcp2psyRI0eydToFW+rWrWsU7vR1TlSgUp0RFfYsX7687aCprjX6HCtAGdzdUTd7KwSqgJ8vHKN1dOnSxag7ncKZmoeC6Dr3631y6mC5YMECewN5elW4Dns6Pw0fPjy9plVtht8AACAASURBVBWz7f7999+2m6jCteE6iJ577rnmzJkzjtssU6aMufvuu21YMaXdTSPthI4LdUycNm2a633Vcaluu/pcRCrtp45NBdWCSx1i9dmnvAskYkAxrc75Pj11JVTHua+++ioEVEF/nQ8bNmxoChcubH+u437NmjVm9uzZJikpKWSZtm3b2nOlHgwQXE7ncX3f+YL+Ov8OGDDAnk/179qWuqnqs+/rjOz9XWcNmUVA1ztTpkyxQUX97+DS72PqKKzvwvPOOy+z7Db7kcEFdK7VuVPXlXrokdtSN0Vd3+p8rOtfCgEEEEAAAQQQQAABBBBAAAEEEEAAAQQQQMCdAAFFd05hRxFQ9AjI4ggggAACCCCAAAIIIIAAAggggMD/E/juu+9sKFE3R+smwmhVs2ZNG8jRjdW+G7mjLcPPE1NA7/1TTz1l5s+f7zhBhZcUTKxVq1Zi7kAWmtXGjRtt4CdacDiQRIG+xo0bGwXw6tSpk+oOiwrvBQeFAjsfunkbfv75Z9O9e3fz1ltv+YcrZKfgk0J+b7/9tunQoUOyVenn6iRVpEiRsJtQGFDBuQcffDAkeOIUqEtpQFFdtxRQUbDSFxD0TUaBFoUWS5cuHXZ+CniOGzfOhk4Cl9c+z5o1yyjkElhOwZbAn0fb5q5du6xzpC5d6rg0duxYU7ZsWcd566ZyBR0UeAysO+64w3YNc+r86OYYiMUYhSx1TASXPhsjRoyIxSbSfR1//PGHDSoprPjll186zkeBUnW9dSp1K1RIUTf4ey0do/qMOoW6nNZ9/vnn26CxXjrGI9Xq1auNziP79+9PNkyBLQVtFRqjYiOQiAHFtDrnSzBcyF/hbF8gUEFvp9J3jMLmCpQHB4f1b7qGCu52GOk8rgcJzJgxwz5EILgUUlYpcEYhECyg6z8FxfXZcSoFwxXC1Xc8hUAiCfz000+2s+LKlSttd0VdG7spPZRB1zLqEq/uijwox40aYxBAAAEEEEAAAQQQQAABBBBAAAEEEEAgqwoQUPT4zhNQ9AjI4ggggAACCCCAAAIIIIAAAgggkOUF1M1AL914/e2330b0UDcDdUtUKFFdwqiML6Dwi0JK6mIUXOpap8DP7bffnvF3NBPtgcJKDzzwQEiXQbe7qMCibvRt3bq1UYhJN/66qQMHDtjuUoGht3AdCsOtb/Pmzbbbqq+DlMYppKGOb+oIN2TIENvhz1cKcSgYqK5w0SpciFAhKa0z8IbmlAYU1ZlQ4cz169cnm8ajjz5qBg8e7OpmaQVc3nzzTdO7d+9kIUUnw0jBFi2vcF60gKBToNQ3+UhdvwJ3UN101f1OwR5f1atXz+6Hzg/pWc8995wZOXJkyBR69OhhHnvssfScWky3rUCrL6h46NAhx3UrVKXjy6l0M7+Cigoop7Q2bdpkg4kKE7gtnSP0mdN5JlrpGB02bJg5ffp0sqG1a9e2IdiSJUtGWwU/T4FAogUU0/Kcr2NMx5o6sAaWug3rGHd7PnMKfyuEq66/ehBAYIU7jyt8q6666nJMIZBaAXUD1fXT1q1bHVeh39f69+9vr/MoBBJNQNfsCivqIQUKK4a7vnGat65nWrRoYcOKkR5ekmj7zHwQQAABBBBAAAEEEEAAAQQQQAABBBBAAIG0ECCg6FGZgKJHQBZHAAEEEEAAAQQQQAABBBBAAIEsKaAbrNUtUZ0St23bFtEgW7ZsNpSoQIs66VGZQ0CBI3V9Cxc8ue2222zXxMsuuyxz7HAm2wuFLdQ9RwGtnTt3pnrvFMpQoEvvdaFChSKuR12d1OksOBSmrqvqahKtdDOyukxpHb4KDCA6dVd0ChdG2s6JEyds2FFhEV85BepSElDUvBVwVJeswJKZ/j1aUDBwGXW7GzVqVDID/dwX0vSNDRdsUaevuXPnugp/qdvdLbfcYjZs2JBs3hUrVjRz5swx1apVi/aWmVOnTpkBAwbY+flK4ZrFixcbddFN71Kw6MknnwyZho4Bp39P7/l62b6OCQXKFVZU19uUljoeK6h4zTXXRF30+++/t6GtKVOmRB3rG9CgQQN7LnEbulLHOnUVDS4FmCdPnux6uwx0L5BoAcW0POc7heN1PlUAXufElJSunxVYDwzaO3WWDXceT4QutCnZX8YmroCuBXW+nDlzpuODRjTzfv362QcjXHjhhYm7I8wsywts377dBhYVVkxJl3hdi+pvFAorunkwQpaHBgABBBBAAAEEEEAAAQQQQAABBBBAAAEEMr0AAUWPbzEBRY+ALI4AAggggAACCCCAAAIIIIAAAllGQB3ydFO1wkTqlqjQTaSqXr26UaBB3RLpTpC5DhOFqhQMUVgquHTDvrom6mZPKvEF9B6qo6FCFnr9+OOPqZr0RRddZB5//HHTvXt3kytXrrDrULfVdu3aJesAeN9999nQXbROjApzKPgaGIpVdx91A9Q2ncIc2tZLL71kChQo4Gq/dF5T8HbZsmWmXLlypnLlyqZKlSqmfv36Rl2ufJWSgKLCWt26dbOBbl8p2PnWW2+ZWrVquZpX4CCnTpRavwJhvjmGC7Yo3PnII4+Y7NmzR92uU7hQCwWaR12JMcYp1LRu3TprmgilEJ1Tx0SFgJw6LCbCnL3MQZ2OfR0VU/N579q1qw0qVqpUyXEa6mqoY1HHqZtSiF1BYgW23NRPP/1k1HlUQdvg0rE5dOhQN6thTCoEEi2gmFbnfKdwvPgmTJhgz4d6EEdKSqEwdc5VF1dfXX755fY7ITD4He48rnOWPjMUArES+Oyzz8zUqVPtwwecSt1oBw4caLtgUwgkuoCuPxRW1LW8Oiy6LV2bd+zY0YYV69Sp43YxxiGAAAIIIIAAAggggAACCCCAAAIIIIAAAplKgICix7eTgKJHQBZHAAEEEEAAAQQQQAABBBBAAIFML6Ab+xQqUijxyJEjEfdXQUR1S1QoqHbt2pneJqvtoEJFzzzzjPnoo48cd11dVtx00stqbhllf8+cOWO7Kerzrg4ka9euTfHUFZR79tlnw3ZTdOpQGNgFMdIGV6xYYZo1a+YfojCeOh02btzY/tsff/xhuxROmjQp2WoUOBw0aFDE4GRKdzQlAcVNmzbZeZ88edK/GS8dsNyEW8IFW9x2q9REdTwMGTLEdnkMLIXbFBR1Wwo99OzZM9nwRAooamLTpk2zwc3g0n7qnJcZ69ChQzaoqNevv/6aol1UIFghRb2KFy9ul1WHOQUTdYy5qTx58tiQlV758+d3s4jZvXu3GTFihFm/fn3IeJ131PGTip9AogUU0+qcr+8tfbctWbLEj6uuifPnz7ch9tSUOhh36NAh2aLBwUOn87i+9/QZq1u3bmo2yzIIRBTQ73rqeBzcOdm3kDrc6lqf448DKaMI6DyqsKLvdxtdv7spdTe/6aabbFdnBRYjPXzFzfoYgwACCCCAAAIIIIAAAggggAACCCCAAAIIZBQBAooe3ykCih4BWRwBBBBAAAEEEEAAAQQQQAABBDKlgEIA6paojl9bt26Nuo833HCDadOmjQ0mUplPQIGoJ5980t607FQNGza0AaQGDRpkvp3Pwnukm3h1LkhKSrJdSBQKCgzZhaNR90yF0i655JKQIepEpcCbgoSB9frrrxt1ZgtXTqG8Jk2amNdee80ULVrUv5i6JaqLY3A1b97c9O7d23btU7fHlHa8Cl5fSgKKTgE9rx2wnNa5cOFCex5WOQVbqlataubNm2cqVKjg+qiORfdDddQL7o6XaAFFgejYGT58eIiNjsuxY8e6NstoA/fv328/Rwoq6nOWkipUqJDp1KmTUbfNmTNnul5UyyiYqJCX21LnVL0/X331VbJFLr30UjNx4sSE6cjpdn8y4rhECyj6PrfxPufv2LHDdtX64osv/G9bcNfalL6fTusM7ibsdB6vWbOm7XKnzqMUAvESmDx5sv1O/Oabbxw3oYeR9OnTx/E6L15zYr0IeBVQ13iFFdesWWMfxBLu+HbaTqtWrYz+3nHdddeZwoULe50KyyOAAAIIIIAAAggggAACCCCAAAIIIIAAAgkrQEDR41tDQNEjIIsjgAACCCCAAAIIIIAAAggggECmEdCN0AolqjOLOmj8/fffEfftyiuvNC1btjTt27c3CghQmVNg0aJFZvTo0UYhluAqUKCA6du3r+2amDNnzswJwF75BRTKU4fFxYsX285Re/fuDaujAOJTTz3l2HHk008/tV1J9uzZ418+WkfBAwcOmC5dupgPP/zQv4w6pinQERg2PHjwoA3DOXVY8y1YvXp1e+7SjcZVqlRx3b0tcGfdBhR1Hn344YfNyJEjk1kpENaiRYtUH13qbCvDwBo3bpz1UDkFWxQkVliwWLFirrcbHEi6/PLLzVtvvWWqVavmeh0ZJaCoHXrllVfM0KFDQ/atc+fOIZ0kXQNkkIGfffaZDSnq2Dx79mxcZq0b+3v06GEULk5JaU7Dhg0zChcElrqvvvDCC/4ujilZJ2NTLpCIAcW0OOcHd++VnB7KoG6e5557bsoh/7/lv/32W/tZCOxUpxCkHgTh6yjqdB5X2F7n1IIFC6ZquyyEgFsBXXfpYQj6XnAqPYRi4MCBRtdvFAIZUUAPYVJgUWHFXbt2ud4FdRBt3bq1DSvquphCAAEEEEAAAQQQQAABBBBAAAEEEEAAAQQykwABRY/vJgFFj4AsjgACCCCAAAIIIIAAAggggAACGV5AN+apM5FCiYcPH464P+oYoFDNjTfeaBQMoDKvwJEjR8zTTz9tFixY4LiT6papm+uvuuqqzIvAnoUVUFBo7dq1ZsyYMba7YnBdcMEF5p133jGNGzcO+dlvv/1mg60Kg/lKndQUeqxcubLjNoM7I4YLyqlD4+zZs214xE23R21MnT91XlN3lPLly5scOXJEfefdBhSdxkVdeSoHPPLII0YvBTZjFWwJDiQpmD537lxzxRVXuJ5lRgooaqdmzZplBg8eHLJ/N998s+3Ul9lLIWQFUvS+xarKli1rOybedtttKV7lqFGjHN07dOhgw4lU2gkkYkAxLc75TueweKgruPvmm28adSZVOZ3Hg0OM8ZgH60QgUEAPr5k+fbrtOudU9erVM/3796eLOodNhhbYt2+fDSvqdxr9122pm60e1qSwYq1atdwuxjgEEEAAAQQQQAABBBBAAAEEEEAAAQQQQCBhBQgoenxrCCh6BGRxBBBAAAEEEEAAAQQQQAABBBDIkALqlKQbTpcuXWq2bNkSdR/UsUWdAhRKO+ecc6KOZ0DGFnj55ZeNutPp5vjgUtCkT58+5pZbbsnYO8nsYyKgAJ6OFXXZDA4E6oZ1/XuuXLlCtvX2228bBYwCa8qUKTbEFFxOgcZIHRfV/W3OnDmmX79+5scff0zRfpYqVcq0adPGdOrUyYaww4UV3QYUf/75Z9O9e3fbdTDeJbvx48eb3LlzE1D0iK1A0gMPPBCylqwUilNnIXUunDdvXqo1zzvvPPuZ1ksdd1NS+uwqcOv02RkwYIAZMmRISlbH2BgIqJuawt+B9fjjj9susbEsdcC99tprk61SXW8VHnY6juJ9ztd5ddCgQbHcRcd1BQfAnQKKgef5uE+IDSAQIDBz5kzb4VOdFZ2qW7du9vcDXUdRCGRkgWPHjpmkpCT7ACd1Vzxz5oyr3bnwwguNQuSNGjWygcWcOXO6Wo5BCCCAAAIIIIAAAggggAACCCCAAAIIIIBAIgkQUPT4bhBQ9AjI4ggggAACCCCAAAIIIIAAAgggkGEETpw4YUOJy5cvt90S//zzz4hzr1q1qtEN4QollixZMsPsJxNNvcCuXbvMyJEj7XHiVHfddZe55557TOnSpVO/EZbMdALqpqguZ8EhFXXVUTcop5vVv/rqKxty3bBhg98jXGcoBaUUkD569Kh/rDp7qmNJpDp48KCZMGGCDbWkNKio9ermYu3XNddcY7sSBpbbgKJTwCReBwABxdjKKuR63333haxUHYQnT54c240l8No2bdpkpk2bZq8bUlqVKlUyvXr1sjfsp6T0XaTzibYdWHpAggLRnTt3TsnqGBsjAadOgkOHDjXqrJg9e/YYbcXYLq3B77GbYF68zvlOnSNjtrMBKyKgGA9V1hlLAXVX18MkFFb8+++/Q1adP39+M3DgwJAgcyznwLoQSEuB06dP246K6iCqsOK3337revO6XmzWrJn9feLiiy92vRwDEUAAAQQQQAABBBBAAAEEEEAAAQQQQACB9BQgoOhRn4CiR0AWRwABBBBAAAEEEEAAAQQQQACBhBdYt26d7QCgcMHXX38dcb66ea5Fixambdu2RuEiKusIjB071oa5nG44rlmzpg2ZKLBKZSwBBXwUON25c6cN6SkYqNCVU6dCL3umjjpdunQxH374oX81F1xwgQ1E161bN2TVOs4ee+wxG2zxVdGiRc27775r6tSp4/+3f/75x3YFvP/++/3/ps6Gs2fPNmXKlHE15V9++cXeWKzOoKtWrQrp9BhpJRdddJF58cUXbUfFwJAiAcUrXNlrkFOoSd9L9evXd72O9Bo4f/58o06gwaXArEJ7WaFeeuklM336dHvuSG3pvVbX01atWkVdxbJly8zw4cPN4cOHk43VgxL0HaXAMJU+Ak6fZTfBwZTO1ut2Yn3OJ6CY0neQ8ZldQA+X0HegztdOVaNGDfvd2bx588xOwf5lMYHNmzfbwKL+rrJ7927Xe6+uwPo9+l//+pcpW7as6+UYiAACCCCAAAIIIIAAAggggAACCCCAAAIIpLUAAUWP4gQUPQKyOAIIIIAAAggggAACCCCAAAIIJKTA559/bkNJS5cuTRYYCjfZpk2b2uCAOpLlyJEjIfeJScVHYO3atWb06NHm448/DtmAjgXdYNy9e3dToECB+EyAtcZVYNGiRTZwHFgKKKoz4Lnnnhuzbf/xxx82RDhp0qRk69TxpZtxnWr9+vXm3//+d7LAoIIgw4YN84cBv//+e9OtWzd7LvOVOqs98sgjqerYdebMGbN9+3Z7U73CippftFIHSAVmAgN1bgOKTuOCu2RF235qfu7UuVFBAe1HwYIFXa8yOJiTmrln5ICioN5++23Tp0+fEDPdaD5jxgzXlhlt4JIlS2wARTfjx6oaN25sbr/9dqNrDqdSiPihhx4K+ZFCiS+88IIpVqxYrKbCelIhsGLFCtsNKrB0fTBx4kSTJ0+eVKzReRGF0gcNGpTsh6nt1BiLc77TOez11183Xbt2jdk+O63I6Twej0BoXHeClWdqAX029D342WefOe7nTTfdZPr27WvKly+fqR3YuawpsHfvXhtW1MNY9OANt1WxYkX7u5l+P6pevbrbxRiHAAIIIIAAAggggAACCCCAAAIIIIAAAgikiQABRY/MBBQ9ArI4AggggAACCCCAAAIIIIAAAggkjMDPP/9sQ4m6SU5P9T99+nTEuVWpUsWGgxRKLF26dMLsBxNJG4FTp06Zp556ysycOdNxg02aNDE9e/bMEF3O0kYsY25FHRQVKDl58qR/B2644QYza9Yso46psSynLlM6H4ULI504ccLcfffd5p133vFPQ8fda6+9ZtRNUaUQYbt27fzzV1dGnd9i1X1PAUJ1QNF2FEQL7AAZaKPubwpI5c2b1/6z24CiU3AzUmfJWL0fBBRjJfl/16POnuoiG1z6LClUl5nqo48+ssHExYsXx2231KlZn6nrrrvOvw19H+kzFlwKuDz33HNxmwsrdi/g9H2SmuBzpC2qu65C6CNHjkw27OmnnzYKKXqt1Jzz586dazp37hyX+UTaHwKKXt9tlk8LAR2nU6ZMMeq2q89XcOXKlct27tZ3aCwfjJEW+8Y2EHArcPToUZOUlGRWrlxp3n//faPvMjdVqFAh07FjRxtW1Oucc85xsxhjEEAAAQQQQAABBBBAAAEEEEAAAQQQQACBuAkQUPRIS0DRIyCLI4AAAggggAACCCCAAAIIIIBAugts2LDB3gyn0M7BgwcjzkedsxRK1FP7r7322nSfOxNIHwEFwsaOHWu+/PLLkAnoRkl1O7nnnnv8XezSZ5ZsNRYCX331lbnllluMzhO+UkBOx4C6mcWqwoVK1FEkUphQN7SrA5fT3LTOxx57zCj46CuFFbVMPDp6/vPPP+bAgQNm+PDhZvbs2cloatasaebMmWMuu+wy++9uA4oa69QN7NVXXzW33XZbrPhD1kNAMfa0Cuz16NEjZMUK4CpUm9Hr0KFDZvr06fblpi688EJ7DNetW9d2Ip03b55R6DglpQck6HpE5yOFQINLoZbBgwenZJWMjaPAvn37bFBv69at/q1UrVrVvvcVKlSIyZb1sA19J7z11lvJ1qfzb6dOnWKyDd9K3J7ztb+tW7c2CqD4Kh6dI4N3joBiTN9uVhZnAX1Opk6dGjbcXqlSJTNgwADTpk2bOM+E1SOQvgJ6CJA6K65Zs8aGFY8fP+5qQtmyZbNhRf1+prBiPH7XcTURBiGAAAIIIIAAAggggAACCCCAAAIIIIBAlhYgoOjx7Seg6BGQxRFAAAEEEEAAAQQQQAABBBBAIF0E9u/fbzt+LV261GzcuDHqHHSjW6tWrWwnMnWyoLKmgAIo6koU2LEuUEKdqhTAUXdNKnMIqJOqAj7BHcgUQFVwztcR0Ovefv/996Zbt272nOSr4FCf0zY+/fRTo+Nuz549/h+re9Yjjzxijh07ZgNQCmD7Sl167r333pBVKWhy+PBhs2PHDqN1btu2zWhOzz//fIqDM998843dl9WrVyfbTmDYMiUBxRUrVtguloEV3JExJf7aV7138+fPN0WKFDE1atQwxYoVs93oypcvb1dFQDElou7H6vhWMCm4M46+Y19//XX3K0qgkX/++aftmKiXPnPR6vzzz7efS71KlSrlH37kyBF7TCqs5hR+j7bewJ/nzJnTjBkzJuaBtJTMgbGhAuHCgwsXLoxZ6Gjv3r32ff/kk0/8E1BHXQWE9Z3iq7Q85+vY7tq1qw2b+KpixYr2eK9cuXKqDpXNmzfbLtV6KMSVV15puwbXqVPHvnT8hzuP6/tP5//cuXOnarsshEC8BRQuVtBd12NOpbCvHoRSrVq1eE+F9SOQEAL6W40Ci3qYlL7j3FajRo2MOnUrrFi6dGm3izEOAQQQQAABBBBAAAEEEEAAAQQQQAABBBDwJEBA0ROfMQQUPQKyOAIIIIAAAggggAACCCCAAAIIpJnAyZMnzQcffGCWL19ub3BTQCZSqVOFuiUqlFiuXLk0mycbSkyBGTNmmHHjxjl2uFKoqU+fPubmm29OzMkzK08CCo8ocKdziK/URVFhvy5dusSkU6bTNtyE8JwClLoZd9asWfYmXp3DfPOOFghx6lS4YMECoy5tKSk33SBTElB06mKpMIo6ximMktIKF6DUd4O6+akIKKZU1f14PRzgrrvuMmfOnEm2UMOGDUM6b7pfa/qMjBYkCZyVHm5w++2322BipGsKfTZ8QcXATntu9/DSSy81L774orn66qvdLsK4NBIId27s37+/GT16dEwegBHcVVe7ps/WG2+8YYPYgZVW53x91ocMGWKDgYH17LPPGnX5VNerlNRff/1lQ/hPP/10ssWGDh1qOwZnz5497HmcgGJKpBmbXgK//fabmTRpkpk5c6b56aefHKcxcOBA07t3b6PrUQqBrCKwe/duG1bUNbubh0z5XNStWOFehRUVaqcQQAABBBBAAAEEEEAAAQQQQAABBBBAAIF4CRBQ9ChLQNEjIIsjgAACCCCAAAIIIIAAAggggEDcBTZt2mQ7iCmUGK0rUYECBWygp02bNqZBgwZxnxsbSHwBdSF65plnQrrB+Waujonqple8ePHE3xlmmCqBEydO2K6DCg0F1kUXXWQ7DHbu3Nmcc845qVq3FlL3wzvvvNN8+OGHydbhNhy4aNEi07ZtW/+yulld5zt1mBo0aJD/36OFYBQcUyA7MIipMJX2MV++fK73zyl8ePnllxuFuXwdf1ISUFSo57HHHrPBk8BS58ipU6canbfdloItCsUoLBNYTZo0Ma+99prtwqUioOhWNHXjdHO5ArjBDwpQF0t1EEz0UjdQdUxUd89opbCUr2NihQoVog1P9nN1vZNHYBfUaCs477zzrK1egR0aoy3Hz9NGwKkjrM476iB6/fXXe5qEOnjqekTfCYEVHNzz/Swtz/lO29Lxqe+FWrVqpWi/165da8O+Cq/7St976m6tbqy+cjqPE1BMETWD01lg165d9mEYuh50qrJly5oBAwbwgJR0fp/YfPoIqPN7UlKS0ffL+++/r4dqu5qIvnP18BWFFfWiEEAAAQQQQAABBBBAAAEEEEAAAQQQQACBWAoQUPSoSUDRIyCLI4AAAggggAACCCCAAAIIIIBAXAQOHDhgb1ZbunSpWb9+fdRtNGrUyLRs2dLerJY7d+6o4xmQNQQUTJw4caLjDY/qTtWrVy/TvHnzrIGRxfdS3VdvvfVWc/To0WQSCkWog41uEPeF29xSnT171p6nHnzwQaMgbGClJHynOSkAFRhiGjFihNF5UJ0UfaUujQpfhyun9Wj/1MXnlltucR3CdAqP+Lo6XnzxxXbzTgHFevXqmTfffNMxVLVjxw4bBFWYM7D69etnnnrqKVcdhHTj8uzZs03Pnj2ThTC1PoXNunfv7u/kRUDR7VGc+nHqfKPOpOoUFVj169e3oaVErC+++MIeKwqTuSntnz6bVapUcTM87BgFIn1dFd2u6MILL7QhRQW5ihQp4nYxxsVZwOk8q03qOlRBJHVkTk2FC1/re2nOnDmOIYy0POf/8ssvRudrBcGDP+8KmleuXNnVbocL9DuF6QkouiJlUAYQUFh9+vTpZsuWLY6zbdasmenbt6+pXbt2BtgbpohA7AX0cBU9/EK/gyisqPO/m8qZM6fR71zqNKywYv78+d0sxhgEEEAAAQQQP6Z6FgAAIABJREFUQAABBBBAAAEEEEAAAQQQQCCsAAFFjwcHAUWPgCyOAAIIIIAAAggggAACCCCAAAIxE1DIQSGi5cuX2+5hwaGH4A2pk5G6JapjmLp7UQj4BHQcjRkzxmzfvj0EJVeuXDaMpi5F559/PmhZRCBc+MO3++qmqDDS3XffbSpWrGhy5MgRVkbnJt1Eq+Dfe++9FzJOXaXeeOMNo6CWm1LwTiG9hx9+2D+8cOHCNgTo64YY3CHQab1az4wZM4y6ggaWQooKPCqQmzdv3rBT0vIbNmwwffr0CQlcTpgwwaiDY7Zs2ezyTgFFbUcBnS5duvjH+TamLorjxo0zgwcPDtl+q1atbIfF6tWrhyznG3z69GkbfnzggQfMjz/+mGwd+g5QQKZQoUL+fyeg6ObI8z7mo48+Ml27djUKLwVW3bp1bTe0RKnvv//evPLKKzYgEjxXpznqGFZg6qqrrorZLnz77bdm4MCB9ub7lNQll1xiA8aaU4kSJVKyKGPjJPDSSy/ZQHRw6Zyvc2XNmjXDnsucpqTvFJ0fdd0S2AFXYyN1DEzLc77mogeG6PMe2PlQ/37FFVfY75gOHToYXWOF+37aunWr/QwEP3gk3HcmAcU4HcCsNl0EdB2q60adP9Qt1al0naZX4PVMukyWjSKQzgJ6sIN+19LDqvRwCbelsG/Tpk1tWLFkyZJuF2McAggggAACCCCAAAIIIIAAAggggAACCCDgFyCg6PFgIKDoEZDFEUAAAQQQQAABBBBAAAEEEEDAs8DmzZtt5zCFEvft2xdxfXoqvkKJ6iKmbjUUAoECurH/6aeftkEUp1IXOHVfU/dEKusJKAQybNgw21UzUilop2CSQlYFCxb0D/3ss8+MXps2bQq7eKSQXqRt6jx44403hnR49C3zxBNP2Ln7AoLh1nX8+HEbaHEKh1WtWtV2GbnuuuuShTAPHTpkdu7caebNm+cYuGzbtq0NACooFViak0IpgaX9V+DwyiuvtP+sc7Y6VyoMLH8FFHWDvlNpuZtvvtnUqlXLKKCp0twU6NIN/ZpjcKUk2KJuqQqOBr6n0T4Fwfuo/Zo7d64N5LgtbVMGgaUbr90GWN1uJ73GqXuownMnTpxINgV1glq0aFF6TctuV8ecvg/0Onz4cNS5dOzY0XYs1DEYy/r444/N8OHDzbZt25KtVp9nhczcVIECBWxQUa+yZcu6WYQxcRLQsa7zrLpiBpfOgfqZQkalS5eO2LlW69G1r0KNTp3VdK3y8ssv2/N1uErLc36kLraan75jdK5TMKRcuXJ23xUIVjDx1Vdfdfx+0XKjR482gwYNMtmzZ0+2mwQU43QAs9p0FVDYSg9z0EMXnKpYsWL2QSoKyVMIIGDs9b/CinqIlX5fcls1atQwLVu2tL/36PuJQgABBBBAAAEEEEAAAQQQQAABBBBAAAEE3AgQUHSjFGEMAUWPgCyOAAIIIIAAAggggAACCCCAAAKpElD3lVWrVtmn4iclJUVdR4MGDUyLFi1M+/bt6XoXVStrDnjrrbfMs88+aw4ePBgCUKRIEdOvXz9z1113ZU0c9tovoM5/Ok4UiAjuVOWVSWE5dcFSR79oQcLgbWku6lw4a9askGkULVrUvPvuu6ZOnTquprhnzx5z5513mg8//NDV+EiDFJB58cUXbUew4FL4TOHFSFWvXj17E75sVArT3H///Y77mdLJap2TJ082Ch4He9NBMaWa3sbv3r3bdOrUyahTYWDp5vAlS5Z4W3kqlj579qw/mOim847CwQqDXHPNNanYWuRF1GX1oYcessd+YClkOGrUKHPgwAEbDlaIy02pC6ovqKhO0lT6CLg5z+ocpXOogs2+8N2ZM2eMAqtafu/evWEnr2UV6tP1b7RyM5do6/D9PNI5X2PUBU7hKh3TsfgOffTRR21wPXfu3CFTJKDo9l1jXEYUUNhq2rRpIR1FffuioG/fvn1tuIpCAIH/K/D111/bsKLv70huXdRNUdd6+jxde+21bhdjHAIIIIAAAggggAACCCCAAAIIIIAAAghkQQECih7fdAKKHgFZHAEEEEAAAQQQQAABBBBAAAEEXAv88ccf9mYy3ZCpjjHRbmwuX7687Zaom8m4Cd81c5YbqECiQh4LFy503PfOnTvbrokp6XiW5RCz2A6rC9Tq1auNghFuAtJueBRKVPdOL+cqdQns3r17yObuuOMO88ILLxgFk9yWAjD9+/cPe+O7m/U0a9bMdpsMt0+ROnf51q9w5eLFi5MFHHXu12f2+eefj/o9EG6e6j743HPPGQXgnIqAopt3OLZjFARUB8Jjx44lW7G6keo7P61q9uzZNpy4Y8eOqJtU104FE+MVAFH45JFHHgmZh4InOv59nUI1QJ8TBRXVUdpN5cyZ0x9UrFatmptFGBNjgU8//dR2S1y/fn1M16zrFYUAFU50G3ZPi3O+bycVAH777bdtV9BIIctIKBdddJEN9Hft2tXkyJHD9Xlc3uPHj3cMNMb0TWBlCKSRgDpUz5gxI2yXXz1wonfv3qZ48eJpNCM2g0DGEPjpp59sWFGd1t9//32j/++m8uTJYzvK61pM13/qfEwhgAACCCCAAAIIIIAAAggggAACCCCAAAI+AQKKHo8FAooeAVkcAQQQQAABBBBAAAEEEEAAAQSiCnz00Uf2hnsFFD7//POI43WDmEKJrVu3Nk2aNIm6bgZkbQHd1DthwgTHGxIrVqxoO4+o6yaFgJPA6dOnbVBRx5HC09FC08Hr0PlKwUQFYNV16pxzzvEErU5qXbp0Cel8qBvX77777hSv+7fffrPdeRQyVNdat1W1alXb5VBhs2ihSIVTNLdIAR2Fh9u0aZNs8wqJKkCmgMo777zj2l5dxQYMGGB69OgRcW4EFN2+27Edp8C4zrlHjx5NtmIdU8uWLXMdtkrNrNRlVMFEN51D1XVTwcRGjRqlZlNRl9HxrWDi9OnTQ8aq+6G6uIardevWmfnz59uwotvSeUOv2rVru12EcTESUFBb7+ekSZNcn8cibVrH5WOPPWZKly6d4hmmxTk/cFLadx3j+p5x+x2j7019t4wYMSLqPtJBMcWHAAtkUAF1hVNHaH2HOVXBggXttc8999yTQfeQaSMQXwFddymsqNfSpUvNl19+6XqDLVu2NI0bN7ZhRYLArtkYiAACCCCAAAIIIIAAAggggAACCCCAQKYVIKDo8a0loOgRkMURQAABBBBAAAEEEEAAAQQQQMBR4NChQ+aDDz6woUQ91T5a6YawFi1a2GBDvnz5og3n51lcQJ2CRo8eHfbY6tWrlw0wFSlSJItLsftuBX7++Weza9cus2nTJqNQ9XfffWc++eQT8+OPP/pXoa5Wl112malVq5apV6+eDQMVKFDA7SaijlNgcvDgwbYzoK8UfFRHuDJlykRdPtyA33//3egzoxDhxo0bzZ49e5J1vdJ+KdCrbl3qmqjuteE6WjltQ6EYdX9T0FDhsOCgijqBqetVuFLHPbkrwLZz506zfft2f9BHgcTKlStb64YNG9ogaO7cuaNaEFCMShS3Ad98843tfHz48OFk26hUqZK9aVyd/2JZOm4U4lWwL1qpY+LNN99smjZtGm1oqn+u/Vf4St18guvBBx80gwYNcrVuhX8XLVpkX/v27XO1TIcOHWxXRZ2fqLQTUDDis88+s2H3WbNmJfvecDsLHZs6NnQe9hp2j/c5P3iffNvTdb/O5eos6fseUCBRXVQVUta1/vXXX5+sc2gkHwKKbo8exmUWAf3OrPOIHp7hVHXq1DH9+vXjIT6Z5Q1nP+ImoN8lFFZcsWKF/b3Oben3DD3EQt0Vdd1KIYAAAggggAACCCCAAAIIIIAAAggggEDWEyCg6PE9J6DoEZDFEUAAAQQQQAABBBBAAAEEEEDAL3DmzBnbhWz58uU2mKjAT6RS0EfdEtu2bWsDKBQCbgRGjRplO8I5lUIZffr0sTfAUwhkNAGngOJ9991ndMyfe+65GW13mG8WFlDoVF0zg8OqFSpUsNcH5513nmcd3XiujlNr1qyJuC4FIjt16mSDifHuMLhlyxYzfPhw2x00sBSqHTNmjFGAMKX1999/+4OKCni6KV1bdevWLW4dIt3MIauOUWBbwQhf2F2B1cDQtVziHXbPqvbsNwKZRUCdFBW8379/v+MuqWNu79697UMzKAQQiCygDvW6ZlSIXn+nclvlypUzrVu3tmHFa665xu1ijEMAAQQQQAABBBBAAAEEEEAAAQQQQACBDC5AQNHjG0hA0SMgiyOAAAIIIIAAAggggAACCCCAgO3MtXLlShs6UAeZSJU3b14bSlSnmObNm6OHgGsBdUB49tlnbVe74NJxNWDAAHPPPffEJPjielIMRCCGAuqYpiCV7xhX5yl1JWzcuHEMt8KqEEgbgRMnTpiWLVsa3RgeWJdffrm9XtB5OzWlEKBC6nogQqRSd9OuXbvaYKK2Ge9auHCheeihh0K652nb48aNs51XvZY6jPq6Kn799ddRV6cb6tW9lOutqFQMQAABBBJKQJ28FcJ/6aWXzF9//RX2dx8FFbNnz55Qc2cyCCSqgDrzJiUl2YdbqNP1yZMnXU01f/78pn379jasqFeePHlcLccgBBBAAAEEEEAAAQQQQAABBBBAAAEEEMh4AgQUPb5nBBQ9ArI4AggggAACCCCAAAIIIIAAAllUQB1h9BR6hQxWr14dVaF+/fo2mKgbuxQaoBBwK/DTTz+ZkSNHmtdee81xEQVgevXqZWrWrOl2lYxDICEFdBN69+7d/XNr166dvTGdc2ZCvl1MyoXAr7/+ar/79+3bl2x02bJl7fVDvnz5XKzl/w7ZtWuXGT16tFFYPVIVL17c3HHHHTaYWKhQIdfr9zJQIZLHH388ZBUNGzY0zz33XMzn8fvvv/uDiroWi1aVKlWyIX51taQQQAABBDKOgLqxTp061YTroFutWjXTr18/+/AfCgEE3Aso+KvOinrp8xXc9TvSmtq2bWu7VCusWLRoUfcbZSQCCCCAAAIIIIAAAggggAACCCCAAAIIJLwAAUWPbxEBRY+ALI4AAggggAACCCCAAAIIIIBAFhLQTVzqWLR8+XIbLFB3pEilAIKCCbqBq2rVqllIil2NlcCcOXPM+PHjjVOnKIVQdEPubbfdFqvNsR4E0k3g2LFjtgOouqP5asaMGebuu+9OtzmxYQRiIXD69GnbwU8dQgOrVKlS9loiWgB3//79NvynYOI///wTdkrly5c3PXr0sMHEnDlzxmLqUdfx999/mxEjRpiZM2eGjL311lvNmDFjoq7D64CtW7fa88aCBQuMOgNFqpIlS5rbb7/dqOMWhQACCCCQcQT0O9G0adPMnj17HCeth1r06dPHVK5cOePsFDNFIIEEdD2lsKKuN7dt2+Z6ZnoQV7NmzWxYsUKFCq6XYyACCCCAAAIIIIAAAggggAACCCCAAAIIJKYAAUWP7wsBRY+ALI4AAggggAACCCCAAAIIIIBAFhDYvn27WblypQ0S7N69O+Ie586d24YS1cVB/6UQSI2AAinqlBUY1gpcj4IfPXv2NOXKlUvN6lkGgYQSUOjqjTfeMN26dfPP6+qrrzazZ882ZcqUSai5MhkEUiNw9uxZ07Rp05BriBIlSpj333/fXHzxxSGrPXLkiBk6dKh9MIKCgOFK3aP69+9v1E03LevQoUNm+PDh9qENwTVkyBDbsTAt6+eff7bfmQqxfPzxxxE3XbBgQaMwyxNPPJGWU2RbCCCAAAIeBNRVXh179QCLU6dOhawpe/bsZuDAgbazfN68eT1siUURyNoC6vytsKK6VOs61G1dccUV9npUYUX9LkchgAACCCCAAAIIIIAAAggggAACCCCAQMYTIKDo8T0joOgRkMURQAABBBBAAAEEEEAAAQQQyKQCR48etTdkKZTo5qasa665xgYSdcO7U9AgkzKxW3EQmDRpkpk4caL55ZdfQtauTpx9+/Y1bdq0icOWWSUCaS+g7nLz58+3QaevvvrKP4Gnn37aDB482OhmcwqBzCKgkOKuXbuS7U6xYsXMkiVLTJEiRey/f/LJJ2bUqFFm3bp1Rp2bw1Xt2rXNf/7zH6PONWldmzZtMsOGDQsJXJ5//vk2XK9rofSsjRs3mjfffNO6/v7772GnkidPHuunQEuNGjXSc8psGwEEEEDApYC6u02ZMiXsg1zUUVjB/Q4dOrhcI8MQQCCcgLrcJyUlmbVr19qHavz222+usPQ3sbZt29qwol7nnXeeq+UYhAACCCCAAAIIIIAAAggggAACCCCAAALpK0BA0aM/AUWPgCyOAAIIIIAAAggggAACCCCAQCYSUIcjhRKXLVtmg4k//PBDxL0rXbq0DSUqLHbVVVdlIgl2JT0EtmzZYsaMGWNvAHSqfv36mR49ehCATY83h23GRECdzdQpsU6dOubcc8+151h1PNu7d2+y9avjxqxZs8zll18ek+2yEgQSSeCGG26wIcTAuuSSS8x9991nQ3U7d+406irqVArs1q1b1zz66KOmSpUq6bJbb7/9tnnooYeMOhYGlrrmjBs3LqGCfsePH7fnHL0OHz4c0ats2bKmc+fORh2KCxQokC62bBQBBBBAwL3AO++8Y6ZNm2a2b9/uuJB+T+/Tp4+pWbOm+5UyEgEEwgrowTLqrKi/VyxdutSom7bb6tixoz+sqOteCgEEEEAAAQQQQAABBBBAAAEEEEAAAQQSU4CAosf3hYCiR0AWRwABBBBAAAEEEEAAAQQQQCATCOzYscOsXLnShhKDOxsF716uXLlsKLFly5amVatWmWDv2YX0FlAQZeTIkeb55593nIo6DujmWv2XQiBRBa699lrTvn17262mVKlSjtPUDa0NGjSIuAsXXHCB7YrTpUsXky1btkTdXeaFgCcBXUN8/PHHrteRI0cOo8/Yk08+acqVK+d6uVgP1PeUupsGV+PGjW3n34IFC8Z6kzFbn67xXnjhBRtk0QMpwpU6/Oj7tlu3bqZJkyYx2z4rytoCp06dsr9j+F4K81IIIOBdQF1yJ0+ebGbMmGFOnDjhuEL9HtW7d29z0UUXed8ga0AAAb/A5s2bbWBRf0sLfvhGJKaGDRsaXTvqeksdTykEEEAAAQQQQAABBBBAAAEEEEAAAQQQSBwBAooe3wsCih4BWRwBBBBAAAEEEEAAAQQQQACBDCrw3Xff2W6JumF9xYoVUfdCHb0UTGzXrp0pXLhw1PEMQMCNgDoP6CZ1dcwKrvz585sBAwaYe+65xyicQiGQqAKrV682t9xyi396119/vZk5c6ZRoDuwtm7dalq3bm2OHj0adlfUmU2vvHnzJuruMi8EPAuoa+jNN99sjh07FnFdOXPmtKFehdiLFy/uebupXcGZM2fMiBEjzKuvvhqyittuu80888wzqV11mi938OBB88QTT5g1a9YYhcYilczV8UddL6+88so0nysbzBwCixcvth2wAyvS92Dm2Gv2AoG0FdizZ48NKs6fP99xwyVLljT9+/c3Xbt2TduJsTUEsoiArm0VVtTf2HSN5bbUEVzXWQor1q5d2+1ijEMAAQQQQAABBBBAAAEEEEAAAQQQQACBOAkQUPQIS0DRIyCLI4AAAggggAACCCCAAAIIIJDBBHTD1LJly2ww8fjx4xFnrxsZFUps06aNqVGjRgbbU6abyAI//PCDGTVqlHn99dcdp9m2bVvTq1cvAhGJ/CYyN79A0aJFQzScwhe6cbVTp06OHTbUOXHw4MHm/vvvN7lz50YXgUwpoOuPWbNmmVWrVkXcP30GdP3x6KOPmkKFCqWrhQJ9w4cPd5yzwsT9+vVL1/l52biCnwsWLDDffPNN1NWog6XeE91EX6xYsajjGYCAT+DAgQOmXr16yUAIKHJ8IBAfgffff99MnTrVqLObU+khGuqoGPyZjM9sWCsCWVNA33FJSUlm7dq1Rp/JP/74wxVEkSJF7N/errvuOhtYPPfcc10txyAEEEAAAQQQQAABBBBAAAEEEEAAAQQQiJ0AAUWPlgQUPQKyOAIIIIAAAggggAACCCCAAAIZQGDXrl1m5cqVNpS4Y8eOiDNWtyLdgN6yZUt7cxSFQKwF3njjDTNx4kRz6NChkFWXLl3advfo0qVLrDfL+hCIi8DJkydN+fLlk6179uzZpmHDhiHb+/33381rr71m3n33XbN+/XqjZatXr27Pt+rAWKFCBZMtW7a4zJOVIpBeAurYvHDhQqPPxWeffeZqGuogumTJEnPFFVe4Gh+vQRs2bLAdTRUuDqx8+fKZ0aNHG4XpM0Pp+vDFF1806vIarXzhUQUV9dJ1I4VANIHgIP/GjRuNrvkoBBCIvcDZs2dtN8Xp06cbfQc7Vffu3e3DYAicx96fNSIQKKBu1eqsqMDi0qVLzZEjR1wB5ciRw3To0MEfVkzvB3a4mjSDEEAAAQQQQAABBBBAAAEEEEAAAQQQyAQCBBQ9vokEFD0CsjgCCCCAAAIIIIAAAggggAACCSqg7ojqlqibztWxKFrVrl3bBhNvvPFG49QNLNry/ByBaAKff/65GTNmjHnvvfcch95xxx2mZ8+eplSpUtFWxc8RSBiBV1991QwZMiTZfOgMlTBvDxNJRwF1b1IYVx36fvnll4gzyZUrlzl9+nSyMXny5DGLFi0ylStXTpe9mD9/vhk6dKj57bffkm2/UqVK5tlnnzVXXXVVuswrnhv9+OOPzYwZM8zixYvNX3/9FXVT+r72BRXr1q0bdTwDsq5A8O8WCk61atUq64Kw5wikgcCXX35pJk2aZPRwGKe65JJLbBfgu+++Ow1mwyYQQEACCugrsKgHiOlBYm6radOmplGjRjaweNlll7ldjHEIIIAAAggggAACCCCAAAIIIIAAAgggkEIBAoopBAseTkDRIyCLI4AAAggggAACCCCAAAIIIJBgAmvWrLGBxPfff98cO3Ys4uyKFy9uQ4mtW7c2CihSCMRLQJ2ZJkyYYH799deQTSjkoZtjW7RoEa/Ns14E4iYQHLp44IEHzP333x+37bFiBBJZ4MyZMzaUqNfq1aujTlU3WCuYrg6ieukaJrAUXFRIsVq1alHXFcsB+r565plnQlapm8PVAbhAgQKx3FzCrWv//v1m3rx55vXXXzc//vijq/nVqlXLH1YsV66cq2UYlHUEHn30UTN16lT/Dg8YMCAk3J91NNhTBNJWYNWqVWbKlClm3bp1jhuuV6+e6dOnj7n++uvTdmJsDYEsLrB7924bVtQ1s/7rtqpXr26aNWtmw4o1a9Z0uxjjEEAAAQQQQAABBBBAAAEEEEAAAQQQQMCFAAFFF0iRhhBQ9AjI4ggggAACCCCAAAIIIIAAAggkgMCePXvMihUrbCjxk08+iTij7Nmz21CiwmDt2rVLgNkzhcwssGnTJttpyumG2GzZspmBAweae++91+TPnz8zM7BvmVRAXS8UWAqsDRs2mDJlymTSPWa3EHAWUIdcXzDxwIEDUZl0Y/Vdd91lOnbsmGxs165dbffnwMqRI4cNKWqZeNfvv/9uHn74YcduU3feead5+umn4z2FhFr/Dz/8YIOKc+fONXv37nU1N323+7oq6r/58uVztRyDMrfAW2+9ZR9GEVh0G87c7zl7l3gC6pCr7qVff/214+RuvfVW07t3b65jE++tY0ZZQOCbb76xIUW99Hc9PfTDTZUoUcK0bNnS/Otf/7KBRV03UwgggAACCCCAAAIIIIAAAggggAACCCCQegECiqm3s0sSUPQIyOIIIIAAAggggAACCCCAAAIIpJOAbhrXTfz//e9/7Sta6cnqCibeeOON5tJLL402nJ8j4Engr7/+MqNGjTLqnOhUjRo1Mn379jXq2EEhkFEFHn/8cTN58uRk0ydwkVHfTeadGoHly5ebhQsX2nDi2bNno65CN08rAKHOzeHqtttusw9dCKxzzjnHbkdd+uJV6ho4fPjwkC6O2p7+Xd2lsmr9/fffNqiolx484LYKFy7sDyvqe5/KugIKuDZs2JDvy6x7CLDnCSKgENSkSZPMzJkzHWekh8b079/f9OrVyyhwTiGAQNoLnDx50gYVk5KSzNKlS813333nahK5c+e2f+/zhRULFizoajkGIYAAAggggAACCCCAAAIIIIAAAggggMD/L0BA0ePRQEDRIyCLI4AAAggggAACCCCAAAIIIJDGArpRadmyZfap6t9++23ErRcrVsyGEhUEuPrqq9N4pmwuqwosWbLEjB8/3nz66achBBdddJEZMGCA6dGjR1blYb8zkUDRokWT7c1zzz1nbrrppky0h+wKAqECx44d84cSP/74Y1dE6qTXuXNn07x5c1fj1a1QN2QHl4KQ8bie0Q3gDz30kNm3b1+yTV544YXmmWeeMW3atHE176wwSA/FUFDR6f2JtP+VK1e2YUVdl+p/U1lPIPg7c+vWrUa/q1AIIJD2AupuP2XKFLNq1SrHjdeoUcM+TEbnbAoBBNJXQJ9X/R1w5cqVZs+ePa4n06JFCxtW1KtMmTKul2MgAggggAACCCCAAAIIIIAAAggggAACWVmAgKLHd5+AokdAFkcAAQQQQAABBBBAAAEEEEAgDQTUdUTdhBRK3LZtW8QtqtOBbiTUq3379kZdhygE0kJAoZXRo0ebN954w3FzOh579+5NMCEt3gy2EXcBnY/vvvvuZNtRVxrOuXGnZwPpJLBlyxbbKVGvH3/80dUsOnbsaDp16mSuvfZaV+MDB3Xv3t0o8B5cCxYsiGn33Tlz5pihQ4eaP/74I9mmqlSpYsaOHWuuvPLKFM89KyywceNGG1ScO3eu+eeff1K0y+qmqLCiXuqySGUNgeCA4quvvmqaNWuWNXaevUQgQQVmzZplpk2bFhLQ901XD95QN8WKFSsm6B4wLQSylsDOnTttWHH16tVm/fr1rndcXq6cAAAgAElEQVS+Tp06pnHjxjaseNVVV7lejoEIIIAAAggggAACCCCAAAIIIIAAAghkNQECih7fcQKKHgFZHAEEEEAAAQQQQAABBBBAAIE4CZw4ccJ88MEHNpSobjXRbv6uXr26DSW2bdvWlCxZMk6zYrUIOAvo5taJEycaBbSCq1y5crZrIp3lOHoyk0BweOr22283o0aNyky7yL4gYP78809/KFHXJG7qvPPOs90SFUz0egO0uu0uXrw4ZLMKxekGa6/17LPP2hBicCk4N2HCBJM/f36vm8j0y+/evdsGFfXStWtKKl++fP6gosz1kA0q8wqoS+nLL7/s38EHH3zQDBo0KPPuMHuGQAYR+P77782kSZPMjBkz7Pd+cOXKlcv079/fPmhG3/EUAggkhsDXX39tw4p66e+Gf//9t6uJlS1b1l5/+borcv3lio1BCCCAAAIIIIAAAggggAACCCCAAAJZRICAosc3moCiR0AWRwABBBBAAAEEEEAAAQQQQCDGAuvWrTNLly61ocQjR45EXHuRIkVsKLFVq1Yx7SYU411idZlYYM+ePTbcoRvinEod5tR149JLL83ECuxaVhP47rvvQoJXCxcuNOpMQSGQGQS++OILG0zUcb1//35Xu3TxxRfbYKJeCqbHqvQdorkE15tvvmnUiS819euvv5qHH37YqHticOl768knn0zNarP0Mrpm9QUVDxw4kGILHTO+roq1atVK8fIskPgC+szef//9/onqd5iZM2cm/sSZIQJZRECdkidPnmz/DuFUlSpVMn379jXt2rXLIiLsJgIZR+Cnn34ySUlJNqy4bNkyc/z4cVeT18MiWrdu7Q8rXnjhha6WYxACCCCAAAIIIIAAAggggAACCCCAAAKZVYCAosd3loCiR0AWRwABBBBAAAEEEEAAAQQQQCAGAgoCLF++3N4MuHXr1qhr1A3cuqm3ffv2JkeOHFHHMwCBeAg8//zztsPUqVOnQlavcEG/fv1Ms2bN4rFp1olAugro5u3HH3882RyOHj2arnNi4wjEQmDFihU2lKhAoNsuLKVLl/YHEy+55JJYTCNkHQpELFiwIOTf1b23SZMmKdrm559/boYNG2b0QIjgeuSRR0zPnj1TtD4GJxfQNYEvqLht27ZU8dStW9cfVixVqlSq1sFCiSewc+fOkOtCvjsT731iRgjoHD516lSjDrlOpTCTuil67ZKMNAIIxEfgn3/+8XdWXLVqldm7d6/rDenhZ77OilyDuWZjIAIIIIAAAggggAACCCCAAAIIIIBAJhIgoOjxzSSg6BGQxRFAAAEEEEAAAQQQQAABBBBIpcAvv/xidLOQOs8pmBgtCHDllVfaUGKbNm1MmTJlUrlVFkPAu8D69evNuHHjzIYNG0JWljNnTjNgwAAb8MibN6/3jbEGBBJQoGjRoslmNWLECNsplEIgIwqow4ovlOjmIQm+faxatarp1KmTDSemxfle3y0KTQTXK6+8Ypo3b+6Kfs2aNWbo0KHm4MGDycYXLFjQjBo1ynakpmInoKCr3rPVq1enaqW6pvB1VdR/8+TJk6r1sFBiCCgwUaxYsWSTUWhR3VcpBBBILIGTJ0/aborTp0836jrsVP3797fXv3RcS6z3jtkgECywfft2G1jUdfDGjRtdA9WrV892K1dgsVq1aq6XYyACCCCAAAIIIIAAAggggAACCCCAAAIZWYCAosd3j4CiR0AWRwABBBBAAAEEEEAAAQQQQCCFAgp1LV261IYSDx8+HHHpwoUL21Biy5YtzXXXXZfCLTEcgdgKnD592jzzzDP2ZlWnatq0qVGXqzp16sR2w6wNgQQS2LJliw2KB5Zu+oxX57gE2nWmkskEPvroI9spUa8ffvjB9d5dc801NpioV1rXfffdZ+bMmROy2Zdeesm0aNEi4nTeeOMNG078888/k43TDddjx441ClxS8RHQDfEKKr7zzjup3oCCbb6wItfEqWZM9wWDA/6zZ882DRs2TPd5MQEEEHAW2LFjh/3dT9cKTlW2bFn7+1+XLl0gRACBDCBw4MABf3dFPSzNbZUvX952QVZYkeswt2qMQwABBBBAAAEEEEAAAQQQQAABBBDIiAIEFD2+awQUPQKyOAIIIIAAAggggAACCCCAAAIuBPbv32+WL19uQ4kKt0Qr3fijG+1vvPFGkytXrmjD+TkCcRdYtGiRmThxotm9e3fIthSkVWeru+66K+7zYAMIpLeAAk7q2OYrnasVjqIQyAgCf/31lz+UqC7OKSmF0BVK1EMT0rMeeOABo7BhcE2bNs20bt3acWoK10+YMCHkZ/r8jh8/3uTLly89dynLbFth7rlz59qw4qlTp1K93+oq7gsrVqhQIdXrYcG0Fwj+/A4bNsyGmygEEEhsAXVanjp1qtm2bZvjRPX3C3VTrFu3bmLvCLNDAAG/gB5QkpSUZAOLy5YtMz/++KMrHXUe1zW0wop6cR3tio1BCCCAAAIIIIAAAggggAACCCCAAAIZRICAosc3ioCiR0AWRwABBBBAAAEEEEAAAQQQQCCMwK+//mpWrlxpQ4l6BXfsCV5MnXt0k49uri9XrhyuCCSEwNGjR82YMWOMOtw41c0332z69Olj9ER9CoHMLnD27Flz6aWXJtvNGTNmpHtgK7O7s3/eBfbt22eDiQoY6H+7rezZs5uOHTuam266ydSvX9/tYnEfN2TIEPPqq6+GbGfSpEmmXbt2/n//5ZdfzPDhw838+fNDxvbo0cM89thjcZ8rGwgVUPcehRT1OnLkiCeiJk2a+MOKumGeSmwBBfwV9PdV27ZtzZQpUxJ70swOAQSswJkzZ2w3RT0QIFyQSd+tvXv3prM4xwwCGUxADzFRUFGBRf0dMyW/L+i7XF0VFVYsUaJEBttzposAAggggAACCCCAAAIIIIAAAggggEByAQKKHo8IAooeAVkcAQQQQAABBBBAAAEEEEAAgSCBTZs2maVLl9pQ4tdffx3R5+KLL7ahRL0aNGiAJQIJJfDaa6/ZjlMKKQbXFVdcYbsmBgZBEmryTAaBOAi89dZbpl+/fsnW7PT5iMOmWSUCqRLQDcYKJSqcqBuP3ZY64yqUqHBionaoe/jhh40CwsH1/PPP23nv2bPHqDvbxo0bQ8YomKgQBZW+AidOnPAHFZ06NPtmd+6559pgTKQqUKCAP6ioTl5UYgps3brVtGrViu/RxHx7mBUCrgT27t1rg4rqiOtUxYoVs9fLd9xxh6v1MQgBBBJPQN/XCiyuWbPGbN682fUE9XdNX2fFKlWquF6OgQgggAACCCCAAAIIIIAAAggggAACCCSKAAFFj+8EAUWPgCyOAAIIIIAAAggggAACCCCAgDFGnWCWL19uQ4kffvhhVBN1e1EoUU8az5MnT9TxDEAgLQV27dplxo0bZ49np7r33ntNr1696IyRlm8K20oIgVtuucWsXr3aPxd9DkaMGJEQc2MSCPgEDh48aN577z37+uSTT1IEU7FiRX8wsVChQilaNj0GP/744zYkEVwKH+o77NChQ8l+pH0aNWqUvQajEkfgn3/+8QcVN2zYEHZiOXPmNAor/vbbbxEnr67ON9xwg31Vr149cXaUmZjTp0+b0qVLJ5NQ2ClfvnzoIIBABhNYtmyZ/Q4O9/cPhZTUTZEHMWWwN5bpIhAkoG6KCivqpc+926pcubLR3z7VXTGROrG7nT/jEEAAAQQQQAABBBBAAAEEEEAAAQSypgABRY/vOwFFj4AsjgACCCCAAAIIIIAAAgggkGUFTp06ZdSZSDfA66UbbiOVbs7RDfHqGqIbpykEElFg4sSJRq/ff/89ZHp169Y1/fv3N40aNUrEqTMnBOIqoNDXNddck2wbK1asMHSGiCs7K0+BgLo3L1682AYTo3WbC17ttddea4OJemXLli0FW03/oSNHjjTPPfdc1IkoqDZmzBij6zEqcQV04/u8efPM+++/H3GSRYsWNd999505e/ZsxHFXX321adq0qX1x/Z0Y7/v1119vO5z6asGCBaZevXqJMTlmgQACKRaYMmWKmTZtmgnXVfz222+3D7cpVapUitfNAgggkFgCx44dM0lJSTasqIe0/fTTT64meMkll5h///vfNqyo8PL555/vajkGIYAAAggggAACCCCAAAIIIIAAAgggkNYCBBQ9ihNQ9AjI4ggggAACCCCAAAIIIIAAAllOYPPmzUYhAIUSFViJVBdddJENJepGHN2MSyGQqAK6wWz8+PFm06ZNIVM877zzzMCBA03Pnj1Nrly5EnUXmBcCcRVQV1GFm3xVu3Zts2jRorhuk5UjEE3giy++8HdL3L17d7ThIT9XJ2eFEhs3bpziZRNpgbFjx5pnn3027JT0cAh9x3EzdCK9a5Hnoo5cCirOnTvX/P3332EHlyxZ0oZqv/rqq6g7pwcs+MKKxYsXjzqeAfER0MMu5s+f71/5Y489ZtT1lEIAgYwroL+LqJvia6+95rgTBQsWNH379rW/T1IIIJA5BPSQNv0dSYFFPbztwIEDrnYse/bspk2bNjaoqMDipZde6mo5BiGAAAIIIIAAAggggAACCCCAAAIIIJAWAgQUPSoTUPQIyOIIIIAAAggggAACCCCAAAJZQkA3Pevp4Aolbty4Meo+60Z/hRJ14z83w0flYkA6CqgTqEJX6nzhVDqOdTNpjRo10nGWbBqB9BeoX7+++fLLL/0TUde2O+64I/0nxgyynIA6xqlLou/1zz//pMggX758pmPHjjaYeNVVV6Vo2UQdfOLECbtPTiFN3fisoBuVMQU+++wz+/7p9cMPP4TdiSJFitgb3I8cORK2i5dvYT1swRdU1H8LFCiQMXEy6KzVae2RRx7xz17nIjddUDPo7jJtBLKUwJo1a2xQUaElp6pTp47p3bu3ad68eZZyYWcRyAoCepibPvs6D2zdutX1Luthbr6wYqVKlVwvx0AEEEAAAQQQQAABBBBAAAEEEEAAAQTiIUBA0aMqAUWPgCyOAAIIIIAAAggggAACCCCQaQX++OMP+xRwhRL1+v333yPuq26kUZhLXXoqVKiQaV3Yscwj8O6775qJEyca3fwfXEWLFrVdE2+77bbMs8PsCQKpFFi7dq3p3LlzsqX37t1rFPSiEEgrAYXvfKFEdU5MaZUpU8aGEhXkK1GiREoXT9jxn376qRk6dKjZsmVL2Dk+8cQTpnv37gm7D0wsusC3337rDyru378/7ALq+lyrVi3bVXHbtm3m119/jbhydTsPDCuee+650SfDCE8CethL+/bt/euoWLGi+eCDDzytk4URQCCxBF5++WUzderUsN1tO3XqZIOK5cuXT6yJMxsEEIiJgH5XVlhRL/1d1W3p4SnqeK3AYt26dd0uxjgEEEAAAQQQQAABBBBAAAEEEEAAAQRiJkBA0SMlAUWPgCyOAAIIIIAAAggggAACCCCQ6QQ++ugjs3TpUhtKDOyW5bSj6riiUKJeTZo0yXQW7FDmFDh8+LAZO3asmTt3ruMOdunSxXZNLFu2bOYEYK8QSKHAgAEDknVgU8Dr+eefT+FaGI5AygVOnz7tDyXq2iQ1dfXVV9swkI7bPHnypGYVCbuMulsrnKiuedHq0UcfNffee2+0Yfw8wQX0ABF1U1ywYIFRp55Ide2115qSJUua77//3qxYscJE6zZavHhx06xZMxtYbNiwYYJLZNzpnTx5MiSUdODAAaNwKYUAAplHQMHySZMmmenTpzvuVN68eU2/fv1Mr169DOHwzPO+sycIBAvoXOALK+raXdcBbsp3XebrrpjZfo9xY8AYBBBAAAEEEEAAAQQQQAABBBBAAIG0FyCg6NGcgKJHQBZHAAEEEEAAAQQQQAABBBDIFAKHDh0yulFGocT169dH3Sc90VuhxDZt2pj8+fNHHc8ABBJF4JVXXjETJkww3333XciU1AVUXRNbt26dKNNlHgiku8Bvv/1mLrvssmTzePPNN21nBwqBeAl88sknZvHixTac+NVXX6V4M+oep1Biu3btTOPGjVO8fEZYYObMmWbYsGEhU61Zs6ZRME0dgoPr4Ycfth2bqMwhoGv3t99+2yxcuDDiDlWuXNkGDnPnzm3Uvc/Ntf4VV1zh76xYp06dzAGWQHuhz2hgJ0yd79T5kkIAgcwnoPOugorhuqhVq1bN9OnTx/5thUIAgcwtcOrUKRtWTEpKMqtWrXL9e44eYtCyZUvbWVGvIkWKZG4o9g4BBBBAAAEEEEAAAQQQQAABBBBAIN0ECCh6pCeg6BGQxRFAAAEEEEAAAQQQQAABBDKswJkzZ+xNcgol6qUQSqSqUKGCDSXqphjd6EwhkJEEFHYZP368WbZsmeO0FdjQq2DBghlpt5grAnEXmDVrlhk8eLB/O6VLl7YBFwqBWAv8+uuv/m6JumE3NVWiRAkbSlQ4UQGrzFpPPPGEDTsEV9u2bc24ceNsp8g33njDPPDAAyFjHnroIduxico8Ajt37rRBRXVVPH78eNgd0zWOPhtXXXWVvSFeXRW3bdsWFaJGjRr+sCK/A0TlcjWgZ8+eyYKlI0eONHfccYerZRmEAAIZU0AP+JgyZYr54osvHHfgxhtvtN0UFVikEEAgawjo92oFFteuXevqmsyn0qRJE39YMTP/zpM1jgL2EgEEEEAAAQQQQAABBBBAAAEEEEgsAQKKHt8PAooeAVkcAQQQQAABBBBAAAEEEEAgwwl8/PHHZunSpTaUuG/fvojzV3dEhRL1atasWYbbVyaMgAQUTFQnqdOnT4eA1K9f3wwYMMBcd911YCGAgIOAbpb+8MMP/T8ZNGiQefDBB7FCIGYCW7Zs8QcTjxw5kqr1XnPNNf5gYt68eVO1joyw0Pfff2+7Ji5atChkugrZq0NiYM2bN89+xwXXf/7zH9sxmMpcAjo+FFJUWHHHjh0Rd07dojt06GAuvPBCG1TU6/PPP48Kouulpk2b2pcC61TqBF544QXz1FNP+Rfu2rWrGTt2bOpWxlIIIJBhBE6cOGEfMDB9+nTH302zZ89uHyKg7/QLLrggw+wXE0UAAe8Cu3fvtmFFvVavXu16hbVr1/aHFel67ZqNgQgggAACCCCAAAIIIIAAAggggAACYQQIKHo8NAgoegRkcQQQQAABBBBAAAEEEEAAgQwh8M0335jly5fbUGJSUlLUOTdo0MCGEtu0aWMKFCgQdTwDEEhEAd3UpWBiYLjKN8/zzz/fhjbUpUI3glIIIBAqoJskGzdunOwH69atM+XKlYMLAU8CukH/vffesy/dhJuaypEjhw0l6tWoUaPUrCJDLaPA2dChQ40eNBFcTz/9tLnzzjsd9+edd96xQYfgUnfF+++/P0MZMFn3AgqxKqgYrnO0b026qV1BRb02b97sDyvqd4dIdc4559iHl/jCioUKFXI/OUbaTkmdO3f2S1x55ZX2ATIUAghkDQF9lyuouGTJEscdLl++vOnTp4+5+eabswYIe4kAAskEdB3mCyvqb7mnTp1yJVSmTBn7+/u//vUv+8qVK5er5RiEAAIIIIAAAggggAACCCCAAAIIIICAT4CAosdjgYCiR0AWRwABBBBAAAEEEEAAAQQQSFiBv/76y6xcudKGEvU6efJkxLnqJjiFElu2bGmqVq2asPvFxBCIJqBjXV1opk2b5ji0VatWtjNFtWrVoq2KnyOQpQWefPJJ8+KLL/oNFF6fM2dOljZh570JbNiwwR9MPH78eKpWpq5tvmDi5Zdfnqp1ZLSFdB03ZMgQc+zYsWRTL1asmBk5cmTULtcKgt5zzz0hu60uiuqmSGVeAXUoVVBRnRUj/S5QokQJf1BR/1sdFXVDvP77008/RQRSly9fUFH/zcxdTGN1pPzwww+mSpUqyVanMIKCnxQCCGQdAZ2bp0yZYnbt2uW40zfccIN9yIDC5BQCCGRNAV2/6UFzCiyuWrXKHD582BWErs90DvGFFQsXLuxqOQYhgAACCCCAAAIIIIAAAggggAACCGRtAQKKHt9/AooeAVkcAQQQQAABBBBAAAEEEEAg4QS2b99uO3DoZvbPP/884vx0w4pCiXrpxhUKgYwuoJvw1TXR6dj/P+zdB5gUVb7+8QMCgkhGouSM5JxcQOKDoKisAfMuigEVV/8rYLjuqoAZsyyyumLYFV0DwooEB8kgOSdJknPO8H/es7fqdk/3dNdMTejwPc9Tz9y71Kk659MzPTXtec9PC+5VNfHWW2+N92kyfgSyRaBJkyZmx44d7r30s0Ull2yhT6ibKFQ3btw4G0ycM2dOhufWrl07N5hYoECBDF8n3jqOGjXKPPPMMyHDVljh5ZdfNrVq1fI0JVXSu+uuu0LOVWB/yJAhnq7BSfEroMXsTlAx0t8HefPmdYOK+pnbv3+/W1VRYcXTp09HRChTpkxQWDF+xbJ+5C1atDBbt251b6SfUTbPyHp37oBArAmoMpqqKWpznbSC5Pfff7/RQbXaWHv1GA8C2S8wY8YMG1ZUNWZVWPfaVPnaCSsmyyYvXm04DwEEEEAAAQQQQAABBBBAAAEEEEDg/wQIKPr8biCg6BOQ7ggggAACCCCAAAIIIIAAAjEhoACJqpwolKhFKtHalVdeaUOJvXr1MiVLlox2Ov+OQMwLbN682bz22mvmiy++CDvW22+/3QwYMMBUrFgx5ufCABGIBQH9PvnDH/7gDkUVsVavXm3y5MkTC8NjDHEgoOcRhRJ1RKvAltZ08uXLZ66//nobTNSC2mRr//M//xO2GrA89Dsvf/786SKZOnVq2JC+qjM9/fTT6boWJ8enwLlz59ygYrS/GTp06GDDivoZVGU/hekUUtSRkpISFaBatWpuWLFNmzZRz0+2E/Q7Vr9rnfbqq6+avn37JhsD80UAgf8VWLFihXnvvfdsxdtwTX/HPvjgg+aOO+7ADAEEELACy5Yts2FF5/DK0qpVK6PPhfX3VbNmzbx24zwEEEAAAQQQQAABBBBAAAEEEEAAgSQQIKDo80UmoOgTkO4IIIAAAggggAACCCCAAAI5JnD+/HkzefJku7BVx6FDhyKOpXr16jaU2KNHD9OoUaMcGzc3RiCzBf7+97/bqomq0pW6qRKNqibq+56GAALeBe655x4bLHOaQr4vvfSS9wtwZlIKqEqbE0pcsGBBhg30zHLttdfaYFTVqlUzfJ147bhr1y7z5JNPmvHjx4dMwW/Fw+nTp4ethNq/f3/z7LPPxisZ486AgCrwKAijyoqRKiPWrl3b/iwqrFiuXDl7JwXWnbDi/Pnzo95dz2NdunSxR8OGDaOenwwnKGSsKqhOu/vuu83QoUOTYerMEQEEIgjoOUpBxYULF4Y9q2PHjraaosJFNAQQQMAR2LJlixtU1DPayZMnPeGomqLeV5zqiqqmTUMAAQQQQAABBBBAAAEEEEAAAQQQSF4BAoo+X3sCij4B6Y4AAggggAACCCCAAAIIIJDtAtoh2wklanFwpKaKVwolOsHEbB8sN0QgCwW0aHPEiBF2gXy49vDDD9sqE4ULF87CUXBpBBJPYM+ePUZhksD2zTffmJYtWybeZJlRpghowwQtqB83bpw5fvx4hq+p8JKCiTqStVrnokWLzODBg82SJUuCHHPlymWGDRtm7rzzzgz7Oh3nzJljq1Kmbv369TPPPfec7+tzgfgS2LBhgxtUVEXqtFrRokXdoGKTJk3c0/Q8pkrueh5buXJl1Mmrao8TVtSi+GRt8gqshNa8eXPz3XffJSsH80YAgQABVbt99913zciRI82+ffvC2ijUrArIl19+OXYIIIBAkICq12tTElVWVAX17du3exIqXry46dq1q1tdsWTJkp76cRICCCCAAAIIIIAAAggggAACCCCAQOIIEFD0+VoSUPQJSHcEEEAAAQQQQAABBBBAAIFsEVAlHS38VTDxp59+inrPtm3b2lBiz549TenSpaOezwkIxJuAqs4onHjmzJmQobdv395WTWzdunW8TYvxIhATAloMHVhJrW7dumbKlCkxMTYGETsCGzdudKslLl26NMMDK1WqlOndu7cNJQaGnjJ8wTjuqICnwompwwgKHwwfPtx06tQp02anCpd6TkzdqOKWacRxd6Fjx47Zaoo6FGKN1FSZWhUVU1eo1mJ4p7Lipk2bohroe9oJKzrVGaN2SpATduzYEfSelz9/fqP3VRoCCCDgCKxfv95WU/zss8/CouizHm3Io8rnNAQQQCCcwIULF2xQUc9oKSkpZsWKFZ6h9LmyqrWqumK1atU89+NEBBBAAAEEEEAAAQQQQAABBBBAAIH4FSCg6PO1I6DoE5DuCCCAAAIIIIAAAggggAACWSqgikROtcQDBw5EvFfVqlXdaolNmzbN0nFxcQRySkAhqTfeeMPMnz8/ZAiq7KNg4n333ZdTw+O+CCSEQLdu3Uxg4Oypp56yi59pCEhgwoQJbjAxXEjcq5IqcjrVElWtI9nb+++/b/7yl7+EMKja3Isvvmhq1qyZ6UT6OdfPe+p2++23m5deeinT78cF40dAf4MoqPj1119HHLRCxQoq6ihSpIh7rqp/OUFFfVVl3kitQIECblBRgcXAa8WPWvpH2qhRI6ONaJymjWhq166d/gvRAwEEElpA76MKKs6ePTvsPLUxj6opdu7cOaEdmBwCCPgXWLx4sQ0s6pg5c6bnC7Zp08YGFRVYTPZNZTyjcSICCCCAAAIIIIAAAggggAACCCAQhwIEFH2+aAQUfQLSHQEEEEAAAQQQQAABBBBAINMFtJu1E0pcuXJlxOtrMa92tHaqJWb6YLggAjEicPDgQfPqq6+aDz74IOyIVH3r4YcfNnXq1ImRETMMBOJT4JdffjG9evUKGvzChQtN2bJl43NCjDpTBNauXeuGEletWpXha6pCmFMtsUOHDhm+TqJ1VAh49OjRIdNS6EsVg/Ply5dlU9bredVVV4Vcv87n9XMAACAASURBVG/fvvb3Li25BfR3yVdffWXDioFButQqqn7oBBVr1aoV9M+HDx8OCiseP348ImrJkiWDwop58uRJ2BfhtttuC6pQ/NZbb5k+ffok7HyZGAII+BMYNWqU0YYG27dvD3sh/e6+//77TfXq1f3diN4IIJAUAqrc7IQVFYT2uvlM3bp1Tfv27d3qihdddFFSeDFJBBBAAAEEEEAAAQQQQAABBBBAIBkECCj6fJUJKPoEpDsCCCCAAAIIIIAAAggggECmCKiqyI8//miDiaoQF61ph3wnlEhoJJoW/x7vAloYP2LECLN+/fqQqVSpUsVWTbzpppvifZqMH4GYEBgyZIj58MMP3bF079496P+PiUEyiGwROHr0qLthgp5P/DSFx51qiZUrV/ZzqYTqq4CBfuYmTpwYMi/9bhs0aFC2zFe/X1UNJXXT71b9/qUhsH//fjeoqMo7abXcuXO7QUUtXE/ddu7caf/m0SJ4VWmM1ipWrOiGFcNdL1r/WP/34cOH28rgTuvfv7959tlnY33YjA8BBHJQYOvWrbaaYuDzeuBwVIFWlc9VUZHQUA6+UNwagTgT2Ldvn5k+fboNLE6dOjXixhSBUytVqpSt3upUVyxevHiczZzhIoAAAggggAACCCCAAAIIIIAAAggEChBQ9Pn9QEDRJyDdEUAAAQQQQAABBBBAAAEEfAlo0YdTLVGLQSI1Leh3qiU2b97c133pjEA8CPz666/m9ddfN19++WXY4d59991mwIABRlV7aAggkDkCtWvXNocOHXIvpkotPXv2zJyLc5W4EJgxY4b7bLJjxw5fY+7Ro4cNJl5zzTW+rpOInVWtVAFEVagLbAoTKLSkymrZ2TZv3mxatWoVcktVc1NVNxoCjsD3339vKypGCy4r9Kqqitdff73JmzdvCOCGDRvcyoqzZs2KCqygc5cuXezRrFmzqOfHwwnjx483/fr1c4fatm3bNJ9742E+jBEBBLJPQCEiBRVTUlLC3rRJkya2miLP8dn3mnAnBBJF4OzZszaoqMDitGnTjCque2naqEKfWzthRW0oRkMAAQQQQAABBBBAAAEEEEAAAQQQiC8BAoo+Xy8Cij4B6Y4AAggggAACCCCAAAIIIJBuAS3scEKJy5cvj9j/4osvdkOJLO5PNzUd4ljggw8+sBVl9u7dGzKLxo0bm4EDB5quXbvG8QwZOgKxJ6DAiSquOO2yyy4zS5cujb2BMqJMF1BQaMKECfb5ZNGiRb6uX758ebdaYoMGDXxdK1E7f/PNN2bw4MHm4MGDQVOsVKmSGTZsmOnYsWOOTF0VHRX8unDhQtD9r7vuOvPuu+/myJi4aewKLFiwwAYVVek6MNieesQ1atRwg4oVKlQIOyH9rlFVRR1LliyJOmk9C3bo0MH+rMTzxi2pg8GFCxc2a9asiTp/TkAAAQQcgY8//tgGFTdt2hQWRSFxVVO84oorQEMAAQQyJKBnPiewOHv2bM/XaNeunQ0r6mjYsKHnfpyIAAIIIIAAAggggAACCCCAAAIIIJBzAgQUfdoTUPQJSHcEEEAAAQQQQAABBBBAAAFPAvv37zcTJ060C/+18DZaa9mypQ0mXn311ebyyy+Pdjr/jkDCCKii1IgRI8yUKVNC5qTd2BVMVIDqkksuSZg5MxEEYkVAFdsCf/b69+9vnn322VgZHuPIZIFjx465Gybo+SR1KC29t9MCVFVL1FGoUKH0dk+a899++23zwgsvhMy3TZs25sUXXzTVq1fPUYs9e/YYhb/OnTsXNA5tlDFy5MgcHRs3j00BBVudoOLq1avTHKTeF5yKipFChVr47oQV169fH3XS9erVs0FFBRb1cxRvrW7duubAgQPusGfOnGmqVq0ab9NgvAggkIMCu3fvtiHFv/3tb+b8+fMhI9HGVwMGDLAVFQsWLJiDI+XWCCAQ7wJ6NlNYUcfkyZND/mZIa37169d3w4qqsp0rV654p2D8CCCAAAIIIIAAAggggAACCCCAQEIKEFD0+bISUPQJSHcEEEAAAQQQQAABBBBAAIGIAikpKe7ify34jtQqVqzoVktUQJGGQLIJvPLKK7Zq4tmzZ0OmftVVV9lwYjxXyUm215P5xpdA6ipOGr2C9VTAi6/X0ctoFX5xKjkrWOSnFStWzCi4piMeg0F+5p7evgoMPPnkk+ajjz4K6XrjjTca/Q7Mmzdvei+bJeersqOqnJw+fTro+j169DCjR4/Oknty0fgXUMjZCSr+9NNPESfUrVs3G1bs1atXxPO08N0JK+7YsSMqUq1atWxYUYeq9cRD08//9OnT3aEqCKz3VBoCCCCQXoF58+bZisd6hg/XFIhWNUW9/9IQQAABvwL6nNsJK06dOtXs3bvX0yXLly/vPqvpea1IkSKe+nESAggggAACCCCAAAIIIIAAAggggEDWCxBQ9GlMQNEnIN0RQAABBBBAAAEEEEAAAQRCBNasWeMu/F+6dGlEIS1EV6VEHVqIqgpxNASSTUALzxVMXLBgQcjUS5QoYR555BFzzz33JBsL80UgWwVef/1189JLL7n3bNq0qfn++++zdQzcLOsEfv31V/fZJNx7bXrv3KJFC/vconBRqVKl0ts96c7/7bffzODBg22VkdTt0UcfNX/+859jzkQVNlXp5MSJE0FjU7AsXMgy5ibAgHJUYNasWearr76ygcWTJ0+mORYFYXv37m0rr5YtWzbN8/R96AQVVek3sOJgWp2qVatmqyo6gcVY/Tvrr3/9q6185rSHHnrIDBkyJEdfP26OAALxLfCvf/3Lvq/os6lw7eqrr7bVFPW8T0MAAQQyQ+DUqVM2rKhNF6ZNm2bWrl3r6bKq8Nq1a1e3uqI276MhgAACCCCAAAIIIIAAAggggAACCOScAAFFn/YEFH0C0h0BBBBAAAEEEEAAAQQQQMAKqNKMdqlXRaK0dqsPpFIVOIUStTCMxRd8EyWrwL59+4xCUWlVY1JlB4UTa9SokaxEzBuBbBO48sorzfr16937DR061Nx9993Zdn9ulPkCx48fd0OJej5RBT8/rVChQm4osX379n4ulVR9586dawYNGmRWr14dNG9tUjF8+HDTt2/fmPVQBcUrrrjCHD16NGiMnTt3NmPGjInZcTOw2BFQOFohRR0bN25Mc2CqnOMEFVu3bh1xAvq7SxUaValHX/U8Ga3p7y0FFZ3AohbDx0r7+uuvbUUzp2mcn332WawMj3EggECcChw+fNhWU1RV1rSC4g8++KB9/ylevHiczpJhI4BArAqooqsTWNT/7bWpoqJzaLMUGgIIIIAAAggggAACCCCAAAIIIIBA9goQUPTpTUDRJyDdEUAAAQQQQAABBBBAAIEkF9BiCy3617Fr166IGpdffrlbLTHawtskZ2X6SSAwduxYWzVxw4YNIbOtXr26DSb26dMnCSSYIgI5L6AqBzfeeGPQQBSmUmCEFn8CqlzmPJts27Yt4gRUUSxacLFJkya2UqIqJpYrVy7+QHJwxKogp3Bi6oBflSpVbDhRi29jvV24cMHUrl3bKOgQ2AhRxforF1vjUwVEJ6io96hITT8Xqqioo2DBghHP1felE1RUWHHPnj1RJ65KjU5VRQUWL7300qh9svKEdevWBb0XXHbZZWbp0qVZeUuujQACSSSwZMkSG1T87rvvws66atWqNqR46623JpEKU0UAgewUUDVXfX6uI1xF+bTGokrbTlixXbt22Tlk7oUAAggggAACCCCAAAIIIIAAAggkrQABRZ8vPQFFn4B0RwABBBBAAAEEEEAAAQSSUECLSJ2F/4sXL44ocNFFF7mhRC3uV7UcGgLJLKCfnxEjRthF6uFav379zEMPPWRKlSqVzEzMHYFsFXj00UfNP//5T/ee119/vXnnnXeydQzczJ+AKpM5zya//PKLv4sZYwoUKOCGEjt16uT7esl4AYXwFUJM3VStVP+7AgHx1OrWrWsOHDgQNGQtGP7Xv/4VT9NgrDEgoEChwrtpPQs6Q6xQoYJbVVGVPKM1BYGdsKK+7t69O1oXozCgU1VRocWiRYtG7ZMVJ2hzjmPHjrmXnj9/vtHmNjQEEEAgswS++eYbG1RctmxZ2EvqeU9BxTZt2mTWLbkOAgggECKwc+dON6yozSX279/vSaly5cpuWFF/gxQqVMhTP05CAAEEEEAAAQQQQAABBBBAAAEEEEifAAHF9HmFnE1A0Scg3RFAAAEEEEAAAQQQQACBJBFQdY6JEye6i/+jTbtp06Y2mNijRw+jKjk0BBAwZtSoUTacGG4BUvPmzW3VRIIwfKcgkL0Cx48ft9XRzpw54974k08+4Wcxe1+GDN1NFcmcUKK+njt3LuJ18uXLZ06fPh3xnPr169tKiToqVqyYoXEleyf9LA0ZMsTo5yh1u/nmm80rr7xitIFFPDZ9f+zduzdo6G3btjVffvllPE6HMeewgCr1fvvtt0ahmU2bNkUcTc+ePW1FRX310vS7LTCsqMXw0ZrCiYGVFRVezK7Wu3dvM3fuXPd2H374oenevXt23Z77IIBAkgicOnXKhhTff//9kMrIDoE2DLr//vupmp0k3xNME4GcFNDz2vTp093A4vr16z0NR9Wv9dmhU12RTR08sXESAggggAACCCCAAAIIIIAAAggg4EmAgKInprRPIqDoE5DuCCCAAAIIIIAAAggggECCC8yYMcMu/p8wYYKJtrC1XLlybrVELdamIYDAfwXmzZtnVElKC8VTNwVmFEwcMGCA0f9NQwCB7BVQiOr//b//5960UqVKZs6cOdk7CO6WLoHZs2e7wcTffvstYl8vocQ8efK4ocRu3bqlayycHCywefNmM2jQIJOSkhJC8/jjj5vHHnss7skaNWpkdu3aFTSPli1b2pAZDYGMCJw8edJ+/yisGO5nJ/CaqqSoMJ/Ciqqw6KUpzK0KPTr0LLp9+/ao3bTwPbCyYtmyZaP28XPCU089ZUaPHu1eQu8Ves+gIYAAAlkhoIC4gopjx44Ne3l9tqVqin/84x+z4vZcEwEEEAgroL9zf/75ZxtaXLBggWclbTChKvUKLHqpuu35wpyIAAIIIIAAAggggAACCCCAAAIIJKEAAUWfLzoBRZ+AdEcAAQQQQAABBBBAAAEEElBgw4YN7sL/hQsXRpxhrly53FBir169zMUXX5yAIkwJgYwJqJrXq6++asOJ58+fD7lI165dbTixSZMmGbsBvRBAwLfA9ddfb7QQ0GmPPvqo+fOf/+z7ulwgcwVUXcypljh//vyoFy9QoIBRKCdSq1Onjg0m6vmlWrVqUa/JCZEFZs6caQYPHmzWrVsXdGL+/PnNsGHDjKonJkrT7+0dO3YETadZs2Zm3LhxiTJF5pFDAgrIO1UVDx48mOYoChYsaEOKOrQY3WtT9TAnqKiv0ULeuq7+vtPCdyewmBXVZf/1r3+ZgQMHutNQWPyjjz7yOi3OQwABBDIkoGfL9957z6T1bNmuXTtbTfGqq67K0PXphAACCGRUYOXKlW5lRT2zeW36O8UJK7Zp08ZrN85DAAEEEEAAAQQQQAABBBBAAAEEEPhfAQKKPr8VCCj6BKQ7AggggAACCCCAAAIIIJAgAkePHjUTJ050qyVeuHAh4swaN25sg4k9evRgUX+CfA8wjcwV+PHHH82IESPMokWLQi5cunRpG0y8++67M/emXA0BBNIloOopCl0ENlUrqF69erquw8lZI6CqYk4oUV/Pnj0b8UaFChUyR44ciToYJ5TYs2fPqOdygjcBhYsUTkwdClXwc/jw4UYL/BOtNW/ePCTcpedjVR2nIeBXQJXrnaqKixcvjni51q1bu1UVixQp4vnWZ86cCQorbtmyJWrf3Llz29+bTmAxs8LdK1asMJ07d3bvX758efPLL79EHQ8nIIAAApkhoGqK77//vtmzZ0/Yy9122222omKVKlUy43ZcAwEEEEiXwLZt24LCiocOHfLUX89p2sjCCSxqgwsaAggggAACCCCAAAIIIIAAAggggEBkAQKKPr9DCCj6BKQ7AggggAACCCCAAAIIIBDnArNmzXJDidu3b484mzJlyrjVErW4gYYAAqECu3fvtsHEDz/8MCzPTTfdZMOJLG7kuweBnBcYOnSoeeutt9yB6HfbF198kfMDS/IRqIKYE0zcunVrRI1LLrnEKDCjjRYitdq1a9tKiQol1qxZM8mFM3f6r732mnn55ZdDLtq+fXsbTqxcuXLm3jCGrtaqVSuzefPmoBE1aNDAbvpBQyCzBH744Qe3qmKka5YtW9atqtioUaN03V5VvwMrK6pqrZemRe9OYLFWrVpeuqR5jiozKjTptCVLlphSpUr5uiadEUAAAa8CGzduNAoqfvLJJ2G7lChRwoYUVVExV65cXi/LeQgggECmCmhDHm2q9PPPP9tD711eWtGiRW01WCesWK5cOS/dOAcBBBBAAAEEEEAAAQQQQAABBBBIOgECij5fcgKKPgHpjgACCCCAAAIIIIAAAgjEoYAWL2jhvyq8LFiwIOoMunfvboOJWtSvIAANAQTCC6iC1BtvvBF2gZDCMQom9u7dGz4EEIgRgaZNm5rAcP7rr79ubr755hgZXXINQyEvJ5Q4b968qJMvWbKk2bt3b8Tz8uTJY59dFExUxWda5gqowuWQIUPM559/HnLhvn37mldeeSUpFvBrke/69euDDK644gozefLkzAXnakkvoKq/3377ra2sGC1A2K1bN7eqYnqDNBcuXDBTp051A4teF763adPGdOjQwQYW69Wrl+7XS+/TgZXHP/30U7uQnoYAAghkp4De/9577z0zY8aMsLdt1qyZDSrqMzIaAgggkNMCeq9yAovRqm4HjrVTp05udcU6derk9DS4PwIIIIAAAggggAACCCCAAAIIIBAzAgQUfb4UBBR9AtIdAQQQQAABBBBAAAEEEIgTgePHj9tqLgolKgCgKhmRWsOGDe2CKy0UrVGjRpzMkmEikDMCa9assVUTtWA8XLvvvvvMww8/bIoVK5YzA+SuCCAQIqDfiXfddZf7vyuAv2rVKpMvXz60skng9OnT7nOJnk0CK2eFG4JCiTrn0KFDEUeoYIxTLbFq1arZNJvkus2vv/5qBg0aZBfDpm5//vOfzaOPPppUIApR6f0jsGljAlWkoyGQ2QIKB+uZU2HFlJSUiJdXVcNrr73WHhl9P9T3sVNdccOGDZ6m07x5cxtUVGCxcePGnvrovWPMmDHuuYMHD7bPzzQEEEAgJwRGjx5tg4rbtm0Le/vf//73tpoiwZ6ceHW4JwIIhBNYtmyZW1lR1RW9NgWvVRVbG6+oQjwNAQQQQAABBBBAAAEEEEAAAQQQSGYBAoo+X30Cij4B6Y4AAggggAACCCCAAAIIxLjAnDlz3MX/v/32W8TRlipVyg0lamECDQEEoguMHDnSVk08cOBAyMmtW7e2VRPbt28f/UKcgQAC2SrQv39/891337n3vO2228zLL7+crWNI1pvNnTvXrZa4ZcuWiAyFChUyhQsXTnNxuNM5f/78brXErl27Jitttsxbi10VTkxdVU0h3+HDhxst2E/Gpop1S5cuDZp69erVw4Y4k9GHOWeNgP7Wc6oqHjx4MM2bKHyvkKIqefupSjht2jQ3rLhu3TpPk1JA0amsqOBiWk3hRIUUnaag+d/+9jdP9+AkBBBAICsEVGldIcUPPvgg7OULFixoqynq0LMoDQEEEIgVAf2drb/bdGhDiyNHjngamjYp1H8TcAKLBQoU8NSPkxBAAAEEEEAAAQQQQAABBBBAAIFEESCg6POVJKDoE5DuCCCAAAIIIIAAAggggEAMCmzevNku/Fe1xPnz50cdoRbyq1ri1VdfbRQEoCGAQHQBLQhXMDFc5Rot4Bk4cKAZMGCAyZ07d/SLcQYCCGSrwL59+4yq7AW2f//730ahYlrWCKxYscJMnjzZTJo0ySxYsCDqTSpVqmQXUe7fvz/iuY0aNXKrJVasWDHqdTnBn8Bnn31mVNVM1S8DW82aNc2wYcNMmzZt/N0gznv37Nkz5Pu7SpUqZtasWXE+M4Yf6wI7d+50qyouXrw44nAVEnSqKqoybUabKqhOnTrVBhZVTdxL0+9ep7Ji6veLRYsWmR49eriX4WfHiyjnIIBAdgjMnDnTBhWnTJkS9nb169e31RSvu+667BgO90AAAQTSJaBNLPTc5gQWo20S5Fz8sssusxuuOWHFMmXKpOu+nIwAAggggAACCCCAAAIIIIAAAgjEowABRZ+vGgFFn4B0RwABBBBAAAEEEEAAAQRiRODkyZNm4sSJbrXEM2fORByZFlAplKhFoLVq1YqRWTAMBGJfQKGM119/3YwYMSLsYPUzpaqJDRo0iP3JMEIEklRg1KhR5plnnnFnX7t2bRuwoGWuwK+//uqGEmfMmBH14uXLlzcXX3yxUb9I7dJLL3WrJfqpBBZ1QJwQJPDSSy/Z33+pm8JGqpxIQPS/MgonaBODwCYbVQ6lIZAdAj/88INbVTHS/RROdIKKkSobehmzwjtOWHHVqlVeuti/QfX+oUML3/X3a+r3EV2raNGinq7HSQgggEBWC3zyySc2qJjWs6oqv6qaojbQoCGAAAKxKHDhwgUbVHQCi8uWLfM0zFy5cpnOnTu71RW1QQ0NAQQQQAABBBBAAAEEEEAAAQQQSEQBAoo+X1UCij4B6Y4AAggggAACCCCAAAII5LDAvHnz3FBitB2QtQjVCSV26NAhh0fO7RGIPwEt+FbVxHCVacqVK2erJt5+++3xNzFGjECSCXTv3t0sWbLEnfWQIUPMQw89lGQKWTPdHTt2uKFEVUzUAshIrXDhwqZs2bJmz549UaslNmvWzK2WqPdcWvYIHDt2zOhn5Isvvgi5oX7nKbhICxa48cYb7aLfwKYA7i+//AIVAtkmsHr1ajeouGnTpoj37dSpkxtWzJcvn68xzp492w0rqnqul1atWjWjv09VZTfwb9qxY8eadu3aebkE5yCAAALZIqBK7Aopvv/+++bcuXMh97zooovMgw8+aCsqErDOlpeEmyCAgA8Bfb7pBBa9bCrk3KpFixZuWNHvRhc+hk9XBBBAAAEEEEAAAQQQQAABBBBAINMFCCj6JCWg6BOQ7ggggAACCCCAAAIIIIBADghs3brVDSV6qcaiHY5V1U1HkSJFcmDE3BKB+BbYuXOnrZj4j3/8I+xEbr31Vls1sUKFCvE9UUaPQBIILFy40Fx99dVBM12wYIEh8JbxF//gwYM2VKJAor6eOHEi6sWqV69uq2Vt3rw54rla2N2zZ08bTFSFLVr2Cqxdu9YMHjzYzJo1K+TGgwYNsr/7aOEF9GyginKBrUyZMmbRokWQIZCtAidPnjTffPONDSumpKREvHfVqlXdoKIqHPptqiaqCsX6WVi+fHm6L/fYY4+Zxx9/PN396IAAAghktYA2HVBQccKECWFvVaNGDRtSvOWWW7J6KFwfAQQQyBSBjRs32rCiDj0zHj9+3NN19cyov9Wdw+9mF55uykkIIIAAAggggAACCCCAAAIIIIBAFgkQUPQJS0DRJyDdEUAAAQQQQAABBBBAAIFsEjh9+rRR9bb//Oc/9jh16lTEO19xxRU2kKiKiXXq1MmmUXIbBBJP4J///KcNJ4YL0ejnTFUTFZ6hIYBAfAg89dRTZvTo0e5gu3XrZj766KP4GHwMjVLPIYGhxP3790cdnRYu5smTx6xZs8acPXs24vmtWrVyqyWWKlUq6rU5IfMFFCpSCDF1he5LL73UDB8+3Nxwww2Zf9MEu+Jdd91lJk6cGDSryy67zCxdujTBZsp04kVAgUEFFRVYVLg8rZYrVy7Tu3dvG1bU78nMaPPmzXPDil5/BvQ7Q9UdnQXvCrfTEEAAgVgS+PLLL827775rVq1aFXZYXbt2tUFFPdvSEEAAgXgR0N/3TlhRX7dt2+Zp6NqQJTCsqL99aAgggAACCCCAAAIIIIAAAggggEA8CRBQ9PlqEVD0CUh3BBBAAAEEEEAAAQQQQCCLBbQru3ZkVyhx06ZNEe9WvHhxG0hUMPGqq67K4pFxeQQSW0ALDN944w27iDtce/DBB23lqEKFCiU2BLNDIMEE6tataw4cOODOauTIkeaaa65JsFlm3XSmTJniVkr0skhRoURVb1b15x07dkQcmBYz6jlGoe82bdpk3SS4clSBMWPG2HDi+fPng86tXbu2DSe2bNky6jU44b8C99xzj/n++++DOIoVK2ZWrlwJEQI5JqDq4E5VxcWLF0ccR6NGjdyqimXLls2UMetvXKeyYrT7B96wdevW7qL3Jk2aZMpYuAgCCCDgV+Do0aO2mqKOtCqJ33vvveaBBx4wpUuX9ns7+iOAAALZKqDNhRRSnD59uv3q9e8YVVLs2LEjG01k66vFzRBAAAEEEEAAAQQQQAABBBBAwK8AAUWfggQUfQLSHQEEEEAAAQQQQAABBBDIAgEt+HdCibNnz456B4URnWqJCinSEEDAn4AWFiqceOjQoZALtWvXzlZNbNu2rb+b0BsBBLJdQGEMVTBxWokSJczy5cuzfRzxdsNZs2a51RLXr18fdfg1a9Y0CrHs27fPk6+qczkbLBD6jsqb5ScMGzbMvPnmmyH36dy5s9G/XX755Vk+hkS7gQIJX3/9ddC0ChcubKuJ0hDIaYEffvjBraoYaSwKmztVFRUUzKy2cOFCM3XqVDNjxgwzd+5cz5dVJfPACj25c+f23JcTEUAAgawQ0N8VqqaY+ne+c6+KFSvav0VUYZmGAAIIxKvAggUL3MCil/9u4cxTlWSdZ7emTZvG6/QZNwIIIIAAAggggAACCCCAAAIIJLgAAUWfLzABRZ+AdEcAAQQQQAABBBBAAAEEMklAuxFrcagqJepIa9d153Z16tRxQ4lanElDAAH/AlpYM2LECLvQJnVTD7kqFwAAIABJREFUaEYVE1U5kYYAAvEpcPvtt9vqf05TZbO//vWv8TmZLB71okWL3FDismXLot6tWrVqpnr16vb5RZWxjh8/HrFPvXr13OcYVeWj5bzAkSNHbNXEf//73yGDufPOO23lRFrGBfQM8cUXXwRdoGDBgsZL6Dfjd6UnAt4FVq9e7QYVN23aFLGjFpdfe+219tD3cWa1devWmT59+pjdu3en65IVKlQwV155pbvoXVVKaQgggEBOCYwbN84GFdOqEKv3UG1e0L59+5waIvdFAAEEMkVAf8voM1QdKSkp5tSpU56uW7du3aBntzx58njqx0kIIIAAAggggAACCCCAAAIIIIBAVgsQUPQpTEDRJyDdEUAAAQQQQAABBBBAAAGfAtp12Akl/vrrrxGvVrRoUXcxv6rY0BBAIHMEFKhRMDFcxSjdoVevXjacSBg4c7y5CgI5IbB161bTokWLoFtrY4CGDRvmxHBi8p4Kp0yaNMmGOOfNmxd1jKqk16hRI6OqVStXrowatFKVZ6dSoqo/02JHYNWqVTacGO51f/LJJ82AAQNiZ7BxPJLHH3/cfPrpp0EzyJ8/v9m4cWMcz4qhJ5rAyZMnjSoOf/vtt3aheaSmYKBTVTGznpNTVxxt1qyZDSxu2bLFE7WqkwZWVqxUqZKnfpyEAAIIZKbAmTNnzHvvvWePgwcPhr20NoBQRUXepzJTnmshgEBOCezZs8cNKyqwuHPnTk9DKV++fFBYsUSJEp76cRICCCCAAAIIIIAAAggggAACCCCQFQIEFH2qElD0CUh3BBBAAAEEEEAAAQQQQCADAtu3b3dDiTNnzox6hY4dO9oF/TpKliwZ9XxOQAAB7wITJkwwb7zxhlm6dGlIp4oVK9pgYt++fb1fkDMRQCAmBfRzHlgBrkmTJmb8+PExOdbsHJSqZCmQqGBiuOqxqcei55B27dqZSy+91GzevNlMnz496nD1HNOjRw/7HMNiw6hc2X6CXvvBgwebbdu2Bd27SJEiZtiwYea6667L9jEl8g1l/dFHHwVNMW/evJ7DV4lsw9xiT2DOnDluVcW0AjbOqHv27GmuueYau7GHn6YwT2B141tuucW89tpr9veNc6RVlSzcfQPDivXr1/czNPoigAAC6RZQZVhVU/znP/8Ztm+pUqVsSPG+++5L97XpgAACCMSqgCop6rnNqa64Zs0aT0NVZW5Vl3UqY1etWtVTP05CAAEEEEAAAQQQQAABBBBAAAEEMkuAgKJPSQKKPgHpjgACCCCAAAIIIIAAAgh4FDh//rxRpSanWuKxY8ci9qxVq5a7mJ+FlB6ROQ2BdAgoKKyqiWPGjAnb64477rDhxHLlyqXjqpyKAAKxKqBFbmvXrnWH9/zzz5s//vGPsTrcLB3Xrl273FCiwonnzp2LeD+FEbt06WLKlCljVBVBfaIFVfQc41RL5DkmS19OXxf/8MMPzZAhQ0KuUbduXRvobd68ua/r0zm8wDPPPGNGjRoV9I+qRJo6JIofArEioAo4TlXFaOHA2rVr26CijmrVqqV7ClrMfuONN7r99Dvkxx9/DLrOihUrggKLqlTmpanqrwKLWvSusD0NAQQQyC4BvY8pqDh37tywt2zZsqUNKnbr1i27hsR9EEAAgWwTmDdvng0r6jlP/7fX1rZtWzes2LhxY6/dOA8BBBBAAAEEEEAAAQQQQAABBBDIsAABxQzT/bcjAUWfgHRHAAEEEEAAAQQQQAABBKIILFq0yA0lrl+/PuLZhQsXdkOJXbt2xRYBBLJI4LPPPrNVE7ds2RJyh4YNG9pgooI1NAQQSAyBGTNmmN///vdBk1m5cqUpVqxYYkzQwywOHz4cFEo8evRoxF6q6Na5c2ejoNrx48fNtGnTjMwiNQUZnUqJ3bt39zAqTslJAYV033nnnZAh6BlU4cSyZcvm5PAS/t7PPfecDSqkblu3bjV58uRJ+PkzwfgV0KY73377rQ0sRmoXXXSRG1RMz++EAwcO2N89gS3Sz8WOHTuCwooK4XtpVapUsWFF59DvMBoCCCCQ1QIjR440qhSb1nvVTTfdZB544AFTs2bNrB4K10cAAQRyREDVFJ3KivqcwetGE/Xq1XM3mtDzmzZ4oSGAAAIIIIAAAggggAACCCCAAAKZLUBA0acoAUWfgHRHAAEEEEAAAQQQQAABBMIIqMKEUylROwNHa6rqpDCUjlKlSkU7nX9HAIEMCqjaioKJ48aNC3sFBRN1FChQIIN3oBsCCMSiwJ/+9Cfz+eefu0O77rrrwgaDYnHsfsakhX6TJk1yg4l79+6NermOHTuaNm3a2PPmzJljpkyZErWPqho4wURCbVG5cvwEhX8GDx5sA0ap2x/+8Afzwgsv5PgYk2UACoLquSR127hxo8mfP3+yMDDPOBVYvXq1G1TctGlTxFmoCmKvXr1sYLFSpUpRZ9yqVSuzefNm9zz9ba3qh9HaqVOngsKKq1atitbF/nuJEiWCwopUUPfExkkIIJBBAW2UpE0K/vGPf4S9gjYvU0hRFRXz5cuXwbvQDQEEEIh9Af03FCesqK979uzxNOgKFSoEhRWTafMpT0CchAACCCCAAAIIIIAAAggggAACGRYgoJhhuv92JKDoE5DuCCCAAAIIIIAAAggggECAgKpJOMHEI0eORLTRbuhOKFEV22gIIJC1AloAOGLECBPuZ7NDhw42mKjF0DQEEEgsgZMnT5ratWsbhRacNmbMGFsdMFHbTz/95IYSVXUqWmvdurXp0qWLKVSokFmyZIl9ltm3b1/Ebqo85YQSmzZtGu0W/HuMCCxfvtwMGjTILFiwIGRETz/9tF0MT8tegVdeecW8+uqrITddt26doaJb9r4W3C1jAvo9q8CzNgCJFmpX8FYhRR2dOnVK84b9+vUz48ePd//95ZdfNrfddlu6B7hw4UI3sDhz5kxP/VVBOLCyop4haAgggEBWCKhymD6nUCgnXNNnhXo203smDQEEEEh0gePHj9vnNiewuH79ek9TVqjbeXa78sorTeXKlT314yQEEEAAAQQQQAABBBBAAAEEEEAgnAABRZ/fFwQUfQLSHQEEEEAAAQQQQAABBJJewFnIr8X8a9eujeihhf9OKLF79+5JbwcAAtkhoMXIqk4UrpqpdthWMLF///7ZMRTugQACOSDw2Wefmccee8y9s3banzdvXg6MJGtvqWqHkydPthUToz2PaCRNmjSxIc1q1aoZLfzTc4zCa5HaxRdfbJ9jnGBinjx5snZSXD1TBbSRhsKJu3btCrqufheqkh+L3zOVO10X03OKXoPUTdXfihYtmq5rcTICOSmwaNEi891339mw4rZt2yIOpXHjxm5YMXXFQm0q8uKLL7r977zzzrA/I+mZq6o86u8BHTNmzDCqJuulNWvWzF303rJlSy9dOAcBBBBIl8BHH31k3nvvPaPKiuFa7969bTXFBg0apOu6nIwAAgjEs8Ds2bPdwGK4DXbSmptCigos6iubQsbzdwBjRwABBBBAAAEEEEAAAQQQQCBnBAgo+nQnoOgTkO4IIIAAAggggAACCCCQlAK7d+92KyVqx/NoTf9B3AkmlilTJtrp/DsCCGSCwLFjx2zFxLfffjvs1a677jobTqxVq1Ym3I1LIIBArAr06dPHBFZN0s+9QlqJ0FQZaurUqTaYqA0TorW6devaUKKqxe7cudM+yyjQGK21aNHCDSVWrFgx2un8ewwKfPDBB0YVElO3+vXrm2HDhhmqYOb8i/bOO++Y559/PmQgy5YtMyVLlsz5ATICBNIhcPToUTeomJKSErGnNvHp1auXDSu2b9/enqtKjIEVE/Ue9f3336djBJFPPXz4sBtUVGBxw4YNnq5ds2bNoOqKCu7TEEAAgcwQ0AYSqqb4t7/9Lezl9H6jkKIqKup9k4YAAggkk8DKlSvdyor6bzHnz5/3NH0FuwOrK3rqxEkIIIAAAggggAACCCCAAAIIIJDUAgQUfb78BBR9AtIdAQQQQAABBBBAAAEEkkrgxx9/dIOJhw4dijj36tWru6FEVYegIYBA9gmMHz/ehhPDVQOrWrWqDSbeeOON2Tcg7oQAAjkisGbNGtOhQ4ege2sxmwIG8dpU/fGnn36yh5dQot7zunTpYoOJZ8+edZ9j9uzZE5FAlSadSolUjIrX75b/jvvZZ581I0eODJmEqnmral/p0qXje4IJNHq9Tnq9UjdVpWOTkwR6oZNsKr/88osbVlQ4PlJTIF5BRQXp9XvLafny5TObN2/OMjlV6FFVRYUV58+f7+k++pl0Frzr62WXXeapHychgAACkQRUFV3VFPX5Y7hWu3ZtG1Tk8wy+jxBAIFkFVKX7559/do/9+/d7oqhUqVJQWLFIkSKe+nESAggggAACCCCAAAIIIIAAAggklwABRZ+vNwFFn4B0RwABBBBAAAEEEEAAgYQXUNUSVRjSsXr16ojzLViwoBtK1KJ+GgIIZK/Ab7/9Zt544w3zySefhL3xH/7wBxtOLFWqVPYOjLshgECOCKgy3Jtvvuneu127dmbs2LE5MhY/N1Vwwgklhgtep752+fLlbbBDh4KGznPM0qVLIw4jT548bihRlZ+pDOXnVcv5vnv37jWDBw8OW3WsX79+5rnnnsv5QTKCEIG///3v5sknnwz53xWauvzyyxFDIG4FtMHPuHHjbFhRQcBIrVixYubUqVPm+PHj7mmqqqhKwFndtLmBE1bUOAPHkNa9L7nkEnPllVe6i961WRENAQQQ8CPw+eef26DiunXrwl5GG02ommLz5s393Ia+CCCAQFwLHDlyxD5XOoHFjRs3eppP0aJFgzaa0OcmNAQQQAABBBBAAAEEEEAAAQQQQEACBBR9fh8QUPQJSHcEEEAAAQQQQAABBBBISAEt6HYW8ysQEK21bdvWDSaWK1cu2un8OwIIZIGAQokKJyqkmLo1bdrUBhNVRYyGAALJI6AFu4HvCa+99pq55ZZb4gJAi+ycUGK0DRI0oRIlSrihRFWeUpBDzzITJ06MOl85KZCoo3LlylHP54TYF1i8eLENJ+pr6qYKff3794/9SSTxCD/++GPzxBNPhAgorMzPaBJ/YyTQ1OfOneuGFaNV9HWmPXToUHP33Xdnq4I+F9DvY+cI93dGuAG1bt3aLnpXaFF/h9AQQACBjAgcPHjQvPvuuzaoqEro4ZqqKeqgimtGhOmDAAKJJuBsMqHAYri/hdOab/v27d3AYr169RKNhfkggAACCCCAAAIIIIAAAggggEA6BAgopgMr3KkEFH0C0h0BBBBAAAEEEEAAAQQSSmDy5MluMPHAgQMR51a1alV3MT+LDhPq24DJxJmAqpwqmDh+/PiQkV900UVm4MCBNpyYN2/eOJsZw0UAAT8CkyZNMnfccYd7ifz589tKyLFcFTAlJcUNJaZVLSXQpGTJkqZDhw6mY8eOplOnTmbJkiXuc8yuXbsi8qkSmxNKVJCCljgC+n04aNAgo2BN6u8XVRXt2bNn4kw2gWfy2WefmcceeyxkhgpKUZ0tgV/4JJva/v37bVBRx8yZMyPOXlUKtcnANddcY1q0aJHtUufPnw8KK0arSuwMUD+vbdq0Mfpdq69Ucs/2l44bIhD3AosWLbIhRb1XhmvavEAhxcC/feJ+0kwAAQQQ8Cmgz4sVVNTfT9OmTfN8tUaNGrlhRW1KSUMAAQQQQAABBBBAAAEEEEAAgeQSIKDo8/UmoOgTkO4IIIAAAggggAACCCAQ9wIrVqxwF/OvXLky4nwKFCjgLubXon6Fn2gIIJBzAm+99ZYNJx47dixkEArrKJzYrFmznBsgd0YAgRwT0CLdb775xr1/3759zauvvppj4wl343PnzrmBRFVL3LhxY9TxlSlTxgYSdSicuHPnTvc5JlqFAD23OKFEfdVzDS2xBEaOHGlUITF1a9iwoRk+fLjRYkta/AiMHTvWPPzwwyED1vtF7dq142cijBQBDwKzZs1yqyoquBipqcqNgoq9evUyhQoV8nD1zD9Fi94Dqyvqd3q0pk0SnKCivvJ3SjQx/h0BBAIF/v3vf9ug4vLly8PC6O8D/Q2k6q00BBBAAIH/E9iyZYsNKzrHoUOHPPFUqVLFDSuqOvall17qqR8nIYAAAggggAACCCCAAAIIIIBA/AoQUPT52hFQ9AlIdwQQQAABBBBAAAEEEIhLAS14/M9//mOPKVOmRJ2DFg86C/pVcYiGAAI5K6AFJQomaiFz6qaKYqqY2K9fv5wdJHdHAIEcE9Dv+SuuuCLo/l9++aWJhd3vT58+HRRK1EK5aK1ChQpupUQtPD5z5oz54Ycf3GeZaP1V6dl5jlEFaFpiCjzzzDNm1KhRIZO7+uqrjSonXnbZZYk58QSf1ddff20eeOCBkFmqSmy9evUSfPZMLxkFVP31u+++M/q9raphkVq5cuVsUFFH48aNc4xr27ZtQWHFPXv2eBpLtWrVgqorli5d2lM/TkIAgeQVOHHihA0pvvvuu2E3apLM3XffbZ8d+Pwyeb9PmDkCCKQtoHBiYFjRy2cyulqJEiVsAFxBRR3ly5eHGQEEEEAAAQQQQAABBBBAAAEEElCAgKLPF5WAok9AuiOAAAIIIIAAAggggEBcCUydOtVdzL9v376IY69cubK7mL958+ZxNU8Gi0CiCmgRiYKJWpAXrvXp08eGE6tXr56oBMwLAQQ8CHzwwQfm6aefds+sVauWSUlJ8dAza07RQmJVPHMOBRmiNe3UH1gpMU+ePGbatGk2mKhDlRMjNYU2nFBiLAQzo82Xf8+4wO7du82gQYPsM27qdu+995q//OUvGb84PWNCYNy4cUavZeqm15yqmDHxEjGILBLQ7+/Dhw97urqqpzthxfz583vqkxUn6Xe+KivOmDHDbqayYsUKT7fJly9fUHVFPoPwxMZJCCStwMqVK+3nIgpzh2tly5a11RTvueeepDVi4ggggEA0gQsXLtiwop7d9FUVsr00fT4TGFasW7eul26cgwACCCCAAAIIIIAAAggggAACcSBAQNHni0RA0Scg3RFAAAEEEEAAAQQQQCDmBVavXm0mTJhgF20vX7484ngvvvhidzG/FvXnzZs35ufHABFIFoFvv/3WhhNXrVoVMuUaNWrYYOINN9yQLBzMEwEEIgj06NEjqOrS4MGDzcMPP5ytZkeOHAkKJe7atSvq/WvWrOlWSuzQoYM9X+95TrXEaIvlcuXKFfQcU7Bgwaj35IT4Fli4cKHR9/fSpUtDJvLXv/6VRenx/fIGjV7vA6qIlLopvNisWbMEmilTQeD/BG6++WYbzneaKg5u2LAhIlGlSpVsULFXr16mfv36Oc6pzyAUVJw9e7b96jVwqYrHbdq0cUOLZcqUyfG5MAAEEIg9AX3eqWqKCxYsCDs4vY8oqNi5c+fYGzwjQgABBGJMYPHixW5gUZtNeG1NmzZ1A4utW7f22o3zEEAAAQQQQAABBBBAAAEEEEAgBgUIKPp8UQgo+gSkOwIIIIAAAggggAACCMSkgKqsKZCohTqTJk2KOsaWLVu6C/orVqwY9XxOQACB7BPYtGmTDSb+85//DHtTVQRQOLFEiRLZNyjuhAACMSugBWXaZCCwzZ8/31x++eVZPuaDBw8GhRL37t0b9Z7aad+plOhUOlSVZz3HKJA0ZcqUqNdo3Lix+xxDBdmoXAlzgoJpqpy4f//+oDmVKlXKDB8+POTnIGEmnsQTmTx5srn99ttDBL7++mvTqlWrJJZh6okq8Pzzz5t33nnHnd6DDz5oF39/9913Ru+B2gwgUuvevbtbVfGiiy7KcSZ9TqGQonOoApqXpo2TtNhdQSMdVFf0osY5CCSPwPnz5201RQUVUz8XOgq33nqrDSoq6E1DAAEEEIgusHHjRhtWdCosRnvudK6oz2QCqytecskl0W/GGQgggAACCCCAAAIIIIAAAgggEDMCBBR9vhQEFH0C0h0BBBBAAAEEEEAAAQRiSkDVFZxg4p49eyKOTUFEBRh0KKBIQwCB2BP46KOPbDhx586dIYPTwlwFEzt16hR7A2dECCCQYwLPPPOMGTVqlHv/Ll26mI8//jjLxqMQ4k8//eQeCilGaw0bNrShRFVJDHwG+fHHH20oUceBAwciXqZs2bJGwQs9x2jxGy25BLQIXRUSU7cmTZrYcGIsVA1Lrlck+2abkpJibrnllpAbjh071rRr1y77BsKdEMgGAVVQv++++9w7tW/f3t20ZPv27TakqLCiqslGagrkqKqijtq1a2fDyL3dQpWRA6srel34XqVKlaDqinomoCGAAAK//vqrDSl++umnYTGKFy9uQ4oPPPCAyZ07N2AIIIAAAh4FFP52wor6um3bNk89L7vssqCwIs9sntg4CQEEEEAAAQQQQAABBBBAAIEcFSCg6JOfgKJPQLojgAACCCCAAAIIIIBAjgusXbvWhhJ1LFmyJOJ48uTJY3r06OEGEy+++OIcHz8DQACBUIFFixbZYOLEiRND/lEVRAYOHGjDibFQCYXXDwEEYkvgiiuuCKocoiBX7969M3WQu3btCgolegkUNG3a1K2UqBCZ01Tx0QklrlmzJuI49Z6nQKKCiToKFiyYqfPiYvEh8NRTT5nRo0eHDFbBm2HDhhktPqcltsCMGTPM73//+5BJfv755zb4TEMgUQQ2bNgQFLzV+9uKFStCpjd16lQ3rHj8+PGI0+/Vq5dxjlhy0gYHgdUVV61a5Wl4+owjsLpiixYtPPXjJAQQSFwBVWDX30AzZ84MO0n9XaKg4tVXX524CMwMAQQQyCKBs2fPmunTp7uBRa8VsfPly2d+97vfuYHFWNo0I4uouCwCCCCAAAIIIIAAAggggAACcSlAQNHny0ZA0Scg3RFAAAEEEEAAAQQQQCBHBBQEcEKJWtQfrTVr1swNJlauXDna6fw7AgjkkMCFCxfMiBEjzJtvvmlOnjwZMoquXbvaYGJguCeHhsptEUAgBgVSV1pKK8iQkaFrh/zASoknTpyIeplWrVq5lRIbNGjgnq+qT3p+0bOMgkbRmsIGTihRVZNoySmgasKDBg0KG95XJZynn346OWGSdNZz584NG74eM2aM6dy5c5KqMO1EFKhZs6YJ3AhA3/sVK1YMO9XffvvNVlRUZUVtABCpaVG4U1VRFRZjrS1dutTMnj3bDS0ePXrU0xD1eUebNm3c0GK5cuU89eMkBBBIPAFtaKGKivrbI1zr06ePDSrWrVs38SbPjBBAAIFsEliwYIEbVpwzZ47nuzZv3twNK7Zs2dJzP05EAAEEEEAAAQQQQAABBBBAAIGsFSCg6NOXgKJPQLojgAACCCCAAAIIIIBAtgpod1onmKhF2pFa+fLlbZUhVUxURQEaAgjEtoAqn6hq4rx580IGWqpUKVs18e67747tSTA6BBDIUYE777zT/Pjjj+4Y+vXrZ5577rkMj2nLli1BocTTp09HvVa7du3cSol16tRxz9cu+04oUV+jVXhSwMAJJbJYLSp7wp+gRY8KJy5fvjxkrkOHDuX3Y8J/B4SfoL4vevbsGfKPH374oX3/oCGQCALXX3+9Deo5TYEb/Y0frU2aNMkGFXWE2/jE6a/qxE5QMVZ/bg4cOBBUXXH16tXRpm//XXMLrK7I84QnNk5CIKEEFE5USDFc9W1NVBXZtdGFgooFChRIqLkzGQQQQCC7BdavX++GFX/++WfjZWMrjVEbcgRWV8yfP392D537IYAAAggggAACCCCAAAIIIIDA/woQUPT5rUBA0Scg3RFAAAEEEEAAAQQQQCDLBTZs2GBDiRMmTDCLFi2KeL/cuXPbUKITTGRxTZa/PNwAAd8C+/fvt1UTR40aFfZaN954o62aWLVqVd/34gIIIJC4AqpwqIrJgU3PDo0bN07XpPXcMW3aNDeYeO7cuaj9O3bs6FZKrFGjRtD5qvSkQKKOTZs2RbzWJZdcYkNFeo7R1zx58kS9NyckvoAqgyqcePDgwaDJqirWsGHDjKoL05JXYMmSJWHDiHquChdeTF4pZh6vAs8880zQ3wmPPvqo+fOf/+x5Ops3b3arKi5btixiv/r165tevXrZwGKlSpU83yO7T9TPfWB1xWPHjnkaguYUWF1RmzrREEAgOQRmzpxp3nvvPTNlypSwE65Xr54NKl533XXJAcIsEUAAgSwW2L17tw0rasNNfY222aYznNKlSweFFfX/0xBAAAEEEEAAAQQQQAABBBBAIPsECCj6tCag6BOQ7ggggAACCCCAAAIIIJAlAqoq5FRKHD9+fNR7NGnSxA0mVqtWLer5nIAAArEh8NVXX9mqievWrQsZUK1atWwwkQVysfFaMQoEYl3grbfeMqok57RGjRrZZwkvbdasWUaLdmfMmBG2imvqa+TNm9cNJCqcqGqHgW3jxo1uKDFcVdjU11PVRSeUqNAZDQFHQBVvwlUBbdGihQ0n1q1bFywEzMqVK02nTp1CJBRE6N27N0IIxLXA2LFjzcMPP+zOoUuXLubjjz/O0JwmTpzohhXPnDmT5jVUtcapqhjuZytDN8+iTtrsRc8xzrFmzRpPd9LmToHVFVu1auWpHychgEB8C3z66ac2qKhNWcI1hbQVVNTfUjQEEEAAgcwROHXqVFBlxbVr13q6sJ5JAysrqtIiDQEEEEAAAQQQQAABBBBAAAEEslaAgKJPXwKKPgHpjgACCCCAAAIIIIAAApkqoEV1TjBRlZAitbJly7qhRC3spyGAQPwIaDGcqiZ++eWXYQfdv39/G04sVqxY/EyKkSKAQI4KdOjQwQQuyleoq1+/fmHHtHfvXhtGdEKJ0Sob6iKqyhxYKfHyyy8PuraqFzmVEvUsE63yokLYqpKogwXAOfqtE7M3HzJkiPnwww9Dxqfg/vDhw03hwoVjduwMLPsFtMi1ffv2ITdWeLtPnz7ZPyDuiEAmCaxatcqtS3ZkAAAgAElEQVRcddVV7tXKlCljFi1a5Ovqv/76qxk3bpwNKyrgG6mpqmKPHj3M1VdfbVJXSfY1iCzqvHjx4qDqitr8yUurWLFiUHXF1M85Xq7BOQggEB8CCjZrEwwFFc+fPx8yaFVxV0jx/vvvN0WLFo2PSTFKBBBAII4E5s6d61ZWnD9/vueRt2zZ0g0sNm/e3HM/TkQAAQQQQAABBBBAAAEEEEAAAe8CBBS9W4U9k4CiT0C6I4AAAggggAACCCCAgG8BVRlyQom//PJL1OupwpBzXHrppVHP5wQEEIgtgdGjR9twogJCqZsWWgwcONAoaERDAAEEvApog4Mbbrgh6PQVK1aY4sWLu/+bAggKJTrBRC8L9hUAUyhR70n6Wrp06ZAh/fzzz24wcceOHRGHrNC1E0rs2rWr1+lxXpIJbN++3QwePNj8+OOPITN/6KGHjIKLNATCCSh01bZt25B/0nPXTTfdBBoCcSugSsWqPOM0BRQVVMyMNmHCBDesGC6oE3gPhRR1KLB48cUXZ8bts/Qa+/btC6qu6LVaT65cuYKqK6rSIg0BBBJPYMGCBTakOH78+LCTUyhbQcWbb7458SbPjBBAAIEYEVi9enVQdcVIVb4Dh1y7dm03rKjPrBQupyGAAAIIIIAAAggggAACCCCAgH8BAoo+DQko+gSkOwIIIIAAAggggAACCGRIQIsLtRBQwUR9jVZlqGHDhjaUqIWA8VC1IEModEIgwQUUQNYC+SlTpoTMVAt8FUxU1UQtiKUhgAAC6RF4/PHHzaeffup2ufbaa42qhgVWSVyyZImnS6pCsyozqxKZQomBIUfnAgo/Tpw40QYTly1bFvW6nTp1ssFEPcuUKFEi6vmckLwCqp4waNCgkIpeuXPnNsOGDTN33HFH8uIwc08CW7duNS1atAg595VXXjG33nqrp2twEgKxJtCzZ0+jII3TxowZYzp37pypw1y3bp0bVAysyBzuJpUqVXKrKjZt2jRTx5GVF1Owc/bs2W5o8cSJE55uV6FCBVtdUZvJ6P2lWrVqnvpxEgIIxIfAV199ZYOK+hsnXNPGKgoq6j2AhgACCCCQdQLa9EqbYDlHuM39wt1dn2P97ne/M1deeaX9etlll2XdILkyAggggAACCCCAAAIIIIAAAgkuQEDR5wtMQNEnIN0RQAABBBBAAAEEEEAgXQJz5851g4laPBuplSpVyq2UqJAADQEE4lNAOz+/8cYb5s033zThdoFWaEfBxEaNGsXnBBk1AgjkqMDp06eNdo4PXGSvCmKqJBatoqEz8CuuuMIu5NKhcGK+fPlC5rRz5043lJiSkhJ1zvXr17fPMXqPq1OnTtTzOQGBr7/+2oYTDx8+HIShYMjw4cPNVVddBRICngRUhTNcaErfR3feeaena3ASArEkoPfGf/zjH+6QnnjiCbu5SVa1cePGme+//95+dnH27NmIt9GzgzZSUmXFeFoMrgXvqkDtHApoem16xmnevLk9FFgsV66c166chwACMSqg6vIKKb777rsmrUrz/fv3t0FFfV5LQwABBBDIWoFjx465QcXp06ebDRs2eLrhJZdcYkOKTmCxevXqnvpxEgIIIIAAAggggAACCCCAAAII/FeAgKLP7wQCij4B6Y4AAggggAACCCCAAAJRBbZs2eJWSpw3b17U87Uztxb06yhSpEjU8zkBAQRiV2DSpEm2auLChQtDBlmmTBm7sJiF8rH7+jEyBOJB4MUXX7TvM+lpqtQaGEhMKyCtULVTKVFfjx49GvE2el9TIFEHmyuk5xXh3Lffftu88MILIRCtW7e2lRNr1aoFEgLpElCounHjxiF9nn/+efPHP/4xXdfiZARyWkBVklUt2WkKA37wwQdZPixtdqCQ4vjx483ixYsj3q9o0aI2pKhDFZjjrenvtcDqiidPnvQ8BYUUncCifm8VLlzYc19ORACB2BJYuXKlDSmqqmK4VrFiRRtS5HOc2HrdGA0CCCS+gDaVcCorqiq216ZnMyesGE+Vv73Oj/MQQAABBBBAAAEEEEAAAQQQyGwBAoo+RQko+gSkOwIIIIAAAggggAACCIQV0IL+//znP/bQYr5wVdMCOzpVhhRKVBUkGgIIxLfA7t27bdXEv//972EncvPNN9uqiZUrV47viTJ6BBDIdgGFBGfMmGFmzpxpv65evdrTGEqWLOlWSFQ4UVXp0mpaoP/DDz/YcOLmzZsjXj9PnjymW7du9lAwsVChQp7Gw0kIOAKpK4M5//vvf/97G04sWLAgWAhkSGDPnj2mQYMGIX2fffZZoypINATiRWDJkiX2d6zTFJCZO3dutg5f1ZP12YYCi/v3749474YNG7pVFatVq5at48yMm+m9I7C64vr16z1ftkCBAraqohNY1DOXNoagIYBAfAno/U4VFRcsWBB24NqMRUFFhV5oCCCAAALZK7B8+XKjqopOYPH8+fOeBlC3bl03rKgNNXhG88TGSQgggAACCCCAAAIIIIAAAkkmQEDR5wtOQNEnIN0RQAABBBBAAAEEEEAgSGD+/PluMHHTpk0RdUqUKGEX7SmUGI8VBnjpEUAgvMAXX3xhq5lt3Lgx5IQ6derYYOK1114LHwIIIOBZQBWMFEZ0gonRggHOhVV1rl27dm4wMVLQa+3atW4oMVzV19SDbdWqlRtKJGzt+aXkxACB3377zQwePNhMnjw5xEUVhp944gm8EPAtsG/fPlOvXr2Q6zz11FPmwQcf9H19LoBAdgicO3fObixw4cIF93YrVqwwxYsXz47bB91j7969blVFLQqP1HLnzm0rKupzD33Nmzdvto83M26ogNK8efOMPu/RV72veG16jZzAop6dmjRp4rUr5yGAQA4L6D1X1RR1pPX311133WWDipE2f8nhaXB7BBBAIKEFtm7d6gYV9Wx68OBBT/MtX768DSs6R048V3saKCchgAACCCCAAAIIIIAAAgggkM0CBBR9ghNQ9AlIdwQQQAABBBBAAAEEEDBaXO1US1TFoWitU6dObjCxWLFi0U7n3xFAIE4E1qxZY6smfv3112FHfP/999twYpEiReJkRgwTAQRyUmDOnDluKDE9VZJat27tBhJVvSdS0wJ7VUlUtcRJkyZFnW6NGjXcUGLTpk2jns8JCKQloO9pVU5MXQE0X758ZujQoebWW28FD4FME9AiVW0Skbrpe1DPZjQE4kGga9euZtmyZe5Q//Wvf+V45S5taKCKiqo0Fm2DJm1moJCijsaNG8cDedgxnjp1yoYUAwOLJ06c8DwfLYZ3AovaRELPVjQEEIhtAW0Wo5Dip59+GnagZcqUMfq85957743tiTA6BBBAIMEFDh8+HBRW3Lx5s6cZX3rppW5QUdWvq1at6qkfJyGAAAIIIIAAAggggAACCCCQiAIEFH2+qgQUfQLSHQEEEEAAAQQQQACBJBU4f/68XYinYKIW42mRWqRWt25dWylRlQP0f9MQQCCxBEaOHGnefPPNsLvqKyykSlDakZmGAAIIpCWgsKBTIVFfw1VhjaaninN6v4nWnFCivh44cCDi6dpFvlu3bqZ79+5G4QgaAn4FvvrqK1sd8dixY0GXUnhl+PDhpn379n5vQX8EQgS0WFVVZVO3xx9/3Dz22GOIIRDzAn/605/M559/7o7z6aeftlW7YqGdOXPGfi6iQ5+T6POSSE3v805VxRIlSsTCFDI8BgWgFbp3AouqspieVr16dRtYVHVFLYhX0ImGAAKxKTBlyhTz3nvvmZkzZ4YdoD77UVCxS5cusTkBRoUAAggkmYAqKuqYPn26Wbp0qefZt23b1g0sNmrUyHM/TkQAAQQQQAABBBBAAAEEEEAgEQQIKPp8FQko+gSkOwIIIIAAAggggAACSSbgVAhQMFE7aEdqqo6oUKKOzp07J5kU00UgOQRU4UxVE1NSUkImnD9/fvPoo4+ahx9+ODkwmCUCCKRbYNWqVW6VRC10TR3YSuuC2s29SpUqRotknabKc6pGV6BAgbDdfvnlF1spUaHE9evXRx2rwogKJSqcqJAiDYHMEFCYf9iwYSGXUhUphROrVauWGbfhGgiEFTh69KipXbu2OXfuXNC/K9it0CwNgVgW+PDDD82QIUPcIV533XW2olesNT1jOFUVoy0E1/OFKioqrNihQ4dYm0qGxrNjxw6jvxGdKosrV65M13UaNGhgVAFbC+MVWFRFHxoCCMSWwOjRo21Qcdu2bWEH1rdvXxtUVACZhgACCCAQGwJLlixxqytqUzCvrV69em5Ykc2UvKpxHgIIIIAAAggggAACCCCAQDwLEFD0+eoRUPQJSHcEEEAAAQQQQAABBJJAQAvMFEjUIru0dskOZOjYsaMbTCxZsmQSCDFFBJJP4MSJEzaY+NZbb4WtEKJFto888ojRAlMaAggg4AicPXvWPktoMZSOxYsXe8bRYnWFuLRYXdU5VDXp66+/dvvfcsst5rXXXgu6nqowOqFEVfeJ1po2beqGEmvUqBHtdP4dAc8CqqY1aNAgM2bMmJA+N998sw0tKthPQyCrBfQMV6dOHXPq1KmgWw0YMMA8+eSTWX17ro9AhgVUme+aa65x+yv4omowsdymTp3qhhVVaTBSU3UahRV1aBOGRGna2Gr27NluYHHTpk2ep5YrVy5bXbFly5b2+U/PgTQEEIgNge3bt9uQ4gcffBB2QNq0TiHF++67z+TNmzc2Bs0oEEAAAQSsgD4rcyor6uuRI0c8yVSoUCEorFikSBFP/TgJAQQQQAABBBBAAAEEEEAAgXgSIKDo89UioOgTkO4IIIAAAggggAACCCSwgEKJOsaPH2+OHz8ecaaqxOFUS6xfv34CqzA1BBDQ+4LCidp5OXUrV66cURWe22+/HSgEEEDACmghuirpaHG6QolazOqlFSxY0A0kakF6rVq13G5a5K+ATWAbO3asPf/w4cNuKFHhRAXDIrXKlSu7ocRWrVp5GRrnIJAuga1bt9pwooIqqdvjjz9uHnvssXRdj5MR8CugcKIqYaiiYmBTiOB//ud//F6e/ghkiYDCtaqgHNjWrVsXFxX29uzZYz9X0RGtYk2ePHncqooKK1500UVZ4plTF12xYoXdrEKBU1VZ3L17t+ehXHLJJTaw6FRXbNiwoee+nIgAAlkjoJ9nBRUDK9sH3qlJkyY2qNizZ8+sGQBXRQABBBDwJXDgwAEzbdo0t7piWtVxU9+kcOHCbljxd7/7nalUqZKvcdAZAQQQQAABBBBAAAEEEEAAgVgRIKDo85UgoOgTkO4IIIAAAggggAACCCSYgCoZOcFELfaL1LRDqhNK7Nq1a4JJMB0EEEgtoFCRgokff/xxWJy+ffvacKJ2U6YhgEDyCmjndVUrVChRx4IFCzxj6P1DFXKcKjlpVWL++9//HlTpS9UOFaqZOHGiDScqCBCpFSpUyA0lduvWzSgMQEMgKwQUzFU4ce3atUGXL1CggBk6dKhR9UQaAjkhoIq22lgmdVW3fv36meeeey4nhsQ9EYgq0KFDB7NmzRr3PFVSjrfNBX755Re3quKWLVsizlmBTIUUVZ1eFRYTsclDoU0nsJg6OB1pziVKlHCrK+rZsVq1aolIxJwQiAuBTz/91AYVN2zYEHa8N9xwgw0qXnHFFXExHwaJAAIIJKvATz/95IYVV65c6ZlBz2IKKupo0KCB536ciAACCCCAAAIIIIAAAggggECsCRBQ9PmKEFD0CUh3BBBAAAEEEEAAAQQSQGDXrl1uKPHnn3+OOiP9R0YtkFM4sVSpUlHP5wQEEIh/gc8++8yGE8MtotUCs0ceecT06tUr/ifKDBBAIEMCixYtsmFEBRNnzZplFFL02rTg3gkk6muuXLmidlUFjsDgo4KMe/fujdqvY8eObjCxdOnSUc/nBAT8CHz55ZdGFRJVrS6wVa9e3QwbNsxW/KQhkJMCqjCrCmSp3z/vuusu+z1KQyDWBAYMGGC++uord1gK0ypUG49NvxtUUXHChAn2a7SmcKbCijqKFSsW7fS4/PcLFy7YsKIOVVfUEa0SduBEL7/8cre6op4p+bwqLr8NGHQcC6gK17vvvmuPcD+7qoL6wAMPGFVsLliwYBzPlKEjgAACySGgz9303wt16DM/r00BRSesqGcyGgIIIIAAAggggAACCCCAAALxJEBA0eerRUDRJyDdEUAAAQQQQAABBBCIYwFVGVK1RC2Gi7ZLvSoTKZCoYKIWsdIQQCA5BFasWGGDiePGjQs74QcffNCGE1WNjIYAAskjoLCyUyVRgcRNmzZ5nny+fPmCAonpraLx3Xffmf79+3u+nxZGde/e3ahSYt26dT3340QE/AiMGDHCvPjiiyGXUMBEwa/KlSv7uTx9EchUgcaNG5udO3cGXfO2224zL7/8cqbeh4sh4Fdg5MiR5tlnn3Uvc9NNNxm938Z7W7dunf1cRsfy5csjTkebMjhVFbXwO5Hb8ePH3cCiFsUvW7YsXdOtVauWW5lbi+NVvZiGAAJZL7Bw4UIbUkwrfK2//xRUvP7667N+MNwBAQQQQCBTBNavX++GFRVYPHHihKfrVqpUyQ0ratMwAuqe2DgJAQQQQAABBBBAAAEEEEAgBwUIKPrEJ6DoE5DuCCCAAAIIIIAAAgjEmYAWdCmUqF3616xZE3H0ChxpQb+CiTpoCCCQXALvvPOOeeutt8yhQ4dCJt62bVszcOBAqj8l17cEs01iAS0Q18JwHQokBlYv9MJSrVo106JFC9O6dWv7vlG2bFkv3dxzduzYYX788Ud7TJ06NWrf8uXLu6FEdmuPysUJmShw9uxZM3jwYPPJJ5+EXPXWW281w4cPN3ny5MnEO3IpBDJHQO/RW7duDbrYzTffbF5//fXMuQFXQSATBGbOnGn69OnjXkkbD0yZMiUTrhw7l5g8ebJbVfHw4cMRB9akSRM3rJgMwfd9+/a5gcXZs2ebDRs2pOuFa9q0qRtYbNmypbnooovS1Z+TEUAgfQKqePvee+8ZbXwVrvXs2dMGFbVRAg0BBBBAIH4E9u7da1JSUsz06dNtaDH1ZjdpzaRo0aJuWFEbbVSoUCF+Js1IEUAAAQQQQAABBBBAAAEEkkaAgKLPl5qAok9AuiOAAAIIIIAAAgggEAcC+g+GCiXq+Omnn6KOWMEBJ5SY3gBB1ItzAgIIxLzAjBkzbNVEfU3dVHXiT3/6kxkwYEDMz4MBIoCAP4ElS5bYKokKA0ybNs2cOnXK8wVLlSpltPBbgRcdqmKY3qbqzk4ocdKkSUYhyUhNu7B37drVHtpgIX/+/Om9Jecj4Etg8+bNZtCgQXahXur2xBNP2GA/DYFYFmjTpo3ZuHFj0BAVBtOGFTQEYkFAG6fUrl07aCh671V15kRru3btstXHtLmUnsUiNc2/R48eNqyoI1euXInGEXY+v/32mxtY1AYa2tAiPa1Zs2b2edV5Zi1SpEh6unMuAgh4EDh58qTR5leqqBju7zkFhRVSvO+++0zx4sU9XJFTEEAAAQRiTUCf2SmoqGPt2rWehpc7d267cYSCijrq1avnqR8nIYAAAggggAACCCCAAAIIIJDVAgQUfQoTUPQJSHcEEEAAAQQQQAABBGJYQDvvK5SoRW3hKqAFDl2VjZxQonbhpyGAQPIJHDlyxAYTtXgsXNPu9o888ggLBpLvW4MZJ4nAtm3bbIVEJ5C4fft2zzPPmzevrYzoBBKbN29u9L9lpOn5xQkmanF+tNalSxejQ8HE0qVLRzudf0cgSwT0c6Nw4vr164Our4rkQ4cODar4lSUD4KIIZJKAFoeuW7cu6Gq9e/e2FZBoCMSCQOogrT7vSPTPMObPn28/19GhUF6kVr16dbeqYkY2iIiF1zijY9B7lzbZ0aHfy9E+B0t9H4VfncCivpYrVy6jQ6EfAgikEli5cqUNKaqqYrim9y4FFW+55RbsEEAAAQTiWGDevHluWFHPsF5bo0aN3LBi27ZtvXbjPAQQQAABBBBAAAEEEEAAAQQyXYCAok9SAoo+AemOAAIIIIAAAggggECMCaxYscKtlqjFH5GaKg2pwpATTNSupTQEEEhOgXHjxtlwot5DUrfy5cubRx991Nx6663JicOsEUhQAVWzUIVELeLWLudLly5N10ybNm1qWrVqZRRGVDCxWLFi6eofeLIWMDmhxNTBmEgXveGGG8zbb7+d4fvSEYHMEPjiiy/MY489Zs6ePRt0uVq1apnhw4fbnxMaAvEk0KlTJ5P6b0ltVDFq1Kh4mgZjTVCBe++91+hvF6e9+OKL5o477kjQ2QZP68SJE25VRW1GFa1dddVVblixaNGi0U5PuH/Xs60TWNTXM2fOpGuOFSpUsM+4TmixZs2a6erPyQggECqgoLU2PViwYEFYHm08o6Aiz8989yCAAALxL7B69Wo3rDh9+nRz+vRpT5OqUqWKG1bU82z+/Pk99eMkBBBAAAEEEEAAAQQQQAABBDJDgICiT0UCij4B6Y4AAggggAACCCCAQAwIHDhwwEyYMMEGE6dMmRJ1RK1bt7ahxB49ehgFj2gIIJC8Alu2bLHBxM8++ywswm233WYGDhzIe0Xyfosw8wQTWL58uRtInDZtmjl//rznGVatWtVceeWVbiBRi7b9tFWrVtlQ4qRJk9JcoBp4fVW10eKmwPb9998bBSVpCOSUwGuvvWZefvnlkNsr4DVs2DDj9+ckp+bFfRHo1q1bSHBdm9t8+OGH4CCQowJvvfWWrUzrtNtvv9289NJLOTqmnLj5mjVr3LBiuE1mAsdUqlQp+/nP1VdfbSteJ2vTxhxaHK+NMfR/e10k73hpMw4nrKjgYqJX7kzW7xPmnT0C77zzjg0q7tu3L+wNFUa/7777TNmyZbNnQNwFAQQQQCBLBXbt2mVSUlLcwOLevXs93a9EiRL2s8jf/e53pkOHDvxe8KTGSQgggAACCCCAAAIIIIAAAn4ECCj60TPGEFD0CUh3BBBAAAEEEEAAAQRyUOCnn36ywUTtPq2QYqRWuXJlt1KiKh3REEAAgY8//thoge9vv/0WglG/fn3zyCOP2EWsNAQQiF+BHTt2BAUS9+zZ43kyxYsXt4uA2rRpY6vHKCDot23bts2tlKiFSdGanl+6du1qVElj8eLF5oUXXnC7NGzY0Pzwww/RLsG/I5AlAgo1DB48OGzA/84777ThxFy5cmXJvbkoAtkloOfAhQsXBt2uc+fOZsyYMdk1BO6DQIiAPgfp27ev+783atTIbtaUzE2bPehzIR1Hjx6NSNGsWTP7N542rapUqVIys9lnSwUVncBiWkGptJDy5s3rBhad4GK+fPmS2pTJI5AegV9//dWGFD/55JOw3bTRh6op3nXXXem5LOcigAACCMS4wLlz5+xng9o44ueffzYbNmzwNOI8efK4YUUFFuvWreupHychgAACCCCAAAIIIIAAAgggkB4BAorp0QpzLgFFn4B0RwABBBBAAAEEEEAgmwVUOUiL7xRMVBWkSO2SSy6xi/q18EyHFk/REEAAgSVLltiqiWkt5H3ooYdsOLFgwYJgIYBAnAmcOXPGXeCjCompKw5Gmo7CVFrgo0ObGWTWhgZHjhxxQ4lagHTy5MmIqiVLlnRDiXqOyZ07tz3/qquuMqq66LS//OUvRpU1aAhkt8DGjRvNoEGD7EK61G3IkCFGv0dpCCSKQO/evW2AJ7CpcsXnn3+eKFNkHnEmoM0WGjRo4I5aC5W3bt0aZ7PImuFqYwqFFPV50ezZsyPeRJ8P6XMiVUbVUaBAgawZVBxdVYvj9X7nhBY3bdqU7tErMOuEFfVVG37QEEAgssCUKVNsUHHmzJlhT9Tfpwoqtm/fHkoEEEAAgQQUmDVrlltZcdGiRZ5nqGrWzueYrVu39tyPExFAAAEEEEAAAQQQQAABBBCIJEBA0ef3BwFFn4B0RwABBBBAAAEEEEAgGwQOHTpkg0Q6tLA/WtMiKCeUWLFixWin8+8IIJBEAgomvv3222Era6hS2sCBA221NBoCCMSPgELHCkopkJjWos60ZqMF/lrM41RJzMxgsp5ZVNFHX3fv3h0RNH/+/EGhxMKFCwedP2fOHHPdddcF/W/Lli0zCjPSEMhOAe3w/8QTTxiFFANb0aJFzdChQ0O+T7NzbNwLgawS6NOnT8jvl3bt2pmxY8dm1S25LgIRBVQFUFWZnabnjXr16qEWIKCQnRNWDLQKh1S+fHkbUtTnSG3btsXxfwV27drlVldUlUU9e6a31ahRwwYWVY1cX/mMLr2CnJ9MAqNHj7ZBxbTes1Sl/P7770/66q/J9D3BXBFAIPkEtCmrU1lRn3WeP3/eE0L16tXd6oqdO3c22sSEhgACCCCAAAIIIIAAAggggEBGBAgoZkQtoA8BRZ+AdEcAAQQQQAABBBBAIAsFFDRQKPH77783+/bti3gnLXJyQola9ERDAAEEAgVSUlJs1USFfFI3VVt97LHH7I70NAQQiH0B7Saun2XnOHz4sOdB63nB2V1cC6VLly7tua+XEzUmBRJ1/H/27gNKqipf//4mZ5AsOWdQggKCCgbCoIOOY2QYRskiQwbxr2MiiDMmsohwdXRMgICEwUBa5KxkRXLOOad3Pee+59xK3ae6q6q7wnevVau66RP2/lRTXXVqP/unKjRuTVURmzVrZoUTixcvnuTmAwYMMJ999pnz8z/+8Y/mo48+cjs8P0cgrAJfffWV6dOnj7l586bXcWvUqGHeeuutsFUdDWunORgCYRJ4+umnrSC8Z2vYsKGZOnVqmM7AYRAIXuDZZ58133//vbPD+++/b/Q7SvMXOH/+vFVRUWFFT7OkrOrUqeNUVaxcuTKkHgIXLlxwAot2lcXr16+nyKhYsWJeFRarVauWov3ZGIF4F1Al2DFjxpiPP/444FD1/lUhxc6dO5sMGTLEOwfjQwABBBJa4MCBA2b+/PkOGfMAACAASURBVPnWomwKLZ48eTIoj8KFCzthxfvuu88UKVIkqP3YCAEEEEAAAQQQQAABBBBAAAEJEFAM8feAgGKIgOyOAAIIIIAAAggggECYBX777TenWqIqIiXXVG1Ik/pbtWplhROzZcsW5t5wOAQQiHUBfXCvYOK4ceMCDqV169amZ8+epnr16rE+VPqPQNwKeIYR9fXly5eDHmuePHmcQKKqXZUvXz7ofYPdcMuWLdaEd4USFZ50awpG6vWLblWqVHHb3Fy9etVUrVrVaFK43T755BPTokUL133ZAIFwCbzzzjvm3Xff9TucwrXDhg0zChzQEIh3gbZt25q5c+d6DVOV7GbMmBHvQ2d8USag52M9L9utQ4cOZvDgwVHWy+jrjl6z2UFFVadxa3qtpcqKuqlSMM1fYPXq1V5VFk+dOpUiJr1W1yJj9u3OO+9M0f5sjEC8CixdutQKKvq+7rDHq0USFFTUa3EaAggggED8C1y5csW67qiwom67d+8OatBZs2a1rovec889pkmTJkFdhwzqwGyEAAIIIIAAAggggAACCCAQtwIEFEN8aAkohgjI7ggggAACCCCAAAIIhEHg3Llz1or2qpY4Z84c1yNqEqgCiQomli1b1nV7NkAAgcQUUEWbESNGmK1bt/oBlCxZ0qoC9cwzzyQmDqNGIEoFFD70DSSmtKuNGzd2Qom1a9dO6e5Bba/KFnYoUauZuzWFoO1QYr169dw29/r5119/bXr16uX8myotrlmzJkXHYGMEUitw6dIl89JLLxlVT/Rt7du3N0OGDEntodkPgZgUeO655/zes+pvjd7L0hBIKwG9BlEVRbsp3DVt2rS0On1cnGfBggXW/2XdDh8+nOyYChUqZIUUdR1K1a9pSQv8+uuvXlUW9+3blyKujBkzWmFFLehhhxZz5syZomOwMQLxJPCf//zHjB071mzfvj3gsHRNq2vXroaKr/H0qDMWBBBAwF3ADiqqsuL69evdd/j/t9BiEAorKrSo11o0BBBAAAEEEEAAAQQQQAABBHwFCCiG+DtBQDFEQHZHAAEEEEAAAQQQQCAEgcWLF1vBRK1gf+TIkWSPpDCRPSGsUaNGIZyVXRFAIN4Fdu7caT744APzzTffBBxqu3btrLAP1Z7i/TeB8cWCwJkzZ7wCicFUIPQdV40aNZzJNaqSmCVLlogM/eLFi04oUcEAz4qGgU5YqlQpq6KFgolapTy17amnnrJWR7db9+7dzcsvv5zaw7EfAkELaCL0wIEDjV6z+7ZXX33VqtpCQyARBTp16mRmzpzpNfSaNWuaH3/8MRE5GHM6COzfv99o4Sa7KcCVVHglHboXU6c8e/asE1RUWPHGjRvJ9l+LTthVFWvVqhVTY02Pzh44cMCsWLHCCS2qimVKm5ztsKKCi0WKFEnpIdgegZgWUGXS0aNHWxUVAz1HqcKrXpd36dLFZMuWLabHSucRQAABBFIu8MsvvziVFQNdv0nqiAq322FFKvKm3J09EEAAAQQQQAABBBBAAIF4FSCgGOIjS0AxREB2RwABBBBAAAEEEEAghQKaNKfqEgomuoUQsmbNak3q1yr1urFqegqx2RyBBBSYOHGiGTVqlFF1M992++23m549e1rPJzQEEEgfgaNHj3oFEjdv3pzijtx2223mrrvucm558+ZN8TFSsoMq7NjVEjXJOrmWP39+J5SoyT2hhiX1ukmhS882b948U61atZQMgW0RSLHAwoULzYABA8yePXu89lUVKVVNbN26dYqPyQ4IxJOAggC+FeuqVq1qgqmqG08OjCX9BPR6SK+r7KbnbSpohfZ47Nixwwkrrlq1yvVgTZs2dcKKRYsWdd2eDYxRINQzsLhy5coUs5QrV84KLCqkqwq2WqyEhkAiCKxdu9YKKWqhv0CtTp06VlDxj3/8YyJwMEYEEEAAgQACe/futd6T2hUW9dormKbXsqqqqMDiAw88YAoUKBDMbmyDAAIIIIAAAggggAACCCAQhwIEFEN8UAkohgjI7ggggAACCCCAAAIIBCGgCkMKJeqW1CQKz8PUrVvXCSVWqFAhiDOwCQIIJLqAJmqpamJSlWsUTNQtR44ciU7F+BFIU4F9+/Z5BRJTU91HEy09A4m5cuWK+Bh+/vlnJ5ToFqLMmDGjFUps0aKFdR/OSTz/+te/zHvvveeMt2HDhmbq1KkRHz8nSGyBL774wvTt29cPQWGYt956y+i1Og0BBIzp0aOHmTRpkhdFxYoVzaJFi+BBIOICbdq08QrEqrrWY489FvHzJsoJFKJTRUXddu3aleyw8+TJYwUVtRCO7jNkyJAoTCGP8+bNm051RYUV5X7u3LkUHVeLmymoqPcMuunrMmXKpOgYbIxALAlMmTLFjB071mzatClgt/W3oGvXroYqr7H0qNJXBBBAIPwCFy9etK5t2mFFVWEPpmXPnt0JK2pBDr3HpSGAAAIIIIAAAggggAACCCSOAAHFEB9rAoohArI7AggggAACCCCAAALJCCxdutQKJc6cOdMcOnQoWavixYs7E7p8KwWBjAACCCQlcP36dSuYqFXkFYb2bU2aNDG9evUyCvXQEEAg8gIKIC5fvty5KaCY0qZqKJ6BRE2MSYumyed2pUS9hnFrel5RKFE3VXKJRNM5du/e7RxagcW2bdtG4lQcEwFL4J///Kd5//33/TQUuhg2bJgpUqQIUggg4CHQp08f8+WXX3qZlC1b1ixZssQowE5DIFICCoyPGDHCObyqZr366quROl3CHvfatWtOUFFhxfPnzydroUW2FFLUTa9paSkX0OIgnlUWDx48mOKDaMEQO7Ro3xcsWDDFx2EHBKJV4MqVK2bkyJFWUDHQ85IW5+rWrZvp3LmzyZs3b7QOg34hgAACCKShgGdlRbfF2Dy7pcrVqqyoCot33nlnGvaYUyGAAAIIIIAAAggggAACCKSHAAHFENUJKIYIyO4IIIAAAggggAACCPgI7Ny506mWuHr16mR9MmfObB588EHTqlUra6X53Llz44kAAggELTB37lwzfPhws2rVKr999Hyi6k9aNZ6GAAKRE9CEFs9A4tGjR1N8Mk108QwkZsmSJcXHSO0OJ0+eND/88IMTTFToOblWrVo1p1qiKrREss2bN8/85S9/cU4hl61bt5qcOXNG8rQcO0EFtLL+wIEDzTfffOMn0KlTJ/Pmm28mqAzDRsBdYMCAAeazzz7z2rBkyZJGYfe0/Jvm3lO2iCeBGTNmWMETu2nScKDn8Hgac3qPRQtv2VUVFy5c6Nodvb61w4qlS5d23Z4NAgvs2bPHq8rib7/9lioqPQa+ocVs2bKl6ljshEC0CGzZssVasGvy5MkBu1S9enUrqPjnP/85WrpMPxBAAAEEokBgzZo1VmXFRYsWmWXLlgXdo6pVqzrVFfXZLg0BBBBAAAEEEEAAAQQQQCD+BAgohviYElAMEZDdEUAAAQQQQAABBBAwxly+fNkKJc6ePdtokpxbu/32261Aom6VK1d225yfI4AAAl4Cx44ds6omTpgwIaDMo48+anr27Gn0gTkNAQTCK7Bu3TqvQOKZM2dSfAI7jNioUSMrmJjWFaZu3rzpFUo8fvx4smMoVqyYE0q87777Ujze1O7QvXt3M2XKFGf3p556ynruoyEQboFt27ZZ4cRAlUPfeOMNrwBMuM/N8RCIF4GXX37ZTJw40Ws4t956qzXZM60qAceLJeMITkCLQ+m1lN1uueUWo6AKLW0ENmzY4IQV3SrQZM2a1br+ZYcVeU4I7THSAiNapGjt2rXOza2yZVJn1OIjWnREN4UXa9asGVrn2BuBdBLQNXkFFRU4CdQeeugho0q79erVS6cecloEEEAAgWgV2LVrl9EiaQos6qYFrIJpul6qqopaKKVZs2ZU7A0GjW0QQAABBBBAAAEEEEAAgRgQIKAY4oNEQDFEQHZHAAEEEEAAAQQQSGiBFStWWMFEhRIPHDiQrIUmZ7Zo0cKalNWkSZOEdmPwCCCQegGtCj9y5EgTqGqCKiL06dPHKMRDQwCB8Ah4VkfU11qUICUtU6ZMXtURFUhMr6bXLd9//70VTty+fXuy3ciRI4f1uqV58+bWfVpXLVTwUyFrhSnt9vXXX1sTf2gIhFNgwYIFpl+/fmb//v1ehy1atKgZOnSoVemchgACwQm89tpr5qOPPvLauFChQlawP1euXMEdhK0QSIGAXiucPn3a2UOB2LJly6bgCGwaDgFN6LYrK7pVE1d1VTuo2Lhx43CcnmMYY3799VevwKJbaDQpNFW99a2yyP8pfsViSWD06NFm7NixJtAiPFoYSNUUVX23cOHCsTQs+ooAAgggkEYC586ds66d2mFFVRAPpum6qR1WvP/++3lPEgwa2yCAAAIIIIAAAggggAACUSpAQDHEB4aAYoiA7I4AAggggAACCCCQcAJ79uyxQom6aaJ/ck0THx588EGnWmK+fPkSzosBI4BAeARU3Wn48OFe1cQ8j/zss8+aXr16GQUqaAggkDqBw4cPm9WrV3vdUnokVYixKyTqvn79+ik9RFi337p1q1MtUVVW3FrTpk2dUGLx4sXdNo/Yzz/55BPz0ksvOcevWLGiWbRoUcTOx4ETU+Dzzz83/fv39xt83bp1rXCiqp7TEEAgZQKDBg2yKhh5NlW203vnvHnzpuxgbI2Ai8Djjz9ulixZ4mw1fvx48/DDD+OWTgIKi9pBRd27Nf29tcOKlSpVctucn6dA4NKlS16BRb0P0Hud1LT8+fP7hRYVPqchEK0CqoSloKJe6wdqFSpUsIKKbdq0idYh0C8EEEAAgSgR+PHHH52wYqAFI5Pqpq4JK7Com17z0hBAAAEEEEAAAQQQQAABBGJHgIBiiI8VAcUQAdkdAQQQQAABBBBAICEErl696oQSp0+f7lXNJxBArVq1nFCiVvSnIYAAAqEIaKLtqFGjzJEjR/wOo+oGCiaqwhkNAQRSJvDLL794hRH37duXsgMYY1Rp0DOQWK9evRQfI9w7aHVvVUnUit+qaOPW9DxiV0qsXr262+Zp8vM//vGP1mNjtwEDBpjevXunybk5SWIIvP322+aDDz7wG6x+99566y1TsGDBxIBglAhEQGDYsGHWwhqeLXfu3GblypVGQRcaAuESeOONN8yHH37oHK5nz55m4MCB4To8xwlB4Pfff3fCimvWrHE9kh1U1D2Le7lypWoDVYtWUNHzdu3atVQdS5Uw69SpY93siovZs2dP1bHYCYFICei9sBZN8Ayye55Liwo+//zzplGjRpHqAsdFAAEEEIgjAb2ftSsrrlq1KuiR6VqrZ3XFoHdkQwQQQAABBBBAAAEEEEAAgXQRIKAYIjsBxRAB2R0BBBBAAAEEEEAgrgX0IZMqJc6cOdPs3bs32bGqalmzZs1Mq1atzH333RfXLgwOAQTSRkAfemtyd1IBI4V1NAk3W7ZsadMhzoJADAucOHHCrzqiFiBIacuVK5c1gdEOJWpCbjQ0VUmxQ4m6P3fuXLLdKlu2rBVsVjAx2iZkbtiwweqXZ1u+fLkpU6ZMNFDThxgXOH/+vBVemTx5st9INEH51VdfjfER0n0EokPgnXfeMe+++65XZxRe0XtsKm9Fx2MUD72YMmWK6d69uzOUBx54IMmKWfEw3lgdw7Jly6yFM1RVcffu3ckOo3DhwlZVxT/84Q9cW0uDB3z9+vVegcXt27en+qxaoM0zsKjF22gIRIPAhAkTzNixY41CuoFap06dTJcuXUyJEiWiobv0AQEEEEAgBgT0mmnu3Llm0aJFVmjxypUrQfVaf2vssKKufeo6Mw0BBBBAAAEEEEAAAQQQQCC6BAgohvh4EFAMEZDdEUAAAQQQQAABBOJOQJMVZs+ebQUTNYnKrWkCnCZOKZhINQg3LX6OAALBCFy+fNkKJmqld33t2xSCVtXE+vXrB3M4tkEgIQU2b97sFUjcuXNnqhzy5s3rVSHxtttuS9VxIrXTggULzI8//mhN+k5qwqV97ltuucUJJSqcmClTpkh1K6Tj+lZDuv/++81//vOfkI7JzghI4NdffzUvvviiWbFihRdIhgwZzKBBg0yHDh2AQgCBMAqoSqmqlXq2zJkzW3+ftcAPDYFQBfS83rRpU+cwRYoUMaqQTYtOAS0OopCifbtw4UKyHa1Ro4YVVtStZs2a0TmoOOvV6dOnrcCiql7alRb1b6lper63qyva9+XKlUvNodgHgZAFDh8+bEaNGmU+/vjjgMdSVdBu3bqZ5557LuRzcQAEEEAAgcQS0Gslvb61qyseO3YsKIDcuXNbYUXd9Dmz/hbREEAAAQQQQAABBBBAAAEE0l+AgGKIjwEBxRAB2R0BBBBAAAEEEEAgLgRu3LhhBRIVTJw+fbq5fv16suOyJ0kpmKivaQgggEC4BBQyGjFihDUZ0LflyZPH9OvXz3Tu3Dlcp+M4CMSFwNmzZ/2qI7pNeE5q4Pq7XrduXedWuXLlqDNSdVWFEnXTxHy3ZldK1H3BggXdNk/3n99+++3myJEjTj80kfTPf/5zuveLDsS2gKoR9+3b1xw6dMhrIFq9fsiQIVZ4l4YAAuEX0HO4/o/5NoVfihcvHv4TcsSEEyhfvry5ePGiM25+t2LjV+DAgQNOUFGVZ9yaFumxw4oKotLSTkAVguywou5VdTG1LV++fFaVRbvSooKn/C1IrSb7pUZg6dKl1mJgqnoVqN1zzz1GVdX1nENDAAEEEEAgNQL6rNmurJiS6tSNGze2wopagCXaFshLjQP7IIAAAggggAACCCCAAAKxKkBAMcRHjoBiiIDsjgACCCCAAAIIIBDTAppYow+LZsyYYXbv3p3sWAoXLmyaNWtmVUt88MEHY3rcdB4BBKJPQIEJVU385JNPAnbuscceMz179jTRGJaKPk16FO8C27ZtcwKJmoQeTEgvkImqN3mGEfV19uzZo5Jvw4YN5qeffrJCievWrXPtY4MGDZxqiRUqVHDdPlo2mDVrlunYsaPTHU1i3rp1a7R0j37EqMC///1vq3Kib7vzzjvNW2+9xYIjMfq40u3YERg3bpx5/fXX/TqsaqalS5eOnYHQ06gUaN26tVm1apXTt08//dQ0b948KvtKpwILqOqlXVXR7XWfqpsrqKhrc7qnpb3AtWvXvAKLurbqVsk9uV7mz5/fei2mW/Xq1Z2v035knDGRBP7zn/+YsWPHmqSCI+3atTNdunQxCsHTEEAAAQQQSK2AgvF2ZcVgrufa59EiDnZ1xSZNmqT29OyHAAIIIIAAAggggAACCCCQCgECiqlA89yFgGKIgOyOAAIIIIAAAgggEHMCBw8edKolLlmyxLX/WjFZE590K1SokOv2bIAAAgikVOCrr74yqi4TaGJUmTJlrIpPTzzxREoPy/YIxIXApUuX/Kojnj59OsVjy5Qpk18YsWTJkik+TlruoOcEu1KiJrS4tSpVqjihxHr16rltHpU/b9++vfU6zW7PPfecGTp0aFT2lU7FhoACiKpM7NseffRRM2zYMKMQLA0BBCIvMGHCBPPKK6/4nUh/38qVKxf5DnCGuBV4+eWXzcSJE53x9e/f3/Tp0yduxxvvA9OCHHZY8fjx48kOt2LFik5VxVh97Rsvj+fhw4f9Qot6HxdKCxRaVJiRhkC4BM6cOWNGjhxpBRWvX7/ud1hVa1U1xU6dOhldT6AhgAACCCAQisBvv/1mVfC1A4s3btwI6nClSpVywootWrQw2bJlC2o/NkIAAQQQQAABBBBAAAEEEEidAAHF1Lk5exFQDBGQ3RFAAAEEEEAAAQRiRkCT3XWbPn26uXLlSrL9rlatmrMie61atWJmjHQUAQRiS2DLli1W1UQ9LwVqCur06tXLqIIrDYFEEVAoTytKr1692qg64saNG1M1dIUdPKsj1q5dO1XHSeudtJCCHUrUBG23VqJECavCs27333+/2+ZR/XNVkq1Tp45XH1Xl+o477ojqftO56BQ4e/asGThwoPn222/9Oti9e3ejQAsNAQTSVkCV7fT/0rctWrTIKGhEQyA1Al9++aVXIFGLS3kGFlNzTPZJf4GTJ086QcUffvjBtUONGjVywoqaxE1Lf4HNmzd7hRZTW/XecyTFixf3qrKoECMV7tL/sY71Huj6w5gxY8zMmTMDDqVBgwZWUFGhEBoCCCCAAALhEDhx4oT1ebXCino/rNe+wTRVE7crKz744IOmWLFiwezGNggggAACCCCAAAIIIIAAAikQIKCYAqxAmxJQDBGQ3RFAAAEEEEAAAQSiWuDnn3+2PuTRBIMdO3Yk29eCBQsafaDTqlUr07x586geF51DAIHYF9AK7ZoAdezYMb/BKKDTu3dvK3BEQyCeBTRpdcOGDdZNQUTdX7hwIcVDzpMnj191xAIFCqT4OOm1w6lTp6xQogKJur948WKyXdHY9JrFDibGy8rZek4cNGiQM3YtEhHMhPT0etw4b/QKaAGAAQMGWEFnz5Y5c2YzePBg87e//S16O0/PEIhzgS+++MKqDu7bFixYYFQJmIZASgX0+tHzGo4qZK9atSqlh2H7KBbYtm2bE1Zcu3Ztsj3V6+KWLVs6VcVz5coVxSNLrK6dP3/eK7Co938HDhwIGSFHjhx+ocXq1asb/TsNgZQIaGETvSfdtGlTwN2efvpp06VLF1O1atWUHJZtEUAAAQQQcBXQZ9h2ZcXdu3e7bm9vcM8991iBRS1ap9c/NAQQQAABBBBAAAEEEEAAgdAFCCiGaEhAMURAdkcAAQQQQAABBBCIOoEjR46Y2bNnO6tPunVQH95ohX0FE4sUKeK2OT9HAAEEQhJYunSpGTFihFm4cGHA42jCds+ePU2WLFlCOg87IxBNAtevX3eCiHYgUff699Q0VcrwrI5YuXLl1BwmXfdRNWfPSonHjx9Ptj/Zs2e3Aol2MDF//vzp2v9InFxj85wM+tprr5muXbtG4lQcM44FFPRVyN93AYDSpUubIUOGWP+HaAggkL4C33zzjfV617fNnTuXSZXp+9DE5Nlv3rxpVDHP83WlXmcWKlQoJsdDp5MX0PvpOXPmWLe9e/cmu3HRokWt8Kq9qAe20SegakFatEbvATzvb9y4EXJnVVlR7xvtmybtqwIjDYHkBK5evWpds9OiYgrV+rZ8+fJZ1RQ7depkcubMCSYCCCCAAAJhF1BFRTusuH79+qCPf9ttt1lhxSZNmpi777476P3YEAEEEEAAAQQQQAABBBBAwFuAgGKIvxEEFEMEZHcEEEAAAQQQQACBqBFQhR0FE6dPn24uXbqUbL9UmaFFixZWMLF27dpRMwY6ggAC8SugiU3Dhw83H374odGEJ9/2wAMPmF69epk77rgjfhEYWUIIqAKiZ0VEfa3JpqltmljsGUbU1wrrxWqbP3++E0zct2+f6zD03GBPqo7nCbUrVqwwjz76qJeHJuEULlzY1YgNELAFPvnkE/PSSy/5gdx1111m6NChVDvhVwWBKBJQlaIXXnjBr0d6X68KujQEUiKginm//PKLs8uXX35pmjZtmpJDsG2MCVy+fNkJKiqs6HYdsEKFCk5YUa8LaNEtoGrYvsFF38UnUjMCLfLiGVi0v07NsdgnvgW2bt1qRo8ebSZPnhxwoPo8QUHF1q1bxzcEo0MAAQQQSFcBvSbSQlwKLC5evDjovpQpU8YKK+qm90qZM2cOel82RAABBBBAAAEEEEAAAQQSXYCAYoi/AQQUQwRkdwQQQAABBBBAAIF0FVDo4b///a+ZMWOG+f3335PtiyahqGKKQom60RBAAIG0Epg1a5YZNWqU+fnnn/1OmTdvXtO/f3/TsWPHtOoO50EgbAKnTp3yq4y4ffv2VB8/V65cRqs933777aZOnTpWMLFkyZKpPl607Lh8+XJrMokqJv7222+u3dKkaTuUWLFiRdft42GDF1980fz73/92hvLwww+b8ePHx8PQGEMaCag6ov7W+rY///nPZtiwYSZ37txp1BNOgwACwQpocaFAlXL1Hp+FhIJVZDsJ6P3U559/7mC8/PLLpnv37uAkiIAW/bCrKi5ZssR11Hqvodfaqq5IINqVK2o2OHLkiF+lxV9//TUs/QsUWozHivVhwUqwg2gxxDFjxpg1a9YEHPmf/vQn06VLF+saBg0BBBBAAIFIChw9etT6PNyurnj27NmgTnfLLbc4YUW9/mUxuKDY2AgBBBBAAAEEEEAAAQQSWICAYogPPgHFEAHZHQEEEEAAAQQQQCDNBbRitj6E0QSBBQsWuJ7/7rvvdkKJxYoVc92eDRBAAIFwCWiipKomek6W9Tz2448/bnr27GkSJYAULleOkz4CmhCqhQE8b3v37k11Z3LkyGFN4rMDibqPp/8Lqv6nQKJunhV9kgJTEEMTpbWYgiwSqV2/ft2qbHfu3Dln2BMnTmRBiUT6JQhhrKdPnzYDBw4006ZN8zuK/sbqZzQEEIheAS021LlzZ78Ozpw509SrVy96O07Pokrg008/9Xq+f+SRR6zK9bTEE1i3bp1RJVa9Bt+0aZMrQOPGjZ2wYrly5Vy3Z4PoErh27ZpfpUVVXtTrw1CbqtdXr17dep9SpUoV6143KhCFKhub+6ua4tixY83x48f9BpA9e3bTrVs3a+Exgq2x+fjSawQQQCDWBG7evGm04I/CiosWLTL6HCqYliFDBies+MADD1ivcWgIIIAAAggggAACCCCAAALeAgQUQ/yNIKAYIiC7I4AAAggggAACCKSZgCoPKZioyccXLlxI9ryVK1e2VkJXpURVX6IhgAACaS2gUKImMO3atcvv1GXLljX9+vUzqupEQyAaBRQ89A0jKqCY2qYJe55BRAUTK1WqlNrDRe1+quZshxKXLVvm2k+9XrErJTZo0MB1+3jdYNKkSaZHjx7O8G699VajyeU0BNwEFDxQ1Szf3xc95wwaNMi0r3PtNwAAIABJREFUbdvW7RD8HAEEokBAiw916NDBryeacFm/fv0o6CFdiHYBVbZS9WW7lS9f3gRTSS/ax0X/QhPQhG29Nldgcc+ePckeTJO1dR3Rfm1epEiR0E7O3ukqoEn6ep2osKJ9v3PnzrD0SYvq2GFF+75ChQphOTYHiW4BPY+MHDkyyUXIqlWrZgUVtRgZDQEEEEAAgbQU0GK+CxcutAKLev0TbNOCeffee6+57777TMOGDYPdje0QQAABBBBAAAEEEEAAgbgWIKAY4sNLQDFEQHZHAAEEEEAAAQQQiKiAJpEolKiqCr/99luy58qXL5/Rio+tWrWygokZM2aMaN84OAIIIBBIQKEuVU2cNWtWQCCtqN6rVy9TsGBBABGICoFt27ZZkzY9A4mnTp1Kdd+yZs3qVxkxnldj3r9/vzXxWQspzJ0719WtVKlSVpVETX7W5A+aMc8884xXVWxN6vzHP/4BDQLJCihsoL+nJ0+e9NpOoZQhQ4aYpk2bIogAAjEkMGfOHPPcc8/59XjKlCmmUaNGMTQSupoeApcvXzZaBMaz/frrryZv3rzp0R3OGWUCV69edaoq6vWD72sH3+7myZPHK6yYM2fOKBsR3UmNgBa78wws2sHFixcvpuZwXvuoqqJvaFHflyhRIuRjc4DoE5g/f761IFlSQXh9NtGlSxcWWYi+h44eIYAAAgkhsHHjRus6tcKKwSygZ6OomrjCirrpbxkNAQQQQAABBBBAAAEEEEhUAQKKIT7yBBRDBGR3BBBAAAEEEEAAgbALaKKQQokK98ybN8/1+Jqs2LJlSyuUWLJkSdft2QABBBCIlIBWUh87dmzACY+q5tqnTx8rSE1DID0E9PdVEzK3bNli3ds3TdhNbdNETFVD9KyOqKoB8d5kaVdK1ISPS5cuJTtkBZIVSLSDiQpx0v5XYMeOHaZx48ZeHAp6Vq9eHSIEkhSYOHGiefnll/1+fvfdd5uhQ4fGZYVWfh0QSAQBBYf+9re/+Q31m2++Mffcc08iEDDGEATuv/9+63Wu3Qi3hoAZx7ueOHHCqaqo55xr164lO9pixYpZr+NVXZH38vH5i6H3I77BRS1CE46msKuCilqwxzPAyIJV4dBN/2NMmDDBugYY6PdFVVm18E6nTp1M0aJF07+z9AABBBBAICEFDh06ZGbPnm2FFXULdmGGAgUKOGHFFi1aGH1PQwABBBBAAAEEEEAAAQQSRYCAYoiPNAHFEAHZHQEEEEAAAQQQQCBsAlp9WMHEadOmmbNnzyZ73IoVK1oThBRKvPPOO8PWBw6EAAIIpEZAH+4qnLh48eKAu/fv39/07NnTZMqUKTWHZx8EUiygqsOeIUR9ffDgwRQfx3MH/f56BhEVTEykENn58+edKokKJbpVXsmRI4f1WsW+qdIzzV/gnXfeMe+++67zgwYNGlivBWkIJCUwaNAgM2bMGL8fP/XUU+att94y+r9HQwCB2BVQSL1t27Z+A/jyyy+pjBq7D2ua9FzvtxRmtdsbb7xhOnfunCbn5iSxKbBnzx6rsqJuixYtch1EpUqVnLCiXrPS4lfg9OnTRhUWt27dalSNVfe6nTlzJiyDLly4sFdg0Q4w5sqVKyzH5yBpJ3D06FEzYsQI8/HHHwc8qaq7K6j4l7/8Je06xZkQQAABBBAIIKCFOaZPn+6EFRVeDKZpgUItGKTKirrOXaFChWB2YxsEEEAAAQQQQAABBBBAIGYFCCiG+NARUAwRkN0RQAABBBBAAAEEQhLQ5A6FEmfMmOG10n2gg2rVaa1WrlCiblmyZAnp3OyMAAIIhCqgSWvDhw8348aNMzdu3PA7nKql9e7d26h6Ig2BSAioAohvEFHfX79+PaTTabV/38qINWvWDOmYsbjzlStXjIISCiTq/vDhw67DsKskasKGKq7QkhdQJeydO3c6G7399tumXbt2sCHgJ6BQ8Isvvmi9b/BtqlCsxQBoCCAQHwJavKhNmzZ+g/n888+pYBYfD3FERjF+/Hjz6quvOsd+4oknrNAIDYFgBBRGU1BRVdLXrVvnukudOnWchUgS8X2SK1CcbnDgwAEnrGiHFhVg1PvGcLRSpUp5BRftqosZM2YMx+E5RgQFli9fbkaPHm1dOwjU9JlG165djSq+0xBAAAEEEIgGAV3rXrBggRVY1GKHwTZ91qWwoirYs4BwsGpshwACCCCAAAIIIIAAArEkQEAxxEeLgGKIgOyOAAIIIIAAAgggkGIBBXoUSpw9e7Y18cetNWzY0LRs2dIKJZYuXdptc36OAAIIpImAVpvV5KMNGzb4nU+V0gYMGGDat2+fJn3hJIkhoAmQdhhxy5Yt1tfBrnScnFC2bNlMtWrVTK1atZwKifo6kZsdSNT9vn37XCkaN25sTVBWOJFVpF25nA00CeaZZ55xvleVTk3wpXJI8IaJsuXGjRtN3759zfr1672GrN8VVVT0/D1KFBPGiUC8C2iSpCqj+rZPP/3UNG/ePN6Hz/hSIbBs2TLz2GOPOXsq2KOwKw2BlAooaKTrlQos/v777667q6KMXTW9bNmyrtuzQfwJ7Nixwy+4uG3btrANVNU77bCifa/KfLToE/jiiy+sau/bt28P2LmOHTuaTp068RlH9D109AgBBBBIaIFffvnFev2r9+GrVq0K2kLXwRVWbNKkiWnRokXQ+7EhAggggAACCCCAAAIIIBDNAgQUQ3x0CCiGCMjuCCCAAAIIIIAAAkELLFy40AomTps2zSikmFzTJAtN8m/VqpVp0KBB0OdgQwQQQCDSArt27bKqJn711VcBT/Xkk0+anj17GiaLRfqRiN/jHzt2zAof2iFEO5QYqEpnShU8JzYqlKjJjeXKlUvpYeJye03AsIOJmmDq1qia4ibk/vMePXqYSZMmORvq+VPPrzQEPAXmzJlj/V09c+aMF0zlypXN4MGDjUIBNAQQiE+BxYsXG1XB820TJ060FjCiIeApcPbsWaO/DZ5NVZqzZ88OFAKpFtBEbTus6FZNXYttKKioELXuCxUqlOrzsmPsC1y/ft0JLWoRFrvi4t69e8MyuKxZszqhRT33KSCg61C61+8iLf0Ezp07Z72vHTt2rNHvgW8rUaKE6datG4uapd9DxJkRQAABBJIR2L9/v5k1a5ZZtGiRFVgMtlJ04cKFrWt0Cizq/XrevHlxRgABBBBAAAEEEEAAAQRiUoCAYogPGwHFEAHZHQEEEEAAAQQQQCBZAa0WrUqJM2bMMJs2bUp2W1VAuf/++60PLhRMVEUnGgIIIBBNAp988ok1wWjPnj1+3VLIq3///uZPf/pTNHWZvkS5gG8IUWHEI0eOhNzr4sWLW5MV7RCi/TUTFb1pVR1FoUTdNGnUrVWvXt1aQEG3O++8021zfp6MgEIE+v30nLCp4LdW3KYhYAtMmDDBvPLKK34gTZs2NUOHDiVgza8KAgkgsHTpUvPnP//Zb6Tjx483Dz/8cAIIMMSUCNx9991eVat0LeqOO+5IySHYFoGAAgoc2UFFVVa8cOFCslL58uXzCisSlOUXyxY4f/68V7VFO7x49OjRsCGVKVPGK7BoBxcVjKOlnYCqUY0aNcrMnDkz4En1N6tr167mgQceSLtOcSYEEEAAAQRSIHD58mVr0WEFFXXTworBNC2kYIcVtXgHVcaDUWMbBBBAAAEEEEAAAQQQiBYBAoohPhIEFEMEZHcEEEAAAQQQQAABPwFN2lGlRK2w+P3337sK1a9f37Ro0cIKJlLFyZWLDRBAIB0E1q1bZ0aOHGk9twVqnTt3Nr169TL58+dPh95xylgQUEU+hfa3b9/uVRkx1L5r4mugICIrFCctu2bNGjN37lwrlLhhwwbXh6BixYpOKLFx48au27NBcAKffvqpGThwoLOxJs0uWbIkuJ3ZKiEE3njjDfPhhx/6jbVNmzZm2LBhJkuWLAnhwCARQMCYFStWmEcffdSPQs8RjzzyCEQIOAIKekyfPt35/q233jLPPvssQgiEVeDQoUNGIUXd9L7CrSkUpoqKumlhNhoCgQSOHz/uFVy0Ky7qOnu4mhYD9Ky0aAcXdc/1rHAp+x/n22+/NWPGjEly8ca//vWvRtcVde2BhgACCCCAQDQL6PXvggULrLCiPucItmmhPwUWtehfnTp1gt2N7RBAAAEEEEAAAQQQQACBdBEgoBgiOwHFEAHZHQEEEEAAAQQQQMARWLx4sRXe0WqKJ06cSFZGqyXqgwiFEhs1aoQiAgggEJUCN2/eNB988IEZN26cOX36tF8f69WrZ/r27Wvuu+++qOw/nUpbgTNnzpjff//duelDevv7GzduhNSZzJkze1VDtEOJxYoVC+m4ibKzgogKJGoCsQKKbq1UqVJOKJFJxG5aqfu5AiUrV650du7Xr5/1fEpDQJOzBwwYYFVh92369969e4OEAAIJKLBq1SrTunVrv5GPHj3aPPbYYwkowpADCej3YfDgwc6P/vKXv5h33nkHLAQiJqBFaDRRW9UVFaZ2a1WqVHHCilqwjYaAm8C+ffuMXWXRDi3q/tq1a267pujnBQoUMJ6BRQUZ7TCjqiDRQhO4fv26dX1x7NixRlU0fVvhwoXN888/bzp06GDwDs2avRFAAAEE0kZg7dq11utghRW1wGewrXLlylZYUZ+pUUU4WDW2QwABBBBAAAEEEEAAgbQUIKAYojYBxRAB2R0BBBBAAAEEEEhwAYUvFEqcMWOGWb9+fbIaOXLksFYKVyhRt5w5cya4HsNHAIFoFpg3b57RBNelS5cG7OaLL75oevbsaTJkyBDNw6BvERDYu3evFTz0DCDq+8OHD4flbJoUqACiZ2VEVtJPOa0mcSqUqNvy5ctdD1CkSBEnlKhFFKjO5kqW6g02bdpkWXs2PddSSTvVpHGzo95P9OnTx6+6iKrFDho0yDzxxBNxM1YGggACKRfQBMiHHnrIb8fhw4ebJ598MuUHZI+4E1i4cKF5+umnnXHddttt5vvvv4+7cTKg6BSwJ2krrLh582bXTtatW9c0b97cCixWr17ddXs2QMBTQNcg7MDijh07jH07e/Zs2KG0gI9veFHfly5dOuznivcD/vbbb2bkyJFm8uTJAYeq4HKXLl1Mq1at4p2C8SGAAAIIxJHAnj17zKxZs6ywom7BLtZYtGhRK6x47733Wu/1mTcQR78UDAUBBBBAAAEEEEAAgRgWIKAY4oNHQDFEQHZHAAEEEEAAAQQSUODChQtWKFFVTQJVNvElueOOO0yLFi2sUKJWXqYhgAAC0SygCrBa1Xz8+PEBu6kJhKreVLt27WgeBn0LUeDSpUtJVkPUz8LR9AG8bxBR32fLli0ch0/IY2hSpqokKpSoyRBuTaEnBeXsW+7cud124edhEFDQbMyYMc6RtGL2F198EYYjc4hYFtD7ih49evhVFKlWrZpVDYuq67H86NJ3BMIn8PPPP1vXFnzbe++9Z5555pnwnYgjxaSAqvDWrFnT6XvGjBmNFhfRPQ2BtBRQWFZBRVWV0e+gW9OkbDusSOjLTYufJydw5MgRJ6yoRZXs4KK+VhW/cDYt6hMouKjr/wULFgznqeLuWPpsRYuirVmzJuDYtPBC586dTY0aNeJu7AwIAQQQQCC+BTSHYOrUqWbRokXW9fmTJ08GNeDs2bNbQUUFFlu2bGlKliwZ1H5shAACCCCAAAIIIIAAAgiEW4CAYoiiBBRDBGR3BBBAAAEEEEAggQRU2UYfnk+bNs0cO3Ys2ZFrMs0DDzxgrfZ79913J5ASQ0UAgVgWmDJlihWaCVTtIH/+/GbAgAHm2WefjeUh0ncfAVU99K2EqEoEwUwiDRbz1ltvNZUqVTKVK1e27nVT4Ea/U7TQBfbt22cFEu1gotsRNdnBM5TIxEk3sfD/XAFvz4qjqiDx+OOPh/9EHDFmBLQowKuvvurXX72fGDp0KNVZYuaRpKMIpI2Aqq1qESTf9q9//cu0bds2bTrBWaJWQNWnPF/Lq4KiKinSEEgPgStXrjhBRYUVT506lWw3FPhSRUXdFFgsUKBAenSbc8apwO7du63Aom9wUe+pw920GJCCioECjDly5Aj36WL2eAopjh071ihg79vy5s1rnn/+edOxY0fDYkox+xDTcQQQQCDhBTSvYP78+VZYUa9Fgm0NGjSwwop6Xcz7uWDV2A4BBBBAAAEEEEAAAQTCIUBAMURFAoohArI7AggggAACCCAQ5wK7du2yqiTOmDHDqFJBck0Vn+6//35rZUMFE/ngPM5/ORgeAnEkoMlZw4cPN5MmTQo4qqefftr07NnTlC1bNo5GnThDuXHjRpLVEM+cORM2CP1+2AFEz0Binjx5wnYODvS/Agq32YFE3Wvib3JNVXM8Q4nFihWDMp0E9LqyQ4cOztn1/2Pr1q1UNkqnxyMaTvvaa6+Zjz76yK8r7dq1M2+99Ra/G9HwINEHBKJQYNOmTdbfdt82bNgw87e//S0Ke0yX0kqgffv21uJadnv33XdNmzZt0ur0nAeBJAVOnDhhVVTUTdUVr127lqyWFrTxDCtmzZoVXQQiIqD304GCi/q3QMG5UDtRtGhRU6ZMGWsREs97fa0FnhKtKVQ/YsQI8/nnnwcc+u233266du1qHn300USjYbwIIIAAAnEmsGrVKuu1sMKKWngo2Fa1alUrrKiFzJo0aRLsbmyHAAIIIIAAAggggAACCKRKgIBiqtj+bycCiiECsjsCCCCAAAIIIBCHApcvX7Ymc82aNcvMnDnTdYT16tWzJsz84Q9/sKpD0RBAAIFYEpgwYYK1Wvn+/fv9uq3V3vv3728eeeSRWBpSwvZV1ShU/dD3pgBquJqCbnYI0bMiov6NCaPhUg58nJMnT3pVSjx//rzrCTVhwQ4mEjB25UqTDVT9Qa8x7aYQicIktMQTOHr0qPU3VpWtfNtLL71kevTokXgojBgBBFIksGXLFmuRJN82ZMgQo5AaLTEF3n//ffPPf/7TGfxzzz1nVeOlIRBNAqoeYwcVFy1a5Nq1kiVLWhUVdf21adOmrtuzAQLhEjh9+rRXxUXPIOOFCxfCdRrnOLquoqCib3DRDjPmzJkz7OeMlgMuWLDAqKLi4sWLA3ZJAcVOnTqZunXrRkuX6QcCCCCAAAKpFti5c6c1B0FhxaT+9gU6uBYevPfee62gohZL1uLJNAQQQAABBBBAAAEEEEAgnAIEFEPUJKAYIiC7I4AAAggggAACcSSwYsUKK5g4depUc+TIkWRHpokxWqlQoURWK4yjXwKGgkACCaxevdqMHDnSmhQYqGl18l69epl8+fIlkEpsDFWry2/bts0riKjvjx07FrYB5MiRwwrd+1ZEVGiVlnYCCiH+9NNPTrVEhRTdWsOGDZ1QYpUqVdw25+dpKKDXl6r+4NmmT59u6tevn4a94FTRIKDK7L1797aqZ3q2AgUKmEGDBpnHHnssGrpJHxBAIAYEfvvtt4DXJN58801rEj8t8QRUmU5VeO12xx13mBkzZiQeBCOOGYGNGzc6YUW9RnJrqiBjhxX1+01DIL0EDh065BVe1OJQCjDqdvPmzYh0q1ChQkkGGEuUKBGRc6b1QSdOnGjGjBkTcCE1hTC6detmOnToYAoWLJjWXeN8CCCAAAIIRETg7Nmz1twEhRV10/fBNC1coLCiqitqvoLCizQEEEAAAQQQQAABBBBAIFQBAoohChJQDBGQ3RFAAAEEEEAAgRgX2LNnjxVK/O6778zatWuTHU2WLFms6gQtW7a0LvQT2onxB5/uI5CgAlevXjXDhw8348aNM+fOnfNTuPPOO03fvn0JX6fz78eJEyeMVtHdtWuXde9ZFVGVfsPV8ufPH7AiooL4tPQRuHLlihNInDt3rjl8+LBrR+rUqeOEEm+77TbX7dkgfQQ+/PBD88Ybbzgnr1mzplGIgJZYAlod/e9//7u5dOmS18Br1aplBg8eTGA1sX4dGC0CYRHQ60QtnHTjxg2v47322mtGi47QEkvg4MGDXtWlsmfPbr2foCEQCwLLli2zXh9rISWFvdxavXr1rAXkdON9kJsWP09LATuo6FlxUV8fOHAgYt3InDmzsSstBqrAmCdPnoidO9wH1gJcunb58ccfBzy0gsp6jfPUU0+F+9QcDwEEEEAAgXQX0LXDefPmGVUa37dvX9D9ueuuu6ywYosWLUz16tWD3o8NEUAAAQQQQAABBBBAAAFPAQKKIf4+EFAMEZDdEUAAAQQQQACBGBRQOEehxFmzZlnBRLemSf/NmjWzQon68JuGAAIIxKqAJvqNHj3aqGJsoPbSSy+ZHj16xOrwYq7fqqbmGUJUGNEOJJ45cyas47n11lutIKJnVUR9rdX3adEh4FkpMZiJB5pk8OCDD1o3BYtp0S+g15OqEGO3V1991Tz//PPR33F6GDYBLQ7w+uuv+x1PE4eGDBli4qXqSdjAOBACCAQtoNCDFlTyXcjilVdeMS+88ELQx2HD+BCoXbu21yIX8+fP53pWfDy0CTUKO6iosKLeO7s1VZK3w4rVqlVz25yfI5AuAlqkRAsm7t6927rZX9v3Fy9ejFi/VK3dM7joGWYsVapUxM4byoFXrlxpRo4caXS9JFDT5zWdO3c2+v9PQwABBBBAIB4Fli9fbr7//nursuLmzZuDHqI+O1B1Rb0+vvvuu4Pejw0RQAABBBBAAAEEEEAAAQKKIf4OEFAMEZDdEUAAAQQQQACBGBJYvXq1mT17tpk2bZrRivLJteLFi1uT+/Qht+5pCCCAQCwLaDKfVh6fOHFiwGEoGNGnTx8qDkTgQdbq+EmFEC9cuBD2M5YvX95UrFjRunkGEmNppfywo0TxARcsWGBVS9QtmMo2elztUGLjxo2jeGR0zVdg1apVpnXr1l7//PPPP5uiRYuClSACCglNmDDBb7TPPfecGTp0aIIoMEwEEIikgIIOmnx4/vx5r9OwCEkk1aPz2G3btrVeX9pN4Y7HH388OjtLrxBwETh79qxTVVGhxWDeR6tyjB1W1HsoGgKxIqDrd0kFGCNZfTFDhgxWeDGpAGO+fPnSlfDLL7+0FlxLqrJqt27dTIcOHYw+06EhgAACCCAQrwK///67UXVFhRVVeTzYpgXRFFa87777TKtWrUymTJmC3ZXtEEAAAQQQQAABBBBAIAEFCCiG+KATUAwRkN0RQAABBBBAAIEoF9i/f79VLVGVEjUxPLmmC/IKIyqoo2CiVhWmIYAAArEu8M0335ixY8earVu3+g1Fz3MvvviiadeuXawPM137r8ljduVD3/srV66EvW+5cuWywod2ENEzkJgxY8awn48Dhldg8eLFTihx27ZtrgdXJQM7lMiiCa5cUbuBwiGffPKJ0z9NBgkUVovaAdCxVAtoknHfvn0DVv2gslmqWdkRAQSSENi7d69Rxd7Tp097bdG/f39rQRJaYgi8/fbb5oMPPnAG26VLl4AVfBNDg1HGk4AWnFNFRd3mzZsX1ND0HsoOKyp8RUMgVgWuXr3qVXXRswKjvvZdoCCc41RA0Q4w+gYZ0+r/lcanv226xnn9+nW/4ZUrV8507dqVa5zhfOA5FgIIIIBA1AqcOnXKfPvtt1ZYUbdgqzDnzp3bCivqpuvThQsXjtox0jEEEEAAAQQQQAABBBBIHwECiiG6E1AMEZDdEUAAAQQQQACBKBS4ceOGFUqcNWuWmTp1qmsPb7/9dmviv0KJNWrUcN2eDRBAAIFYEPj111+NKmVMmTIlYHefeeYZ06tXL1O6dOlYGE669lGTwOwV7AMFEQNNjAq1wwoali1b1miCle4rVKjgBBKLFSsW6uHZP40FtKKxXSkxUFjYtztFihRxQol6jZIlS5Y07jGnC6fAzZs3TdWqVc2ZM2ecw3788cfmoYceCudpOFYUCqxdu9b07NnTaIVzz6b/42+++aZ55JFHorDXdAkBBGJdQBWWmjdvbo4fP+41FAUUFVSkxb+Arod17NjRGWijRo2SfF8Y/xqMMF4F9PpK77F++ukno0Vg3JoWptN7KzusSKU1NzF+HmsC+rvvG1q0r2Xt27cvosMJFFq0/y3c1Rc3bNhgRowYYVWQCtQUSu7cubNp0qRJRMfMwRFAAAEEEIgmgWnTppn58+dbYcVDhw4F3bXGjRtbYUUt3lylSpWg92NDBBBAAAEEEEAAAQQQiF8BAoohPrYEFEMEZHcEEEAAAQQQQCCKBDQBWMFEhRJVOTG5duutt1rVEhVK1OQUGgIIIBBPAuPGjTO6qbqAb1O1vQEDBpg//vGP8TTkkMciK03csidv2V/rPpBjyCc0xmTNmtUJIHqGERVKJDgaDuH0PcbKlSudUOKmTZtcO3PLLbdYk2XtaolazZgWHwIKinfv3t0ZTNGiRc3PP/8cH4NjFEkKzJgxw7zwwgtGIXfPVrt2bTN48GBTr1499BBAAIGICWhCoq53+E5M7NGjh1FVX1p8Cyig0rBhQ2eQefPmNVrAhoZAvAps3rzZCirqtmrVKtdhZs+e3SusSOUYVzI2iHEBLazleb1Lfyc8w4yei+mEe6j6G1SiRAlTsmRJ62Z/bd/rc5rUNAUxRo8ebTZu3Bhw9w4dOlhhfV1voyGAAAIIIJBIAkuWLDFz5swxixYtStH7wJo1a1phxWbNmnm9n0wkO8aKAAIIIIAAAggggAACxhBQDPG3gIBiiIDsjgACCCCAAAIIpLOAQiMKJX733XdmxYoVyfYmQ4YMVihRqwBqol6hQoXSufecHgEEEAivwPLly63JOZqUF6gpKKFKTnny5AnviWPgaKdPn3YCiIFCiL4BknANSRMfFTj0vNlhRCo2hEs5eo6jxRLsSom//PKLa8dy5szpTIxVMLFAgQKu+7BB7Am0adPGWsHabs8//7x59dVXY28g9DhogbFjx1oVEn1bq1atzNChQ41CqjQEEEAg0gJHjhyxqvX6Vk0KwWCtAAAgAElEQVTq1q2b+cc//hHp03P8dBaoXr26OXnypNMLTVItX758OveK0yMQeYF169Y5YcX169e7nlDXRzwrK2rhGBoCiSagvxfJBRgj6aHqpkmFF+1AY7Zs2QJ24caNG+b99983ev91/vx5v2103U3vv9u3b28yZswYyWFwbAQQQAABBKJSQAvVaBE1VVYMZiEPexClSpWywoqaV6HrmTQEEEAAAQQQQAABBBBIHAECiiE+1gQUQwRkdwQQQAABBBBAIJ0EFEqcNWuWVS1RH0Qn12rVqmVVJNIFdH1NQwABBOJN4OLFi2b48OFm/Pjx5sKFC37Dq1+/vunXr5+555574m3ozngCrQbvWRFRAcVItUAhRDuQWKxYsUidluNGiYCCiHYoUQFFt5YlSxanUqJen6S2WoDbefh5dAjs2rXL3HXXXV6d+fHHH41WpKbFp4Aqk33yySd+g+vUqVPA0GJ8KjAqBBCIFoHjx4+bhx9+2OjvkWfr3LmzeeONN6Klm/QjAgJPPvmkVTHDbuPGjTOtW7eOwJk4JALRK6DF7OzKilu3bnXtqBaM8Qwr5sqVy3UfNkAgEQR8Ky7a3+s+ktfbbNuCBQsaXV9L6qbroromOnny5IAPR+PGjY1e+zRv3jwRHi7GiAACCCCAQEABXR/49ttvrbCibleuXAlKStWQFVZs2rSpNdcif/78Qe3HRggggAACCCCAAAIIIBCbAgQUQ3zcCCiGCMjuCCCAAAIIIIBAGgooADB79mwzbdo0a0Xf5FqRIkWsVf1atmxpVUykIYAAAvEqoMD2mDFjzOrVq/2GqMqx/+///T/TvXv3uBj+0aNHjSY/eQYP7RXe9+/fH9ExqqpC6dKlTZkyZfwqIhJCjCh9VB5848aNTigx2JWHFUbUTRNetQIxLTEE3nvvPfOvf/3LGeydd95pVf6mxZ/AoUOHTJ8+fbyqZdqjfP31102XLl3ib9CMCAEEYkJAVZEeeeQRs23bNq/+qprQkCFDYmIMdDLlAoMGDbLeJ9rt73//u/XekIZAogpoErYdVty5c6crgypee4YVs2bN6roPGyCQiAIKKHoGFu3rdva/pZVJ7ty5jQIU586dM2fOnAl42rZt25qOHTuaKlWqpFW3OA8CCCCAAAJRKzBlyhQzb948K6x47NixoPuphVAVWPzDH/5gKlSoEPR+bIgAAggggAACCCCAAAKxIUBAMcTHiYBiiIDsjgACCCCAAAIIRFjgyJEjRuEbTeReunSp69kUSmzWrJl1UVwTSWgIIIBAvAocOHDAjBgxwnz66acBh6iAdt++fWOqStfly5cDTmqyQ4haET1SLVu2bFZoTCFE3Xy/ZlXYSMnHznG3bNlihRL1of2yZcuC6rg+rLcntfJhfVBkcbfR3XffbbZv3+6M66233jLPPvts3I0z0QekRQJ69OhhfCe7K8D+5ptvWtXLaAgggEB6Cmii/qOPPmr0esaztWvXzrz99tvp2TXOHSGBqVOnmm7dujlHV7WLL7/8MkJn47AIxI7AzZs3naCiAou6tuLWSpYs6RVW1GJQNAQQCE5AC7nYt4MHDzpfe/57UoHC4M6Qsq0yZcpk9H+6Tp061rW/4sWLW5UZda+bqjXSEEAAAQQQSDQBhRTnzJljhRU9r2W7Odx2221WWFFVirUwHw0BBBBAAAEEEEAAAQRiX4CAYoiPIQHFEAHZHQEEEEAAAQQQiJDADz/8YGbNmmW+/fZbc+3atWTPUqNGDasikUKJtWvXjlCPOCwCCCAQPQJffPGF+fDDD/2qoKiHmkgzcOBAo1XBo7HZVRB9V1fX95qcFMkWKHhoBxIJtUdSPnaPrUpDCiXqtnjx4qAG0rBhQ6dSYtWqVYPah43iU0ATOp566ilncBkzZjRbt241qshKix+B6dOnWwGQGzdueA3qjjvuMKpexfuT+HmsGQkCsS6gikKPPfaY2bBhg9dQ2rRpY959991YHx799xHQ61hNFLVboUKF/B570BBIdAEtkmRXVdR9MJVjypUr54QVmzRpkuiEjB+BsAhcuHDBuiYYKMCof9u3b585fPhwWM7ldhBVS7XDip7BRUKMbnL8HAEEEEAgXgQ2b95sLRy9aNEis3bt2qCHVaZMGes9qBZsVGCRhgACCCCAAAIIIIAAArEpQEAxxMeNgGKIgOyOAAIIIIAAAgiEUUCT5FQtUau879q1K9kja2KVqiWqQpiCiTQEEEAgEQQ2bdpkRo0aZaZNmxZwuJpc3Lt3b2sl8PRqCpUHCh/a/6ZJR5FqBQoUMPoQ1A4d2l/b95E6L8eNL4EdO3Y4ocSFCxcGNbi6detaH7zrVqtWraD2YaP4F+jZs6f55ptvnIE+/vjjZuTIkfE/8AQa4ejRo83gwYP9Rty6dWszZMgQo/csNAQQQCCaBPRa/IknnvCbZPjkk0+a4cOHR1NX6UsYBCpWrGjOnz/vHGnVqlXp+l4xDEPiEAhETEAV3DzDimfPnnU9V+XKlZ2wYqNGjVy3ZwMEEEi9wNWrV83evXutsGJSN1VITYvmGWLUgme63XrrrV73+recOXOmRXc4BwIIIIAAAhETOHLkiJkyZYpVWVE33wXakjrxLbfcYoUV77vvPtOqVSuTN2/eiPWRAyOAAAIIIIAAAggggEB4BQgohuhJQDFEQHZHAAEEEEAAAQRCFNDK1AolaiW+YCoTNW3a1DRr1swKJWrVWhoCCCCQKAIKQXz00UdGHwj6tkqVKpkXX3zRPPTQQ2nCoQlBnjdNDNL3CiHu378/Yn3QBCCFD32Dh/a/5c6dO2Ln5sDxLaDfXbtS4rx584IarIKICiSqinO9evWC2oeNEkdAYQBV0PSsBK7qt5qUQYsPgQEDBpjPPvvMbzBdu3Y1r732WnwMklEggEBcCqhimAKJK1eu9BqfqivqPQctfgQeffRRs2LFCmdA//M//2Mt9EVDAIHkBY4ePWqFFfUeUfd63nRrNWrUcN4f3nnnnW6b83MEEIiAgK5J2tcofUOMuu7j+f48Aqf3O6TCGL4BxkBhxmzZsqVFdzgHAggggAACIQloIYBJkyYZfX6isOLJkyeDOl6GDBmssKKqjyusqM/3aAgggAACCCCAAAIIIBC9AgQUQ3xsCCiGCMjuCCCAAAIIIIBAKgU0uWPWrFnm22+/NVeuXEn2KNWqVbOqJeqitSoU0RBAAIFEElB4e8yYMWb+/PkBh929e3fTq1cvkytXrrCxJBVAtP89bCcKcCBN1NEHlL4hRH2v1chpCIRLQBPX7FCi7q9fv+56aAXOFEhUMLFhw4au27NB4goouKYAm93Kli1rli1blrggcTTyAwcOWNWKNRHHs2XKlMm8/vrrpmPHjnE0WoaCAALxKqAqRE8//bRZunSp1xBVAXbcuHHxOuyEG9c//vEP8/HHHzvj7tu3r+nXr1/COTBgBEIR0PtGz8qKwRyrdu3azvtGfU1DAIHoEPj999/Ne++9Z6ZOnRqwQxkzZgy6MlQ4R6QqU3YFRjvAqO99bwp40BBAAAEEEIgWAX1mqUWodY1UCwEE2/T6WIFFLZ5Tp06dYHdjOwQQQAABBBBAAAEEEEgjAQKKIUITUAwRkN0RQAABBBBAAIEUCGzevNnMnj3b+gB4x44dye5ZoEABK5TYokULK5ioD4dpCCCAQCIJnD171owYMcKMHz8+4Gr9DRo0MP379zeNGzdOMUt6BhBVBdEOIAa6z549e4rHww4IBCtw6NAhr1Ci2yIJOm758uWdShj64JyGQDACf/rTn8zy5cudTQkEBKMW/duo2tjf//53s2fPHq/OlipVyrz55ptUpYr+h5AeIoCAh8CNGzdMmzZtzMKFC71cdA1mwoQJWMWBwNdff20tZmO35s2bm08//TQORsYQEEgfAV3PtsOKixYtCqoTqqZoL3KjKos0BBBIf4FVq1ZZ11z1/zlQa9q0qVXlKXfu3EYL1Bw8eNC62V+fO3cuXQaRXHjRDjMq7EhDAAEEEEAgrQU2bNhgvvvuOyusuH79+qBPX65cOSus2KxZM+s1Mw0BBBBAAAEEEEAAAQTSX4CAYoiPAQHFEAHZHQEEEEAAAQQQcBE4efKktXre9OnT/aqMBNpVF6FVlegPf/iDKVmyJL4IIIBAQgrMmDHDfPjhh2bt2rV+41dg++WXXzbdunVL0kaTZhRCVIAi0H2kUQsVKpRkCLFYsWKRPj3HR8BL4OjRo16hxIsXL7oKKWxkTyLlg3FXLjbwEdCiHL6/N0uWLLHCrrTYFdAiK4H+9mrBgMGDB5uaNWvG7uDoOQIIJLRA27ZtrddKno0gW3z8SmzatMm6xma34sWLmzVr1sTH4BgFAukssGXLFuu5UwGnFStWBNWbRo0aOe8zK1euHNQ+bIQAApET+Oqrr8zo0aONKiv6Ni2w9vzzz5v27dubIkWKeP1Yi8rZYcXDhw8bLYalm/21fa/FINK6aeE3hRV1/TVQFUb73zQ+GgIIIIAAApEQ0OeTkydPtuaFLF68OOhTaPFqzRPRdXUtnJQzZ86g92VDBBBAAAEEEEAAAQQQCJ8AAcUQLQkohgjI7ggggAACCCCAQBIC8+fPNzNnzrSqJboFAapUqWJVS1QoUatK0xBAAIFEFVCgcNSoUeazzz4LSKDnyX79+lkTY5ILIF69ejWihHnz5jUKcPneSpcubQUTc+XKFdHzc3AE3AROnDhh5s2b5wQTNXnMrWklek3gtoOJWbJkcduFnyMQUEBhNU1ytJsqL2jiIy12BUaOHGmGDh3qNwBVyhwyZIjJnz9/7A6OniOAAALGmGeffdZ8//33Xha6TvOf//wHnxgX0Hs0z/eHv/zyi1/QIsaHSPcRSHcB/b+yKyv+/PPPQfVH7xHs956qHENDAIH0EdBnV++//74ZM2aMuX79ul8n9NlVly5dzDPPPJPiDh45csQJLQYKMOrfjh07luLjhmOHggULOkFGO8yoe8+v8+XLF45TcQwEEEAAgQQWuHbtmpk0aZL1OY0Ci8F8TiOuTJkyWWFFVTVWWJFFrRP4l4ihI4AAAggggAACCKS5AAHFEMkJKIYIyO4IIIAAAggggICHwNatW61qiQolbtu2LVmbW265xQoltmjRwgomEgLgVwkBBBJd4N///rf56KOPzPbt2/0ocuTIYTRhTRNlFEy8cOFCRLmSCiDagUT9nIZAtAnow227goXuT5065dpFrcrrWSmRcK0rGRsEIVC3bl2jlaLtNnz4cPPkk08GsSebRJvAzZs3rYUBvvjiC7+ude/e3apoTEMAAQTiRaBjx45m1qxZXsPRhEA9B2pyIC02BTSZc926dU7nFTrV9TgaAghERmDlypVOWFFVFt1ahgwZrPek9vtSJl+7ifFzBCIjsHHjRqP37lp0M1Br2bKl0Wulxo0bh7UDutbrW4HR/t7zPthARzg7p8pVdjXGpEKM+jkNAQQQQACBYAW0qIfmkiisuG/fvmB3M7rerusTen9bq1atoPdjQwQQQAABBBBAAAEEEEi5AAHFlJt57UFAMURAdkcAAQQQQACBhBc4ffq0dSH5u+++M6qa6NbuvvtuqzqRQolaxZ2GAAIIJKKAqrvpwzeFDe3Jazt27EgzCgKIaUbNiSIscOnSJa9Q4tGjR13PmDt3bq9KiVo0gYZAuATmzJljnnvuOedwCr3++uuvBDvCBZyGx9Hf6V69epklS5Z4nTVr1qzm9ddf93qc07BbnAoBBBCIqMDzzz9vpk2b5nWORo0amS+//NLo+Y8WewIvvvii0WI4dnvppZdMjx49Ym8g9BiBGBRYvHixE1YMtBiV75D0POsZVixatGgMjpouIxDbAvqca+TIkUaBxUCta9eupkOHDmleyen8+fNOkDFQgNH+N1WqSsumkHVyIUY9j+mma3E0BBBAAAEEPAVUeXz69OlWWHHz5s1B41SoUMEKK2oRbFUlpyGAAAIIIIAAAggggEB4BQgohuhJQDFEQHZHAAEEEEAAgYQV0MVirSb77bffGn04mlyrVKmStTq7Vplt2LBhwpoxcAQQSByBI0eOOAFEBRzsMKJ9H+kKiFrhWtUOFQQPdJ8vX77EeTAYadwJ3Lhxw5rkaVdLPHDggOsYs2XL5lUpsUiRIq77sAECqRHo3LmzmTFjhrNru3btzNtvv52aQ7FPOgosX77cqELi/v37vXpRtmxZ8+abb5pmzZqlY+84NQIIIBBZgb///e9m8uTJXiepX7+++eqrr4wqu9NiS+Czzz4zAwYMcDr98MMPm/Hjx8fWIOgtAnEgYL9/1XvZYKrFaKETz7BigQIF4kCBISAQOwLvv/++GT16dMDPvvS+sEuXLubZZ5+NugEdO3bMHDx4MNkwoxbOS+um5zQ7rKh7XZfz/N7+Wovq0RBAAAEEEk9Ar491HULzT5YtWxY0QKFChaywohbHVnVFfQ5EQwABBBBAAAEEEEAAgdAECCiG5mcIKIYIyO4IIIAAAgggkFAC27Zts6olKpSoSjDJNX2QqFBi8+bNrWqJ2bNnTygrBosAAvEtoEBUoOCh/W+XL1+OKECWLFmSDSDqQzkaAvEmoErN9qTO3bt3uw5Pq7jrg2lN6tR9iRIlXPdhAwRCEVAFz9tuu83rEKpC1aBBg1AOy75pLDBlyhQrnOjbGjdubAYNGmSqVauWxj3idAgggEDaC/Tu3dsKJHq2unXrmq+//poKOGn/cIR0xnXr1lkTNe2mUEVKJnyGdHJ2RgABP4ErV644VRX1/lYLXLm1W265xbrOrtt9991nCCu6ifFzBMIjoMqnH3zwgd/CDfbR9f+xU6dO1v/LWGp6HvIMMdpf+95fvXo1zYelxTCCCTLqeZGGAAIIIBCfAvp8ddKkSdZr5kWLFplgF3xVNfJ77rnHes2s98Cq8EtDAAEEEEAAAQQQQACBlAsQUEy5mdceBBRDBGR3BBBAAAEEEIh7gXPnzlmhxOnTp1uhALfWqFEjKwigUGK5cuXcNufnCCCAQFQKKGi4Z8+eJKsgXr9+PeL9Tq4CYrFixSJ+fk6AQDQILFmyxKmWqIUSgmmaGGZXmtAEbBoCaSUwbtw48/rrrzunq169elCvn9Oqf5zHXUBVMv75z3/6bfjEE0+YIUOGmDx58rgfhC0QQACBOBFQ1T1V3/NsCuIrpMik8Nh5kBUuKF26tFeHt2zZwmMYOw8hPY1jAV1318Rr+3b69GnX0ebLl88JKmrydcGCBV33YQMEEAhN4McffzQjRowwq1evDnig9u3bG90qVKgQ2omibO/jx487QUbf8OKhQ4esn506dSpdeq0KWXaQ0bMao8IongHH/Pnzp0v/OCkCCCCAQPgEvv/+ezN79myruqL+/gTb7rjjDtOkSRMrrKjr9DQEEEAAAQQQQAABBBAIToCAYnBOSW5FQDFEQHZHAAEEEEAAgbgVWLx4sZk5c6ZVLfHs2bPJjlMfvGpCRMuWLY0CijQEEEAg2gVOnDhhBRCTuqVFANHTKGPGjKZ169amXbt2VmXEkiVLRjsh/UMgYgIrV650QombN28O6jz6oFmhRL0eibcJYUEBsFFUCLRo0cKsX7/e6csrr7xiXnjhhajoG51IXuDGjRumT58+VujGt/Xs2dMMHDgQQgQQQCAhBV566SXzySefeI1dE/u++eYbQjEx9BuhauKbNm1yeqxqFHfffXcMjYCuIhD/AgoCeYYVL1265DrovHnzWpXb7MqKhQsXdt2HDRBAIPUCH374oRk1apTR/1ffpsXkunTpYjp06GAyZ86c+pPE2J56rkoqvKgQyeHDh62bqjamR/MMMiq46Blg9Pxa4W8aAggggED0C6xZs8ZaVFthxV9//TXoDleuXNmqrqgFths3bhz0fmyIAAIIIIAAAggggEAiChBQDPFRJ6AYIiC7I4AAAggggEBcCWzfvt2qljh16lTjFgjInTu3FQRo1qyZdTE3Z86ccWXBYBBAILYFNDkiuQCiW/A61NFnz57dChnqpuoiO3fuNL/88kvAwz700EOmX79+pmrVqqGelv0RiFmBdevWWZXmNCEzqf8rvoPTB8qaiKnXI5UqVYrZsdPx+BDQ5IiHH37YazD6vdaEN1p0C+j1gkKIy5cv9+qo3t+oIuZf//rX6B4AvUMAAQQiLKDA/YQJE7zOosl9CrmpYg0t+gV69+5tvvrqK6ejr732munatWv0d5weIpCgAgcOHHAW7dF7ZC2m4dZ0rd4OK+p9Ms/PbmL8HIHUCej/5/vvv28+//zzgAfQAp6dOnWyFvOk/Z/AyZMnraCiZ2jRDi963qdXkFHX8n2rLwb6Pk+ePDysCCCAAAJRIrB7924zefJks3DhQrNq1aqge6XAuj5bat68uVVdMVOmTEHvy4YIIIAAAggggAACCCSCAAHFEB9lAoohArI7AggggAACCMS8wMWLF83s2bPNd999Z3744QfX8TRs2NAKA+iCLRWKXLnYAAEEIiiwb9++JEOImtgQyZYrVy6n0qFd8VBhRPtre9X6iRMnmvHjx5tdu3b5dUfbvPzyy+app56KZFc5NgJRK7Bx40YnlLh69eqg+qnVbe1QYpUqVYLah40QSAsBPZ/rOd9uWsDD8/u06APnSLnAsmXLTLdu3axJkp6tYsWK5o033rCeb2gIIIAAAsa8+uqr1vsaz1a+fHlrMqAqBtGiW0ABUwVN7fbYY4+Z0aNHR3en6R0CCFgCup40b948M3/+fOt2/fp1VxkttGFXVdQ9i6a4krEBAikWWLx4sRk+fLjRfaD2l7/8xaqmWK1atRQfO5F3iPYgo55ffSsxBvpeoXEaAggggEDaCVy4cMFaREmLe6i6YrCBdwXUFVbUIpia+0JF8rR7zDgTAggggAACCCCAQPQKEFAM8bEhoBgiILsjgAACCCCAQMwKaDLuzJkzzbfffmtOnTqV7DjKlStnTWpo0aKFdZGWhgACCKSFwIkTJ5KtghjMpKzU9lNVD+0KiJ7BQzuAmD9//mQPvXbtWjNmzBgza9asgNupGlPfvn2tCQ00BBJJ4LfffnMqQSxdujSood91111OKJGJXUGRsVE6COh30/M1tUIcvhUV06FbnDIZAU1a6dGjh98W9957rxk0aJBRdTAaAggggMD/Caiq7Lhx47xISpcubaZMmWK9d6JFr8CKFSvMo48+6nRQf+NUZYKGAAKxJbB3714nqKiw4uXLl10HkCNHDqeyoiosFi9e3HUfNkAAgeAFPv30UzNq1CijhfR8W8GCBU2XLl1M+/btjRa7o4VPINqDjAooKhyuhTx0n9TX4RPhSAgggAACngJanFufzyqseOzYsaBxGjRoYJo2bWqFFbk2HDQbGyKAAAIIIIAAAgjEmQABxRAfUAKKIQKyOwIIIIAAAgjElIBWXP7vf/9rhRJVtSi5ppVAtVrcgw8+aFQBJk+ePDE1VjqLAALRL6AVLffs2WPdNMnK/tq+P3fuXMQGUaRIEa8AomcYUV+n9jlPockRI0ZY1UU0UcK3Va1a1QwcONAKfNMQSBSBnTt3OpUSg50IXb9+fet1iG41atRIFCrGGaMCem39wgsvOL3XSsvr16+P0dEkRrffeecd8+677/oN9umnnzZDhgwxei9EQwABBBDwF1CAWwuxeLYSJUpYIcUyZcpAFqUC58+fN6oO7Nm2b9/O37sofbzoFgLBCBw8eNArrKj/524tW7ZsXpUV9fxNQwCB0AW0WNF7773nV23aPvIdd9xhOnbsaB555JHQT8YRUiQQ7UHGYEKMVGNM0UPOxggggICfwMqVK820adOssKLeBwfb9HmuFu5WWLFhw4bB7sZ2CCCAAAIIIIAAAgjEvAABxRAfQgKKIQKyOwIIIIAAAghEvYBWUlYocfr06WbOnDmu/VUgQNUSFUpkZThXLjZAAIFkBG7evJlsBcSUrFqZUmjfwKHv95qUFe42d+5c8+GHH5rFixcHPHTPnj1N7969TSTOHe6xcDwEQhXQyvH6P/HTTz9Z93o+cGuasGWHEmvVquW2OT9HIGoE2rZta/2e200VElRlihZ9AteuXbP+Fk+ePNmvc6ps3K9fv+jrND1CAAEEokxAQW5VCvJsqgyvwH758uWjrLd0xxZQheBt27Y5ILpOqGuANAQQiH2Bo0ePeoUVT58+7TqoLFmyWJ8B6KbKiqVKlXLdhw0QQCB5gTVr1pgPPvjAuhYWqD3++OOmQ4cOpnbt2lBGmUA0Bxmpxhhlvyx0BwEEYlpgx44d1nVhLaS5du3aoMeiirgKK7Zs2dKaQ0NDAAEEEEAAAQQQQCCeBQgohvjoElAMEZDdEUAAAQQQQCBqBVasWGFmzpxpTRA7ceJEsv3UKveajKCKXk2aNInaMdExBBCIPoEjR44kGUJUVcRItKxZsyZb/VBhxAwZMkTi1AGPqaClJuiqauKNGzf8tmnUqJF58cUXmfyZZo8IJ0ovAT0f2IFE3V+5csW1K3Xr1rVCiXodwgQtVy42iEIBVf1t0KCBV89++OEHQ8g2+h4sVZPv0aOHWbVqlVfnVDVZgdI2bdpEX6fpEQIIIBClAsOGDTPDhw/36l3BggXN1KlTTaVKlaK014ndLVV71jVCuylo2r59+8RGYfQIxKGAQjbz5893bsePH3cdZebMma2Qoh1WpCKuKxkbIJCswDfffGNGjhxpfv/9d7/tFDbTokYKKubPnx/JGBOI5iBjctUY9TPddP2DhgACCCDwvwJnz541kyZNMj/++KNVXTHQ57uBrHLmzGm0ANCDDz5oVVfk7zm/UQgggAACCCCAAALxJkBAMcRHlIBiiIDsjgACCCCAAAJRJaAJ0qqWqAlH69evT7Zv2bNntwIBuniqld7y5csXVWOhMwggEB0CCjgraKibnmN871WlNRKtcOHCpmzZsl43TZBS+FDVOaKlaaXNjz76yGzYsMGvS1qN/pVXXj2B7H8AACAASURBVDGdO3eOlu7SDwTCLqCJOZ6hxPPnz7ueQ0FEO5SogCINgVgWUHWEt99+2xmCKoHOmDEjlocUl31fsmSJef75542qy3i2KlWqmDfffNOaVEJDAAEEEEiZwD//+U/z/vvve+2ka0vTpk0zVatWTdnB2DriAmPHjrX+5tntmWeeMe+9917Ez8sJEEAg/QQ06dozrHj48GHXzmTMmNEJKiqwqGtzNAQQSLmArpnr7+zo0aPN9evX/Q6gRY06depknnjiiZQfnD2iXkCfqRw8eNAcOnQoyXtdU03rZldjtAOLqghmf+35b2m5+GNaG3A+BBBAICkBXdOfNWuWFVZMyXP0XXfdZS32obBihQoVAEYAAQQQQAABBBBAIOYFCCiG+BASUAwRkN0RQAABBBBAIN0Frl27ZmbPnm2mT59u3bs1TZrW5AKFEpkw5qbFzxGIfwFNVkoqfKh/P3fuXMQQSpQo4QQQy5Ur5xVGzJUrV8TOG44Db9u2zYwZM8Z89dVXAQ/38MMPm/79+5vKlSuH43QcA4GoEtDzwty5c51gYjAf1t52221OKFGvRWgIxIvAPffc41UVYejQoea5556Ll+HFxTi+/vpr06tXL7+x6D3RoEGDTPny5eNinAwCAQQQSA+Bd955x7z77rtep9Z7OYUUa9asmR5d4pxJCCxatMg8+eSTzk/1+KhSBA0BBBJD4OLFi15hxf3797sOXAEVz8qKvG52JWMDBPwENm/ebC3oMHPmzIA6rVu3tioaN2jQAL0EE7h06VKyAUY74Bgo4BppKi0Q6Rlc9A0y6vu8efNGuhscHwEEEEg3gWXLlpmpU6daYcXdu3cH3Y/q1aubJk2aWGFFPgcLmo0NEUAAAQQQQAABBKJMgIBiiA8IAcUQAdkdAQQQQAABBNJNYPXq1VZ1Fl0c9a0E4tupUqVKWaHE5s2bW/c0BBBIHAF90B2o8qEdSjx16lTEMLTqum8VRM/vVWEwFtvHH39sxo8fb7n6Nn14//LLL7P6dSw+sPQ5WQGt/O4ZSjxy5IirmCY963WHqiXWr1/fdXs2QCDWBHwn+qv/W7dupTJ5FD2Qqm6pKpe+rW3btmbw4MEmW7ZsUdRbuoIAAgjEpoAm3auaomfT86sW0rr99ttjc1Bx2GstKqLJkp5N1wUyZ84ch6NlSAggkJzA1atXvcKKwU66VljRDixSHYbfMQRSJqDP8kaMGGE2btzot6OukXfp0sV06NDBCoXREPAU0DXY5CoxKsioRSjTuuXMmTPJEKMCjLoVL148rbvF+RBAAIGwC2jB2smTJ5sFCxaY9evXB318LdJ77733mpYtW1pzdGgIIIAAAggggAACCMSKAAHFEB8pAoohArI7AggggAACCKSpgFY2VpVEhRLXrVuX7LmzZs1qBQJ0U7XEAgUKpGlfORkCCKSdgKqZ7dixw+u2c+dOqzKiW4A51F5mz549YAhRFRFLly4d6uGjav+VK1easWPHmjlz5gTsV7t27Uy/fv1M4cKFo6rfdAaB1ArcvHnTqZL4008/mWAqLGjSsx1KbNiwYWpPzX4IxIRA7969vSrpPvbYY2b06NEx0fd47+SVK1esqol63+TbBgwYYPTY0RBAAAEEwicwfPhwM2zYMK8DZsqUyXz33Xembt264TsRRwpJQK/PPYNI//3vf03t2rVDOiY7I4BAbAvoff/8+fOd2/bt24MakCrD2GHFSpUqBbUPGyGAgLEW0Bk1apQ5f/68H0flypVNp06djBbUoSGQEgH9PtkVF33vFW60A44pOWa4tlVI0Q4rJvV1uM7FcRBAAIFIC2jR30mTJpkff/zRaPHCYFvu3LmtsKKCiqqumCdPnmB3ZTsEEEAAAQQQQAABBNJcgIBiiOQEFEMEZHcEEEAAAQQQiLjAjRs3jCYMaeV5rbLq1jTxS8EArcZWo0YNt835OQIIxIjAtWvX/EKICiVq4lAwlcxSO0xNKlUVVoUNPe/tr4sUKZLaQ8fMfqocN3LkSKtq4pkzZ/z6Xa1aNfPSSy+ZZv8fe+8BLUWxfm8XOeccJOcMguTgIhy4XIJkySiCkhRQokgyBwSUeEFRBAUuAoeMwJ+MCJIzApIzSM7wrV336/nN9PSZrpnuyftdq9cczlR8ZjjTU1X73XXrhs2cOFASiIuAdjhx7dq10jHx77//NoVVpEgRhyixSpUqpuVZgAQigcD9+/cF3vsQwmkxa9YsupWHwIuL+6NevXq5JXRJly6dGDFihGjVqlUIjJJDIAESIIHII4DD9h999JHbxCBSrFChQuRNOAxnBNHDkiVLHCP/4osvKIIIw9eRQyYBfxLYsGGDFCvCIQbu8CpRvXp1+T0IgsXChQurVGEZEohqAkgsCAdqCByMIiYmRrop4v8WgwTsJKCJFZ1Fi/rfGe1/2DkGo7YoYvQ3YbZPAiTgLwILFy6U37FxD+2Nm23VqlVlknGIFXPnzu2v4bFdEiABEiABEiABEiABEvCJAAWKPmH7v0oUKFoEyOokQAIkQAIkQAJ+I7Bz5065oPnrr7+KS5cueewnR44cchET4pg6der4bUxsmARIwP8E4Gagd0PEv0+fPu23znPmzBmnCBF/X6I5Vq5cKaZMmSK2bt1qiAHuTP369ROJEiWKZkyce5gTQDIECBJxCBGPKqJEZHXXnBKrVasW5gQ4fBLwngDEiHDN1QIHCX7//XfvG2INWwkgc/Wbb74prl+/7tIuEreMHDlS4PAHgwRIgARIwH8EJk6cKEaPHu3WARxt6a7tP+6qLeudLjt16uTmfKnaFsuRAAlEPoEtW7Y4xIr79+9XmjDWBzRnRSR0YZAACcRNYPXq1QKfzTt27DAs1K1bN/Haa69RuMA3UUAJwI3RWbSoOTLqf4f15EAGRYyBpM2+SIAEfCGwadMmgbUPiBXPnj2r3ESJEiVErVq1pFixbNmyyvVYkARIgARIgARIgARIgAT8RYACRYtkKVC0CJDVSYAESIAESIAEbCWADZ5ly5ZJUeKff/7psW2IYSAMwIUFy4wZM9o6FjZGAiTgPwLnzp0TcQkRnz59anvHWbJkidMBEU6I8ePHt73PcG8Qf48nTJggpk2bZjgVCBwGDRokypcvH+5T5fijlAD+1jiLEvE3ySzy588vEyLgqlGjhllxPk8CEU2gWbNmLuL1vn37igEDBkT0nEN9crNnzxb9+/d3GyaSuEAsw2zUof4KcnwkQAKRQmDy5MlSFK6P//73vxSKB/lFhkN6+/btHaMoV66cWLp0aZBHxe5JgATCgcAff/zhECvu3r1bachVqlRxOCsWK1ZMqQ4LkUA0Epg6dar45ptvxNWrV92mj++xcECGoyKDBEKJwOXLlx1CRr2IEf8+f/68V25idswtW7ZswlnI6Pxv7WfuhdlBmm2QAAmYEYATOdZAkBT04MGDZsUdz2PPHntvOPuDM0AMEiABEiABEiABEiABEggGAQoULVKnQNEiQFYnARIgARIgARKwhcCKFSvEwoULxaJFi0zbK1OmjFyQjImJEaVKlTItzwIkQAKBJ/DgwQPpQAbBj9H1+PFjWweVJEkSkSdPHnnh0IL2mCtXLilMTJw4sa39RXpjv/zyi/jPf/5juGkElu+//748GMIggXAj8OTJExdRoooza968eR2iRGRxZZAACQiBAwZwBXEOOPcVKFCAeIJE4OOPP5YHOvXRuXNn8eGHH4oECRIEaWTslgRIgASikwC+T33wwQduk58zZw4TXQTxLXHp0iWBdUUt8P1WJVFJEIfMrkmABEKQwM6dO8W6devkgeu4nN/0w4aLrpZsEe7mDBIgAVcCSJb39ddfix9//NEQDdbkIFKsU6cO0ZFA2BC4ffu2FCpqgkXnn4MlYkQyT72IUS9sTJgwYdgw5kBJgARCn8C1a9fEvHnzxKpVq1wSHpqNPHXq1HL9BGeCIFhMnjy5WRU+TwIkQAIkQAIkQAIkQAK2EKBA0SJGChQtAmR1EiABEiABEiABnwns2bNHLF68WLolYiPGU2BzBG5F2HzEIiSDBEgg+ASuXLkSpwgRh/7sjnTp0rkJEDVRYtasWe3uLirbO3TokJg0aZLcKDKKRo0aSXcsClCi8u0RtpOGINrZKfHMmTOmc8mXL5/D5YBZWk1xsUAUEtCL4apXry7mzp0bhSSCP2UkhXj77bdFbGys22CGDBkievfuHfxBcgQkQAIkEKUEpk+fLpO76AOOt3qhf5QiCsq04ZrovA4JV0U6mwXlpWCnJBARBPbu3esQK/7+++9Kc6pYsaL8HMB6Q8mSJZXqsBAJRAuBzZs3i7Fjx4pNmzYZTrlTp05SqFiwYMFoQcJ5RjiBUBQxZsqUySFijMuVkUlBI/yNyemRgB8JzJ8/X54RQsLDe/fuKfeEPQicFWrYsKHIkSOHcj0WJAESIAESIAESIAESIAFvCVCg6C0xXXkKFC0CZHUSIAESIAESIAGvCFy+fFksW7ZMihK3b9/usS5cPrSswg0aNBDI6sggARIILAG4IJ44ccLQBdGbTQPVUWNDQXNA1LshpkmTRrUZlvOBwJQpU6Rr4rlz59xqQwCKg7XNmzf3oWVWIYHAE3j06JGLKPHs2bOmg8ifP79DlMgD46a4WCDKCZQvX97l8wKHB1u3bh3lVAI//ePHj4sePXoIHIp2jowZM4oRI0bwczvwLwl7JAESIAE3AjNmzBCDBw92+/3MmTPpABSk9wuEDXBu0GLcuHGiVatWQRoNuyUBEogkAgcPHnSIFeMSV+nnW6FCBcdaROnSpSMJB+dCApYI4F5p/PjxwmhND2vV3bp1E6+99ppIkiSJpX5YmQTCgUAoihix9pQzZ04pEtJf+D2eZ5AACZCAGYH169fLc0MbNmwQcFNWjVKlSsl7aDgrMuGHKjWWIwESIAESIAESIAESUCVAgaIqqTjKUaBoESCrkwAJkAAJkAAJKBHAwZ9FixbJBUaz0BYU4ZRYpkwZs+J8ngRIwCIBCNIgQjx58qR8dL6eP39usXX36rly5RJwJ8OVN29e6YqoiRETJUpke39s0DOBLVu2CIgTnQ9oOtfA4c333ntPZMiQgShJIKQJPHz40EWUaCS21U8AbqDYxIQgsVatWiE9Pw6OBEKFAD4v8NmgRfLkycXhw4cFP8MD+wrh8Eb37t3FzZs3XTrGoWaIEytVqhTYAbE3EiABEiCBOAn8+OOPYuDAgW7Pf//996J+/fokF2ACX3zxhRgzZoyj1zfeeEOMGjUqwKNgdyRAApFO4NixY+L//b//J69169YpTReJYDRnRe6LKCFjoQgngO+7X3/9tVy7NorKlStLN0U4KTFIINoJQMQIl3Dn6/z58y7/vnHjRsAwQTxsJFx0/h0FxgF7OdgRCYQFgQMHDoj//ve/8v75yJEjymNG4uOaNWtKsSIeGSRAAiRAAiRAAiRAAiRglQAFihYJUqBoESCrkwAJkAAJkAAJxElg3759YsmSJVKUaOZcBHfE2rVry+zxcEtkkAAJ2EvgypUrLsJDZzEiRD12R+bMmaUAEY5kmhhRe0yYMKHd3bE9HwjcvXtXTJgwQbom3rlzx62FYsWKiSFDhsi/zQwSCFUCDx48cBEl4tCFWRQsWNAhSuRmpRktPk8C7gQgiouNjXU80b59e4GD/ozAEYCTxIABA9w6xPcoCCyQqZ5BAiRAAiQQWgR++uknmfhFH9OmTeOh+gC/VMuXL5eOS1pA1L9gwYIAj4LdkQAJRBMBrMNqYkU8Pn361HT65cqVcyRTgnCRQQLRTGDnzp1SqLh69WpDDK+++qr8bC9RokQ0Y+LcScCUANbS9aJFCBqdf4e9xEAFXRgDRZr9kED4Ebh8+bKYN2+eWLlypdi+fbvyBNKmTStq1KghzxtBsJg4cWLluixIAiRAAiRAAiRAAiRAAhoBChQtvhcoULQIkNVJgARIgARIgARcCFy7dk0sW7ZMihJ///13j3TixYsnBQK4sEiYLVs20iQBErBAACIzZOfWuyDiEAyyp9odqVOnNhQgQoiYMmVKu7tjezYSWLp0qRQmbtu2zbDVvn37iv79+4sECRLY2CubIgF7CNy/f99FlIhDFGZRqFAhhygRm5MMEiAB3wjgXl9/4A/3/XAtYASGwOjRo8XEiRPdOoNrxIcffhiYQbAXEiABEiABnwj8/PPPol+/fm514QrUuHFjn9pkJe8JnDlzRrz00kuOili/wFoKgwRIgAQCQQB/g5zFiiqJ44oXLy5q1aolHWGqV68eiGGyDxIISQJwVRo3bpz466+/3MaXPn16AVdkfDdOlSpVSI6fgyKBcCDw5MkT6bpoJmQMxFyMXBj1roxJkyYNxFDYBwmQQBAJPHv2TDorLl68WGzYsEE8evRIaTQ4i4T9wHr16kmxYtasWZXqsRAJkAAJkAAJkAAJkAAJUKBo8T1AgaJFgKxOAiRAAiRAAiQgCaxZs0YsXLhQChOxSOgpcKgZokQsBr744oskSAIk4CUBZDDF4Tn9pSLS8bIrgQ1AvQOi9m9kN2WEFwG42U6aNEl89913hgOvVq2aGDx4sECWdgYJhBKBe/fuuYgSL168aDq8woULO0SJPMBniosFSECJAMTtH3zwgaNs0aJF5f9Nhv8J4O9gnz59BJIM6GPYsGGiR48e/h8EeyABEiABErBMYM6cOeKdd95xawfi81deecVy+2xAjQDWJpF4QYuNGzeKAgUKqFVmKRIgARKwiQDWcp3Finfv3jVtOX/+/FKoqAkW6QpjiowFIowARAlwU/zmm28M3Uixrt21a1feV0XY687phB6Bc+fOCew3xfWo8plmx6wyZMgg9KJF539nyZLFjm7YBgmQQAgRwH7E/PnzBb7He+P6WqZMGVG7dm3RsGFDgX0NBgmQAAmQAAmQAAmQAAnERYACRYvvDQoULQJkdRIgARIgARKIYgIHDx6UmcogSjx9+rRHEpkyZZILfrjglkhXrih+43DqygTw/8pIiPjPP/8ot6FSEBkE9SLEvHnzyt9hI48RGQRmz54tXRMPHz7sNiEIUd9//315eINBAqFCAIcYsNGIw3p4vHTpkunQihQp4hAlQnDLIAESsJcA7uN3797taHTo0KGiV69e9nbC1twI4H7wrbfeEgcOHHB5DlmfR4wYIZo0aUJqJEACJEACYUQAmf979+7tNmIctG/RokUYzSR8h/rqq6+KdevWOSaARD5NmzYN3wlx5CRAAmFPAIerncWKN2/eNJ1T9uzZXcSKadKkMa3DAiQQKQSwxj1mzBi5R2kUzZo1E6+99hqTpEbKC855hB0B7GN6EjGqrPXbMemECRPGKWB84YUXRK5cuQTF/naQZhskEBwCe/fule6K2EM8fvy48iBwDuLll1+WzopVq1ZVrseCJEACJEACJEACJEAC0UGAAkWLrzMFihYBsjoJkAAJkAAJRBmBGzduiGXLlklR4pYtW0xnj4U9uCXWr19f5MyZ07Q8C5BANBI4evSowKUXIz58+NBWHNho04SHzoLEPHny2NoPGwstAvv27ROTJ0+Wf7eNonHjxmLgwIFSkMoggWATuHPnjoso8fLly6ZDQqZT3GvgnoMbiaa4WIAEfCawa9cuuWHvHH/++afAoViG/wjgkHK3bt0E/j46B1whRo4cKcqXL++/ztkyCZAACZCA3wjg+1nPnj3d2h87dqxo3bq13/plw/8j8NFHH4lvv/3WgQOvBZL2MEiABEggFAhgDwbfAyCkxqXiDJMuXTqHqyLcFekYFQqvJMcQCAJLly4VuH/av3+/W3cpUqSQ36chVMyYMWMghsM+SIAEFAk8fvxYChg9iRjt3iONa2hIAKaJFY0ekeSVQQIkEPoE4E4+b948sXLlSrFz507lAadPn17UqFFD7n3gYqJ1ZXQsSAIkQAIkQAIkQAIRS4ACRYsvLQWKFgGyOgmQAAmQAAlECQFsiC9cuFAsWLBAYNPAUxQrVkwKBerVqycqVKgQJYQ4TRIwJ3Dy5Elx5MgR6WCHR+3n58+fm1dWLAG30oIFC0qxmV6MiEyhjOgiMHHiROmaePHiRbeJZ8uWTR7ARDZpBgkEk8Dt27elKFFzS1Q5eKfda+B+o3LlysEcPvsmgaghgM+M6dOnO+YbExMjZsyYETXzD8ZEwXfw4MFuXf/73/8Wo0aNEvgsZ5AACZAACYQvAayzwSFXH1999ZVo27Zt+E4sDEa+aNEi8eabbzpGisOIc+bMCYORc4gkQALRRuDu3btSpKgJFiHkMIukSZO6iBWZnM6MGJ+PBALjx48XcKPWJ/fB3EqUKCFef/110aZNm0iYKudAAlFD4OrVqw4RoyZmdH5USW5oByyIFjXhIhLBOosYuTZnB2G2QQL2E8B5JjgrxsbGig0bNohnz54pdQJxItYHkHwdYkUmOFDCxkIkQAIkQAIkQAIkEHEEKFC0+JJSoGgRIKuTAAmQAAmQQAQTgIhq8eLFUpQIYZWnyJAhg6hdu7a8GjRoIBIlShTBZDg1EvBM4OzZs4ZCxEePHtmGDptgECLqr7Rp09rWBxsKXwLYbJk6dapYs2aN4SQ6d+4sBgwYIJBdnUECwSBw69YtF1EiDhuYRfHixWUCBFyVKlUyK87nSYAEbCYAYTCcPLSYMmWKgAsvwz8ERowYIcBYH927dxd4jkECJEACJBAZBLDuBmcffXz++eeiQ4cOkTHJEJzF8ePHRbVq1Rwjg2PCgQMHQnCkHBIJkAAJ/B8BHLTWXBUhWDTbs9Fq1qxZ0yFYLFq0KJGSQMQSOHXqlBgzZoyYO3eu4RwbNmwohYpMdhaxbwFOLMoIYM/VSLjo/Lv79+/7lQrOQzgLFnPnzi2QGEC74OTKIAESCD6B3377TcyfP1+KFZ33OMxGVq5cOVG3bl0pVixUqJBZcT5PAiRAAiRAAiRAAiQQIQQoULT4QlKgaBEgq5MACZAACZBAhBGAYGDp0qVSlLhx40bT2WFzG0IBZBGDYIpBAtFE4NKlS4ZCRGS2tiPix49vKEKEKDFJkiR2dME2IozAzZs3heaaaLTxCoHX0KFDxcsvvxxhM+d0woEA3p/OTonXrl0zHTYynGuixIoVK5qWZwESIAH/ENA7PCFz8L59+/zTWZS3CreH3r17ixUrVriQiBcvnhQmGolYohwZp08CJEACYU8A63Bdu3Z1m8cnn3wikFyG4R8COFwIN3cttm3bxrVN/6BmqyRAAn4isH79eodgEckmVeKll15yiBVx4JpBApFIAOuPX3/9tdixY4fb9BImTCi/V7/22msiR44ckTh9zokESMCJwPXr1w1FjEg0e+bMGXHlyhW/8sqcObNDrJg3b14X8SITzvoVPRsngTgJ7Nq1S7or4n7h77//ViaVP39+uV8JsSKTqCpjY0ESIAESIAESIAESCEsCFChafNkoULQIkNVJgARIgARIIEIIIFsYDh7/+uuv4uHDhx5nVaRIEemUWKdOHS6+Rcjrz2l4JoANrCNHjggc9MCj9vM///xjC7pkyZKJwoULu4kRsdDNIAFVArGxseI///mP4cELtNGvXz/x7rvvCggcGCQQKAL4O+ksSsTfU7MoWbKkQ5SIg3MMEiCB4BPo2LGjQJZhLXCYb+TIkcEfWISNAPeYb775przndA4cmoQ48d///neEzZjTIQESIAES0AhAmN6lSxc3IKNHjzYUL5KcdQLNmzcXW7ZscTQ0ffp0edCQQQIkQALhSOD3338XcFWEw+LevXuVplCqVCmhuStWqVJFqQ4LkUA4EcBa+fjx48XVq1fdho0kkEgQgfUOBgmQQPQSQKJPCBVPnz7t9ojfIemivyJdunSG4kUIGZEcjkECJOB/AhArz5s3TyYLVL2Hxqjwf7RWrVpyDaFBgwb+Hyh7IAESIAESIAESIAESCCgBChQt4qZA0SJAVicBEiABEiCBMCZw7NgxsXjxYilKPH78uMeZpE+f3iEWwCJb0qRJw3jmHDoJGBNA5nwjIaJdGTSRnRdCRFwQ+mo/586dmy8JCfhMANkdJ0+eLH744QfDNqpXry6GDBkiypQp43MfrEgC3hCACBGH4iBMxOONGzdMq+NQnOaUWKFCBdPyLEACJBA4AjikoxcLY8O+dOnSgRtEFPS0evVq6eKgd0AGe4gTy5YtGwUUOEUSIAESiG4Cq1atEp06dXKDgM+B7t27RzccP8x++PDhYurUqY6W+/btKwYMGOCHntgkCZAACQSWwM6dOx3Oitu3b1fqHGItTayIR6xjM0ggEghcvnxZuinOmDHDcDp169aVbooQGTBIgARIQE/g1q1bhuJFTdR47949v0BLmTJlnOLFbNmy+aVPNkoC0U7gwYMH0lkRCYE3btyojCNRokSiRo0aUqgIwSLExwwSIAESIAESIAESIIHwJkCBosXXjwJFiwBZnQRIgARIgATCjMCdO3fEsmXLpChx/fr1pqOHsAWCgZiYGIGMfQwSiAQCWGA2EiKeP3/etukVKlTITYhYoEAB29pnQyQAAjNnzpSuiRCc6wNC8mHDhskDFgwS8DcBZCJ3FiWqZBaGuEkTJZYvX97fQ2T7JEACPhIYN26c+PTTTx21y5UrJ5YuXepja6xmRGDatGnyM1sfTZs2FaNGjRKZMmUiOBIgARIggSghAMF6hw4d3GaLz4kePXpECYXATBMuCX369HF0VqdOHfkdm0ECJEACkURg//79DrHi5s2blaaWM2dOKdbSBIsQSTBIINwJbN26VQoV4xIcvP766wIX90HD/ZXm+EkgsASuXbsmBYyaAyMSimrXuXPn/DKYJEmSxClezJUrl1/6ZKMkEI0EkKQRgsUNGzYIJLlWDex34mwVxIr58uVTrcZyJEACJEACJEACJEACIUSAAkWLLwYFihYBsjoJkAAJkAAJhAmBTZs2iYULF0phot6VQz8FCKtqAkz6YwAAIABJREFU164tcDCnSpUqYTJDDpME3Ak8ffrUUIh46tQp23Bhw1rviAh3xHjx4tnWBxsiAT2BXbt2SacH/F03iiZNmohBgwbJTUoGCfiLADKQO4sSVTbo4OSpiRJffPFFfw2N7ZIACdhIAIdSjx496mjxww8/lIf2GPYQgOAEAkV9QIRiJFq0p1e2QgIkQAIkEMoEcI/dtm1btyEOGTJE9O7dO5SHHlZjO3TokPxuokXWrFkFvmszSIAESCBSCSDBGT5j1q1bJ6/nz5+bTjVDhgwuYkUmTzFFxgIhTuCnn34SSMR09uxZt5FC2NO1a1eZ8C9BggQhPhMOjwRIINQJPHr0yCFWhGjx5MmTLv/2x/jjx48fp3gR+4X82+YP6mwzGgjs2LFDihXXrFljeA8RFwO4lOPMFcSKTNQaDe8UzpEESIAESIAESCBSCFCgaPGVpEDRIkBWJwESIAESIIEQJnDixAkRGxsrRYlG7lrOQ0+bNq1DMNCgQQORPHnyEJ4Zh0YC7gTwHj98+LAUJGruiH/99ZdtqJA52kiImDhxYtv6YEMkYEYAB4cmTJggXRMhDtNH9uzZpZgBjksMEvAHgYsXL7qIEu/evWvaTdmyZR33GHBeY5AACYQPAThstGjRwmXAOMyP7w4MawRu3bolevXqJX777TeXhhIlSiSGDx9OEag1vKxNAiRAAmFPYP369aJNmzZu8xg4cKB45513wn5+oTIBHNJ9+PChYzgQKEKoyCABEiCBSCeABH6aUBGiRee/hXHNPUWKFA5XRSSyoUtTpL9LInd+SLIGN8VJkyYZTrJGjRpSpAj3IwYJkAAJ+IMA9vqc3RadxYv4+cmTJ/7oVrzwwgtSwIjku3h0/jlp0qR+6ZONkkCkEcB99Lx588Ty5cvFwYMHlaeXJUsWmfgDYsV69eop12NBEiABEiABEiABEiCBwBOgQNEicwoULQJkdRIgARIgARIIMQJwR1y6dKkUJWJj2SyqVq0qRQNYBCtQoIBZcT5PAkEngA0bvRARgsRnz57ZMjYsDhsJEXEAg0ECwSSAv+kQJsb1tx2HJgYMGCDSpEkTzGGy7wgkcP78eRdRopkTMxDAHfHll1+W9xgQKDJIgATCk0D//v3F7NmzHYN/5ZVXxMSJE8NzMiE0aog8u3fv7pZEJnfu3GLEiBGifv36ITRaDoUESIAESCBYBDZt2iRat27ttt7x7rvvCnxGM6wTaNSokYATghYzZ86U7gYMEiABEogmAhcuXHCIFSFaRDIVs4BDE0SKOGSNR6ynM0gg3Ajs3r1bChVXrVplOPQOHTpIoWKRIkXCbWocLwmQQJgTgMurkesixIsq+zO+TB+JWpyFi87ixVSpUvnSJOuQQMQTQBJXOCsuWrRIbN26VXm+EAQjIQLEirj4f0wZHQuSAAmQAAmQAAmQQEAIUKBoETMFihYBsjoJkAAJkAAJhAgBLHgtWLBAXnfu3PE4KggRa9euLa/q1auHyAw4DBJwJXDu3DlDIaJKNmcVlunTpzcUItIRSIUeywSSwPXr12U2Z4gTjd7/JUqUEO+//748DMQgAbsIYAMcYti1a9fKR5W/vRUqVHCIEkuXLm3XUNgOCZBAkAg8ePBAFC1aVOBRCx7at/5irFy5UnTr1k08evTIpbHKlStLcWKpUqWsd8IWSIAESIAEIobAli1bxKuvvur2udG3b1+ZoIZhjcDgwYPFjBkzHI3QodIaT9YmARIIfwJYh8Q6kOauePXqVaVJ4fuMJljkmpASMhYKIQLz588XY8eOFX/99ZfbqJDQsmvXruL1118XyZIlC6FRcygkQALRSuDSpUtxihdVkgz4wi1Dhgxxihex384gARL4HwEkkodgccOGDeLevXvKWF566SWZtBBiRSQxZJAACZAACZAACZAACQSXAAWKFvlToGgRIKuTAAmQAAmQQBAJIHNebGysFCXCUc5TpE6dWroY4cLiFrNwBfGFY9cuBC5fvmwoRDQT2qpixHvdyBExU6ZMqk2wHAkEjcDChQulMHHnzp2GY6BzRtBemojs+PTp0y6ixMePH5vOs2LFig5RYsmSJU3LswAJkED4EIBzorM70wsvvCD++OOP8JlACI50ypQpUoSoj+bNm4tRo0YJHugJwReNQyIBEiCBECDw+++/i3bt2rkdbuvTp4+AwI7hO4FZs2YJfK/WAocBp0+f7nuDrEkCJEACEUQA6/OaUBGixfPnzyvNrkyZMg5nxUqVKinVYSESCDaBJ0+eSDfF8ePHC/ysD6yBQqQI92UGCZAACYQqASQaiMt58dq1a34ZNs6gxOW8CJE3gwSilcC2bdukWHH16tXi4sWLyhjg3Fy3bl0pVsR9NYMESIAESIAESIAESCDwBChQtMicAkWLAFmdBEiABEiABAJMAA5GyLwFUSIWs8wCmWshSqxXr54oVKiQWXE+TwJ+I3Djxg1DISJ+b0ckTZrUUIiYPXt2O5pnGyQQUALHjx8XkydPFj/99JNhv8hIPmTIELosBfRViczOsFnt7JT49OlT04ni3uLll1+W9xfFixc3Lc8CJEAC4UmgRYsWYvPmzY7Bv/3222LQoEHhOZkQGDU+t7///nu3kVBcEgIvDodAAiRAAmFAYPv27aJ9+/ZC74jRs2dP8f7774fBDEJziHv27JGJ3LTIlSuXwCFCBgmQAAmQgCsBOMBrYkU8njx5UgkREgfWqlXL4a4YL148pXosRALBInDkyBEpVFy0aJHhEFq1aiWFiqVKlQrWENkvCZAACfhE4Pbt23GKF70RT3nTOZxnIV7Mly+fyJ8/vyhQoIDjkcm0vSHJsuFO4MSJE2LevHli+fLlAvcaqpEtWza5FwuxIh4ZJEACJEACJEACJEACgSFAgaJFzhQoWgTI6iRAAiRAAiQQIAI4HAMnrV9//dXtMJJ+CFjkrV27trwgYmGQQCAJILMyHD2xuIpL+xlOiXZEggQJDIWIuXPntqN5tkECQScwY8YM6ZqIzQp9YDNv2LBhokuXLkEfJwcQvgTw3nIWJT5//tx0MlWrVnWIEosWLWpangVIgATCm8DRo0fdvkds2LBBFCxYMLwnFoTR37x5U/To0UOsXbvWpXck14CbYqdOnYIwKnZJAiRAAiQQjgT+/PNP+bmhd77o3r27oUNvOM4x0GNGgpacOXO6dHvgwAG6Ggf6hWB/JEACYUfAWayoesga6/fYr9IEi8mTJw+7eXPA0UNg2bJlUqi4f/9+t0mnS5dOdO3aVbz22msibdq00QOFMyUBEohYAg8ePHATLyIZARJcnjlzxi/zhruiXrQIASOSxjBIIJIJIPEUnBVx9gvJqFQD9864l4ZYERfvpVXJsRwJkAAJkAAJkAAJeE+AAkXvmbnUoEDRIkBWJwESIAESIAE/EsCCb2xsrBQlHjx40GNPKVOmlFmzcCHzd5o0afw4MjZNAv8jcOzYMbFv3z6Bw1uaEPHcuXO24cEh+CJFikhBIi78jM0JBglEIoEdO3aIqVOnisWLFxtO75VXXpHOVdyci8RX3/9z+uuvvxyiRBwiU4nq1as7RIn4G8wgARKIHgKffvqpGDdunGPC1apVkxl+Gd4RwD1yt27d3JIOIKEMxIl169b1rkGWJgESIAESiHoCu3fvFp07dxaXLl1yYYFD8qNHj456Pr4AqFevnlzb0mLOnDmiRo0avjTFOiRAAiQQlQS2bt0q3RWRDMv576knGJkzZ3YRK2bIkCEq2XHSoU/g22+/lesjSMypj7Jly0qRYosWLUJ/IhwhCZAACfhIAEldIFTUBIv6n589e+Zjy8bVEiVK5OK06Oy6iPMwDBKINAI4DwbB4vr16wVcy1WjcuXKokGDBlKsmCNHDtVqLEcCJEACJEACJEACJKBAgAJFBUieilCgaBEgq5MACZAACZCAzQSePHkili5dKkWJq1atMm29YsWK0imxTp06go5GprhYwAIBiGRxwADX3r175SMyKtoRefLkcRMiQgwTP358O5pnGyQQ0gQeP34sJk6cKF0T9U4YGDjcHN5//33RpEmTkJ4HBxd6BOCApjklwvlMJZB98+WXX5YJD+iUpkKMZUggMgm89NJLLtmxx4wZI1599dXInKyfZgW3BYgTcYjHOSD+hjixWLFifuqZzZIACZAACUQ6AazJ4DC8PkFUly5dxMcffxzp07d9fv379xezZ892tDts2DDpfswgARIgARLwngDcfjV3RSRjU4lUqVI5XBXhrsgD1irUWCaQBE6fPi3dFH/55RfDbrFu//rrr4sKFSoEcljsiwRIgARCggD+RsYlXnz48KGtY4TrIgSLzqJFuDAysautmNlYEAls2bJFihVXr14trly5ojwS7DUg+RLEiiVLllSux4IkQAIkQAIkQAIkQALGBChQtPjOoEDRIkBWJwESIAESIAGbCGCzdsGCBfK6ceOGx1bz5s3rcEuEgIBBAnYSwCFqTYjo/Kg/XO1LnzhcoHdEhBAxSZIkvjTHOiQQ9gSwwQBhYlziMRxsGDhwoMBBHQYJqBCAm60mSty0aZNKFSlI1ESJ2MxlkAAJRDeB3377TXTs2NEFAjJj835N/X2BxANGLlatW7cWI0eOpNu9OkqWJAESIAESiIPA/v37xRtvvCGdLJwDn+GfffYZuXlB4PvvvxdDhgxx1GjatKmYNGmSFy2wKAmQAAmQgBEB7C1oYkUctlaJhAkTOsSKcLMtVKiQSjWWIYGAEMD7GQmctm/f7tZf8uTJBRytkUQCAhoGCZAACZCAEBcuXJDixePHj4u//vpLXvj51KlTtuJJnDixm2hREzKmSJHC1r7YGAkEisCxY8fEvHnzBBIh4v+NauA8DpLbQ6yI+2kGCZAACZAACZAACZCA9wQoUPSemUsNChQtAmR1EiABEiABErBAAJnOY2NjpSgRm7WeAptbECPiiomJEenTp7fQM6uSwP8I3L9/302MCKdEq5E5c2YXISJEiBAmpkyZ0mrTrE8CEUHg8uXLYvLkyVKcCOdcfZQqVUq6JsJliUECZgTwd1sTJaoc+IoXL568n9BEiUh8wCABEiABjcBbb70lFi5c6ADSrl078eWXXxKQIgEkFvjxxx/dSvft21cMGDBAsRUWIwESIAESIAFzAocOHZJuvTjk6Rz87DZn51wCIoPGjRs7foWDrBs3bvSuEZYmARIgARLwSODo0aNSrIj1KzyqRsWKFeXBalzly5dXrcZyJOBXAtOnTxdjx44VV69edesHDkZIOti2bVu/joGNkwAJkEA4E3j8+LGbaFETL96+fdvWqWXNmtVFvKi5L77wwgu29sPGSMCfBJDgHs6K2LfZuXOnclc4m4O9YIgVcUHMyyABEiABEiABEiABEjAnQIGiOSOPJShQtAiQ1UmABEiABEjASwLPnj0TS5culaLE5cuXm9auUKGCqF27tsxyVbx4cdPyLEACcRG4deuW2Lt3r4sgUX+IzVt6CRIkECVLlpQXNl41IWK6dOm8bYrlSSBqCMyfP18KE/fs2WM45/fee0/069cvanhwor4RgGMKDnXh2rp1q2kj+HvtLErMnTu3aR0WIAESiD4C2OjGPZ1z4HOrSpUq0QfDyxmD3ZtvvunmioxDAMOHDxft27f3skUWJwESIAESIAFzAkeOHJGfP3BSd442bdqIr7/+2rwBlpDJu/Lly+dCAk4FTLLFNwcJkAAJ+IcA3H81Z0U8Pnz4UKmjokWLOsSKECzCbZFBAsEicOXKFXmvBSdmo2jQoIF0U6xWrVqwhsh+SYAESCAsCVy6dMnhtKiJFvF4+vRpW+eTJEkSkT9/file1ESL2iNdF21Fzcb8QABnzSBYxL00zp+pRtWqVR1iRYh3GSRAAiRAAiRAAiRAAsYEKFC0+M6gQNEiQFYnARIgARIgAUUCyGSFjFa//vqruHbtmsdaEA1obokQJjJIwFsCyNwKV07n69SpU94241I+WbJkDjGisyjRUqOsTAJRRAAHR6dOnSpmz55tOOtatWqJoUOHihIlSkQRFU7VGwIQmWuixG3btplWTZQokYsokRlhTZGxAAlEDIEzZ84IX/7PwwUADr7OceHChYjh4q+J4O8zHKz099uFChUSI0aMkFmKGSRAAiRAAiTgLwI4rAmR4oEDB1y6aNmypRg/fry/uo2odvF9HN/ZtcBhv0qVKkXUHDkZEiABEghFAufPn3cRK6q6JuXIkcNFrJg+ffpQnB7HFAUEsEY7ZswYt2RFmDoSxnXt2lU6KvqyRhMF+DhFEiABElAm8OjRI4fr4vHjx6WIURMw3rlzR7kdlYLZsmVzEy1CvJgzZ06V6ixDAgElsHHjRilW/O233wSSKKoGziPUr19fChaRCIRBAiRAAiRAAiRAAiTwfwQoULT4bqBA0SJAVicBEiABEiABDwQuXrwoYmNjpSgxLqcsrXrSpEkdosSYmBiRMWNGsiUBJQLYxNeLEa0eJE+dOrWLGLFUqVJyIZ5BAiTgG4HvvvtOuiYiQ7g+kIkTYpDOnTv71jhrRTSB3bt3O0SJ27dvN50rsr46OyXiwBaDBEggOgisXbtWrFixQh7uhEARYkNsLnsTKL9r1y5HlcGDB4s+ffp400TUlV28eLEUJ+oDQgeIE+EwziABEiABEiABfxM4ceKEFClifcg5mjVrJiZMmODv7sO+/d69e8sDfVqMHj1aCgoYJEACJEACgSOAxJ74Prt+/XqBg9bYX1OJVKlSuYgV8+TJo1KNZUjAVgJISghHxbNnz7q1C4cuiBS7dOlia5+qjS1atEg0adJEtTjLkQAJkEDYEcA9g160CPEi1sjtDJzn0VwX9e6LyZMnt7MrtkUCPhE4fPiwmDdvnli2bJnhmYS4GkUihbp168r9JLgsMkiABEiABEiABEgg2glQoGjxHUCBokWArE4CJEACJEACBgSw4ANR4tKlS035vPjii6J27dryggiMQQKeCEDcpBcjmjlymhGFGFZzRNQe4eLJIAESsE4AGZQhTIzr8wCHRSH+YNZN66wjqQW4LmtOiX/++afp1OBw6yxKRHZXBgmQQPQR0IsLK1SoIJOlqAYE0Q0aNHApDmE0P6PiJvjNN9+Ijz/+2K1A27ZtxahRowSSEDBIgARIgARIIFAEsGb01ltvCXymOwcOpE+ePDlQwwjLfqZMmSITC2jRqlUrMW7cuLCcCwdNAiRAApFA4OHDh1KkqF2HDh1Snlb16tUdgkXuuSljY0EbCMDBCyLFiRMnGraG9VsIFfEYiPj555/leCDQGTZsmOjRo0cgumUfJEACJBAyBOC66Oy0qDku4vHu3bu2jjN79uwO8SKSPmsCRiYRtRUzG/OCwNWrV2UipgULFoi9e/cq10Qic5xdw34Trvjx4yvXZUESIAESIAESIAESiBQCFChafCUpULQIkNVJgARIgARI4P8nAIdELO5AmHjlyhWPXJCBChtQuOrVq0eGJGBI4NixYw4xIhYNIUy8ffu2JVpYHNeLESlksYSUlUnAkMD9+/flAVCIE2/cuOFWBp8DcE1s3LgxCZKAJPDHH384RIlmrssoD9GLsygxS5YsJEkCJBDlBHCQHoc3nQOJU8qWLatE5oMPPpCfW1rge8oPP/ygVDcaC7377rti1qxZblN/7733RL9+/aIRCedMAiRAAiQQAgRwAB1Oikh64hwNGzYUU6dO5cGyOF6jzZs3ixYtWrg8e+HChRB4RTkEEiABEiABEEACL02suGXLFmUopUuXdogVq1WrplyPBUnACgHs50EYuGLFCsNm4KT42muvCQhY/BVof/ny5S7Nr169WhQvXtxfXbJdEiABEggrAvi+p7kuOrsvGjnhWpkYXBfx995ZtKiJF5F8lEECgSIAsSIuuJV7EzVr1nSIFZH4nEECJEACJEACJEAC0UCAAkWLrzIFihYBsjoJkAAJkEBUE7h8+bJ0JYEocdeuXR5ZJE6c2EWUSCFBVL913CZ/4MABN2fEBw8eWIIEF0RkCHYWJGbIkMFSm6xMAiRgTmDVqlVS4LFp0ybDwl27dhWDBg2iq5I5yogvgUOwmlPiwYMHTeebKlUqF1FipkyZTOuwAAmQQPQQMDp8BiE8HIFUQp+0AkJ7OC4xXAnAvbx79+4Cf8OdI02aNNJ5qU2bNkRGAiRAAiRAAkElcO7cOemkCCdk56hfv74UKSZKlCio4wvFzm/evCmKFCniMrRTp04JrOeqBlyT4CyQPHly1SosRwIkQAIk4AOBEydOuLgr3rp1S6mVvHnzOsSKNWrUEClTplSqx0Ik4CsBJLWFUBHJSPWBBIZYx4Gjoj/uzb766ivx5ZdfunQLQcyaNWtEkiRJfJ0S65EACZBAxBOAi7Oz06Lzz/fu3bN1/rly5ZLfQwsXLiwftYuOdbZiZmMGBNatWyfFijjT4E2CdJw9atCggRQsFipUiGxJgARIgARIgARIIGIJUKBo8aWlQNEiQFYnARIgARKISgLIeglR4uLFi03nD8eS2rVry6tMmTKm5Vkgsgk8efLETYgIZ8Rnz55ZmnjBggXdnBFTp05tqU1WJgES8I7A+fPnpQhk2rRphv+nkbEbronM1u0d10grjU0fiBLxePToUdPpQfDi7JRIobkpMhYggagl8Pbbb4u5c+e6zB+HGeA0kTVrVo9ckHQFojvnoGuQOzIkpenWrZvQZ9IuWrSoFCfikCuDBEiABEiABEKBwMWLF6WT4rZt21yGU7duXSlShIsDw5WAPlnD0qVLRbly5ZQxwV154cKFAq7WEBtABMAgARIgARLwL4EbN264iBUhLlcJrK/h+5t2Zc+eXaUay5CA1wSw9zdmzBgxbtw4gf1BfVStWlXeN+Cwv52Be8CmTZu6Ndm5c2fxySef2NkV2yIBEiCBqCGA9XIIFp1Fi3BftNt1Eec+NLGiJl7k98uoeZsFfKJIpD5v3jyBNRBv3stIlh4TEyPFihUrVgz4uNkhCZAACZAACZAACfiTAAWKFulSoGgRIKuTAAmQAAlEDYH9+/dLUSIyXuKQj6fIkSOHwy0R2ckZ0Ung/v37Yu/evS6CxEOHDlmGUbx4cTcxIg+WWcbKBkjAEgEIQuCaiM8KoxgwYIDo27evpT5YOTwJ4OCJ5pIIUeLJkydNJ5IuXToXUSL+zSABEiABMwIQwU+fPt2tGAR1I0eO9Fi9U6dOMluuFnD7HT16tFmXIfM8DqUmSJBA+DNBBwQHcKPSR506dcTw4cNFgQIFQoYHB0ICJEACJEACIHD58mUpUty6dasLECRAgUgxRYoUBOVEAMkakLRBi88++0x07NhRidH69evdXJS//fZb0bx5c6X6LEQCJEACJGAPgY0bNzoEi7t371ZqFO51zmJFvaOuUiMsRAImBOCiCDdF7DEbRdu2baVQsVixYrawxJo0xCyPHj1ya++XX34RNWvWtKUfNkICJEACJCDEgwcP3ESLmpAR50XsCNyvGLkt4lwSgwTsInDp0iXprIj7FQgXVSNt2rQC+yQQK9qddEF1DCxHAiRAAiRAAiRAAnYSoEDRIk0KFC0CZHUSIAESIIGIJnDt2jWxaNEiuQCzY8cOj3NNmDChFBPAKRGLL8y4GtFvDbfJ3bx5080ZEQvPVgLvqZIlS7pdcMJhkAAJhAYBLM5DmDhnzhzDAb388svSNdGugwWhMWuOwowANhw1l0Q8qmScROZ2Z6dEOCcySIAESMAbAp9++qnMyK+PlClTCjj/4dEozp07J8qXL+/y1LJlywSc4MMl+vXrJ37++WdRqlQpgc/eZs2aiUKFCtk2/LFjxwqIFPQB0QLEn0wWYhtqNkQCJEACJGAzgatXr0qB/aZNm1xaxqF0iBT9Ke63eSp+b+6bb74RH3/8saOf9u3biy+++MK039u3b0thiz6hnbcOjKYdsQAJkAAJkIBXBJBIzlmwaOReZ9RghQoV5N91fFbiZwYJ2ElgxYoVUqiI5Kb6yJw5sxQpvvbaa3Gu4XgzljZt2ggkUdAH1qHxezwySIAESIAE/Evg/PnzLuJFzX0Ra/J2BNb8NbdFZwFjxowZ7WiebUQxgadPn0qxIi79mpInLPHixZN7NA0bNpSCRYgXGSRAAiRAAiRAAiQQbgQoULT4ilGgaBEgq5MACZAACUQkAbiHQJQIlwyzKF26tBQlQlTw4osvmhXn8xFA4MqVK25ixNOnT1uaWbJkyVyEiDhcXbRoUUttsjIJkIB/CUCYiOvMmTNuHWFDCMJEOFIxooPArVu3XESJyDJpFpkyZXIRJaZKlcqsCp8nARIggTgJTJgwQXz44YeGz48YMULAFcgo9IfxUebChQthQxqfwy+99JLLeIcOHSp69eplyxzggAx3AX0MGjRIvP3227b0wUZIgARIgARIwJ8E4DQMJ8UNGza4dFOtWjUpUrTbsf3u3bsCSd9y5crlz2nZ3jaSy8C9yDlU7ol69+4tD+w5R5IkSeQhVCQfY5AACZAACQSfAEQAzmJF7PGoBA76O7srwr2IQQJ2EMAaDpIh3blzx605CGMhUmzatKmlrsaPHy8++eQTwzYgwDVa67DUISuTAAmQAAkoE7h37544fPiwOHLkiHzUrsuXLyu34akgBIpGjotxJTG0pVM2EtEE1qxZI9c+cJYO71/VQCJMCBVx5cuXT7Uay5EACZAACZAACZBAUAlQoGgRPwWKFgGyOgmQAAmQQMQQOHjwoBQl/vrrrwKZzDxFtmzZpKAAV0xMjEiQIEHEcOBEXAlg43rfvn0ulz4jurfM4Iqld0YsUKCAt82wPAmQQJAIbNmyRQoTke3YKJo3by6GDBlCJ90gvT6B7BaHbtetWyeFibiuX79u2n2WLFkcokRkkORmoCkyFiABElAk8OOPP4qBAwcals6aNav4888/hZETN77bOMfo0aNF165dFXsNfrH+/fuL2bNnuww0RsatAAAgAElEQVQEh/xat25taXA4sNqtWzfx+++/u7QDh4Hhw4eLli1bWmqflUmABEiABEggkARu3rwpnRTxvcU5KleuLEWKVt0Vjh8/Lj7//HPpBvT333/LQ2ebN28O5BQt94XPfiQMcw4zgeLatWtFu3bt3PquVKmSXGdmkAAJkAAJhB4BHKh2FisePXpUaZDZs2d3ESvSfU4JGwt5IHD27Fnppqhf09CqYJ8Bjoo42O9L7Ny5U7oXxRUQL3bu3NmXplmHBEiABEjATwSQYMhZsKgJGPGd3o7IkSOHoeMikzDYQTd62sDaz7x588SSJUuEN2en8ubNK+rXry/FiuXLl48eYJwpCZAACZAACZBA2BGgQNHiS0aBokWArE4CJEACJBDWBLDAFxsbK0WJf/zxh8e54DAvBIlwS6xTp47ImTNnWM+dg3cngANUmhgRi2r4WUVs4okl3LH0YsRwyyDP9woJkMD/CNy+fVtMmTJFihPhlqcP/N+Ga2KjRo2ILIIJYKNFEyXi0ei9oJ8+xD8QI+I+Ao/JkyePYEKcGgmQQLAI4DtNz5494+wen2GNGzd2eX7r1q2iWbNmLr87cOCASJ8+fbCm4VW/SCYCAcCTJ09c6uFwH/7e+ho7duyQ4kS9KAH39XCjrFKliq9Nsx4JkAAJkAAJBI0AHHrgpIis984BJ2KIFJFMxddYvXq16NChg0t1CPTwOR2MgOsE5vTuu++KpEmTKg9Bn7jht99+EyVKlDCsjwOiVatWlW6R+ujTp48YPHiwcr8sSAIkQAIkEDwC2BvUBIvbtm1TGggSjjk7K+KwNYMEfCWwfv16KVQ0ev+lTZtWuilCqOjtWs3z589FwYIFBdytjQKOz7gvzJ8/v69DZz0SIAESIIEAEcA6tZHj4sOHD20ZAT4L9I6L+AxhkIAZAST/h7Mi9qcgqFUN3NfUq1dPihXr1q2rWo3lSIAESIAESIAESCAgBChQtIiZAkWLAFmdBEiABEggLAlgwwULJDgogw0aT4HM2ZpbYoUKFcJyvhy0OwFkRYeLDC5kEYUYEeIjK4EMuni/OAsS4VbDIAESCH8Cy5cvl8JECDmM4o033pCHD5MlSxb+k+UM3Aggm7XmkghR4v37900pIQupsyjRm0Oxpo2zAAmQAAkYEMB3nPbt28fJply5cmLp0qUuz+PQ/qxZs1x+Z+YU5Fz4wYMH8vMR97zBcBQ0Gj/GB5FE8eLFfXqfzJ8/X/Tq1cutbkxMjBQn5smTx6d2WYkESIAESIAEQoEAXKMgUoTwzjlefPFFKejD2pYvYeQkiCQIEyZM8KU5S3WQRAZJGXAw7oUXXhCTJ08WuA9SCb1AEWKBNm3aGFbt3r27THxnFHC25gE7FeIsQwIkQAKhReDYsWMu7opxCbv0o65WrZpDsFi6dOnQmhRHEzYEvvvuOylUvHr1qtuYsfcIkWKrVq28mg/WifTJKZwbKFq0qFi1apVImDChV+2yMAmQAAmQQGgQQAJuI8dFO0aHBO4QLWpX4cKF5c9Mxm0H3chs49GjR1KsiCuuMxVGM0+QIIE0CoBYEVeqVKkiExBnRQIkQAIkQAIkEDYEKFC0+FJRoGgRIKuTAAmQAAmEDQEcStFEiWfOnPE4bmQM10SJOIiaKFGisJknB2pMACJETYyIR7P3gBlHHEzWOyNmyJDBrBqfJwESCDMCp0+flsKLadOmGY68TJky0jURrgmMyCJw8uRJF1Gi3p3LaLY4/OosSkycOHFkQeFsSIAEQpoAMu03bdrU4xhxiF5LuoLN4ty5c7uU/+GHH2TWWrOAUxA+H3H4Hq70EGHjwFu+fPnMqtr2fFzuiehgz549InPmzF739dVXX4kvv/zSrV6XLl3EyJEj+b3Qa6KsQAIkQAIkEIoEkGDgrbfeEitWrHAZHgQVECn6ctgQiVxeffVVl/bwfQgJwVKnTh0wDHCPwP3Q7t27HX3iUCWckYcMGWL6Wa6/F4Bj0UcffeQ2frDD/UFcAYEL3LUYJEACJEAC4UsAIjHNWRGPSGCmEhCSae6K1atXV6nCMiTgIID1FogUp0+fbkilUaNG0lFR1aUa93bDhw/3SBhJmoYOHcpXgQRIgARIIIIIGLktQsxoRyRPntzNbRHCRV/W4+0YD9sIXQJIggCx4sqVKwX2o1SjfPnyomHDhlKs6MsalWo/LEcCJEACJEACJEACcRGgQNHie4MCRYsAWZ0ESIAESCCkCSBj9qJFi6RTokqGJogSkZkJl/6wbkhPlINzIYCNYk2QqIkSzZwyPSEsVKiQmxiRWbv4piOByCfwyy+/SPHFwYMHDSc7cOBA8c4770Q+iCia4dGjR6UoEYdrcakE7hecRYnMNq1CjWVIgAT8QeDAgQOiTp06HpvGpq4musfnXN++fV3Km7kn4u/kpEmTZOIX/YYyDmHCcRgigEDEgAEDxMyZM926ihcvnoB4EY/eRJ8+fcS8efPcqiARQc+ePb1pimVJgARIgARIIOQJPH78WDopLlu2zGWsJUqUkCLFvHnzejWH9evXGzoNjho1SrzxxhtetWWl8KZNm+J0dS5QoICYOHGiXOOLK3BornPnzh7vj65fvy7glIUkDUZRsGBBsWHDBivTYF0SIAESIIEQI/D06VMXsSIE+CqBRJeaWBGP3FdSocYyIPDHH39IoaLRGnWyZMmkSBGOinr3Zz29/fv3K7k6Y52ncuXKhE8CJEACJBDBBJDQx8ht0WxPQBVJunTpDB0X06RJo9oEy0UwgV27dsn9lyVLlogrV64ozzR//vwOZ0UkjmaQAAmQAAmQAAmQQCAIUKBokTIFihYBsjoJkAAJkEBIEoC4AKJEbKhg49BT4OCN5pZYsWLFkJwPBxU3ARyM1osRL1265DMyvB/0zohJkiTxuT1WJAESCD8COGACYaKRSAGzwWcGxApFixYNv8lxxG4EIOjRRImbN29WIoTDus6ixECJcZQGx0IkQAJRS+DUqVNKGfS3b98ucubM6XaIDQK9wYMHG/KD6ADCxtWrV3vkO2fOHHn40t+B+304QUJcoY+MGTNKtybVuHjxonRVAhfnQMbnESNGiFdeeUW1KZYjARIgARIggbAigDVTOCkuXrzYZdz4rguRIgR9qgFnqVatWrkVh7uy6vcs1b7MyvXr10/8/PPPhsWQUKZ3794CZYySyyDJATL1O4f+sGa7du3E2rVr4xwGnjdyZDYbN58nARIgARIIHwJ79uxxESyqJMhMnz69i1gxR44c4TNhjjRoBJBcasyYMeLMmTNuY4BbFYSKHTp08Dg+lLt586bHMlmyZJHvaYpog/ZSs2MSIAESCBoBfEYYOS7GlZTH24FCTI/PosKFC7sIGHkGx1uSkVMe9zVwVpw/f744fvy48sSw9xMTEyMFizivwSABEiABEiABEiABfxGgQNEiWQoULQJkdRIgARIggZAhcOzYMYcoEYdzPUWmTJkcosR69eqJpEmThsw8OBDPBE6cOCE0V0Q8enP4WN8yDkmVK1dOvPjii/IRwkRvnVb4epEACUQWgSlTpkhxIg4l6gOb8xAmduzYMbImHYWz2b17t8w+DWEislGrBDI0OosSVeqwDAmQAAkEkgAODBQrVsy0y65du4pOnTqJ6tWru5TF30UcEtAC4j8kfMFn46FDh0zb/eCDD6TIIRAxaNAg8cMPPxh2BQZr1qxRGsa2bdukOPHy5csu5cuWLSuGDx8umMBGCSMLkQAJkAAJhDkBOCkuWrTIZRaFChWSIkXnewNP04QIsUWLFoZFYmNjZWKBQMW9e/fkuq+n9WEkKPv2228N56d3IkKiBvBA4N7IzFl53LhxhmLNQM2f/ZAACZAACQSWwOnTp13EinDaNQuI5J2dFZkIz4xYdD+Pexu4KeLexSiwzw03xbgSRkHEuHz5clOIjRo1kvd/DBIgARIgARIAAayZGzku4nPJjoDTNISL2qUJGO1om22ED4H79+9LsSIu1T17zC5RokTSJRpiRVxwmGaQAAmQAAmQAAmQgF0EKFC0SJICRYsAWZ0ESIAESCCoBO7cuSNwyAWHQ1SycdeqVUvUrl1bXnA/YoQ2Aby+zmJE/PzPP//4NOgUKVI4hIgQJOJKly6dT22xEgmQQOQR2LRpkxQmrlq1ynByOGg5dOhQkTVr1sibfJTMCM5Ymihx165dSrMuWLCgFCXiwj0EgwRIgARCnYD+QL3ReJGcBYfTJk6c6PK05g6EjMkzZswQ3333nZtwL675B1Kc6Mk9EeOrWbOmgMOAWcDt8Z133nEr1rBhQylOfOGFF8ya4PMkQAIkQAIkEDEEevToIRO/OQeStOCQukoChK1bt4pmzZoZ8mjdurUYO3ZsQFkhoVn9+vXFs2fP4uwXh9kGDBggMPf48eM7yunvpyZMmCDndvXqVVGlShVx+/Ztj3PBGjWSojFIgARIgASijwA+I+BCp12qjjBw79UEi0yUE33vG9UZ4/4GQkUjsSHuZSBSxHoPBB/OgfUd7G2oBBMtqFBiGRIgARKIbgJIzmDkuOjp+7c3xIoXLy6cL6xJ8FyPNwTDuyzucyBWXLlypXj69KnyZCpVquQQK9KpXBkbC5IACZAACZAACcRBgAJFi28NChQtAmR1EiABEiCBoBDYsGGDFCXigrOHp8CCFbJm46pcuXJQxstO1QjAmWXnzp0OUeKRI0fUKhqUQoY1zR0RYkRkXmOQAAmQgJ4A3KYgTMQFUbQ+cufOLYYNGyYgVmCEHwEckoVLIq79+/crTQCfH5ooMa6s00oNsRAJkAAJBIEAPrcePXpk2nOCBAlcNne//PJLUa1aNTF58mQB4R6y1qpGIMWJGNOQIUPE999/H+fwWrZsKcaPH+9x+J9//rk81KePN954Q4wcOZKu6qovPsuRAAmQAAlEFIHevXvLQ2DOgQPuECmWLFnS41yR5b5JkyaGZRInTizdmJMnTx5QXl988YUYM2aMaZ+lSpWS90BaMrtPPvnE5V4CDpNIXtCuXTuxdu1aj+3h0OTBgwdN+2QBEiABEiCB6CCAtUlNrLhjxw6lScO1F2uS+I4OYXyqVKmU6rFQ9BCA8zXucY4ePeo2adzPQKQIsWK8ePHk89hrVU2+h/s1vGezZ88ePUA5UxIgARIgAVsIHDt2zOG4iM8eiBhVkzWYDQCfS3rhIhPSm1EL/+dx/zxv3jyxePFigTMdqoH7abgq4nxHiRIlVKuxHAmQAAmQAAmQAAk4CFCgaPHNQIGiRYCsTgIkQAIkEDACJ06ccIgST5486bHfDBkyOESJdevWFXDPY4QWgWvXrrmIEeGOeO/ePZ8GmTZtWjd3xJQpU/rUFiuRAAlED4ElS5ZIYSIOUhpFt27dpAgiSZIk0QMlAmaKJAYQJMItEZtfKgEROxIZQJiIwz8MEiABEghXAthsxX22WWTJkkX069dPLFy4UODAJL4zrVmzxqPLkFGbgRYnXrx4UZQtW9bj9Hr16uXRGaBnz57ye6U+IDyAAIFBAiRAAiRAAtFM4O233xZz5851QQBXYYgUy5QpEycaONY3btw4zuch+uvcuXNA0cK9AS6KcBsyi2TJksn7Bxzox1oB1gOcAyIA3DuZBfrzlEjBrD6fJwESIAESiFwCWKd0dld88OCB6WQhfK9ataoUKuIRh60jMa5fvy7Sp08fiVPz25yeP38uEy/hevLkiVs/ECTivgbrPQisf9+8eVNpPEj6Ghsb6+IwrVSRhUiABEiABEhARwDJ5o3cFs+dO2eZFUT1eqdF/Jv7+pbRhmQDf//9t0yqNX/+fIGfVSNz5syiQYMGUrDIxMSq1FiOBEiABEiABEiAAkWL7wEKFC0CZHUSIAESIAG/EoBzBzJB4gApNu7MAgsKtWvXliKDAgUKmBXn8wEksGfPHoczIsSI3iwa6YeJg9fO7oj58+cP4EzYFQmQgJ0ELl++LA8L4m93oAIidwgT4zo0COEDXBPpuhuoV8RaPzh0qrkkQpSomo1Tc1iGKBGHfBgkQAIkEAkEcGARiV1UomvXrmLbtm1Kh/aN2hs0aJCAiCGQgc/nadOmeewSDoh6UQEq4NADfg/HdudA9uURI0aIRo0aBXIq7IsESIAESIAEQpYAhHg///yz2+clRIo4sG4UWOv797//HeecihYtauo+6A8g+P6P9QZVd2jcS7377rvilVdecRkOEqHduXPHdIhMeGCKiAVIgARIgASEEJcuXXIRK164cEGJC/bF8FmFq2bNmkp1Qr0QkhxASIf5fPvtt6E+3JAb319//SVFikaJmDDYjh07SjfFr776SooOVeO9995TSs6g2h7LkQAJkAAJkIAzAXy/hnBRuzTHxatXr1oGhXNierdFJGxkRA4BvH8gVsSF9SjVSJo0qUzeALEirsSJE6tWZTkSIAESIAESIIEoI0CBosUXnAJFiwBZnQRIgARIwC8ENm3aJDdTFixYIMyyiGquRxAlYlOOEXwC2EzFQhAO/2qPRhk8VUaaKVMmN3dEZj1TIccyJBAeBLp06SJWrFghcubMKfBz+/btRerUqf02+FmzZklxIjY6jGLw4MGiT58+fuufDdtD4OHDhw6XRIgTT58+rdQwBO6aU2KlSpWU6rAQCZAACYQTAWyu7t+/3+9DDsbnJQ5wVqhQQSDrsqeYMGGCaNasmUuRLVu2SHGi3l2yfPnyUpwYl9jC7yDZAQmQAAmQAAmEKAGI9PD92TlwoA8ixZdeeslt1Lt375YZ6T0FvvuXLl064DPGPDAf1dDEiAULFhT4Drlr1y7lRGs4+I/7FQYJkAAJkAAJqBJ49OiRi1jx4MGDSlWzZcvmIlbEv8MtkBDB2aEY9xg//vijSJMmTbhNJejjXbVqlRQq4p5MH0jMhKSMS5cuVR5n/Pjx5b5NyZIlleuwIAmQAAmQAAlYJYDExgcOHHC5jh07ZrVZkTFjRodoEQlsIWDEOTNGZBBYsmSJFCuuXLnSqwlVq1bNIVakiNUrdCxMAiRAAiRAAhFPgAJFiy8xBYoWAbI6CZAACZCAbQTgqKeJEpHx0VOkS5dOCgyQAbtOnToiVapUto2DDXlH4OnTpw4hoiZGPH/+vHeNOJXGJpmzO2KuXLl8bosVSYAEQpsAHHLffPNNl0EOHDhQvPPOO7YPHBvzECbGlUkYnydwZSpcuLDtfbNBewggGyIcEjW3RNXM4qVKlXKIEo0O0tozOrZCAiRAAqFBoHnz5gJiPH9GMJwTMZ8PPvhAfpabxbx58wQ2lrWYPXu26N+/v1u1xo0bS3FiOB7iNGPA50mABEiABEjADgIDBgwQM2fOdGkqQ4YMUqSod6Hfu3eviImJ8dhtu3btxJdffmnH0Lxuo3Pnzl4fVMM6AdYpvRmz6vdUryfACiRAAiRAAlFDAIk/kcQV1+bNm8WzZ8+U5q45K+IzumLFikp1glno+vXrUhygD+wJQriYL1++YA4vbPueNGmSFCrevn3bZQ5Zs2YVFy9e9GpeuXPnlg7YyZMn96oeC5MACZAACZCAnQSQtFYvWkSSRrNE92ZjSJAggZvTIu5NePbMjFxoP79t2zaBPaLFixeLW7duKQ8WwlXNWbFo0aLK9ViQBEiABEiABEggMglQoGjxdaVA0SJAVicBEiABErBEAJlBFy5cKJ0SITowi+rVq0uRAa5ChQqZFefzfiBw6tQp6YqoiRGNsnGqdousnXArcRYkIisngwRIIPIJXL16VeBv+j///OMy2blz58rf2xUQUU+ZMkUKGow24OHWCGEinBsZoUcA7w9NkIj7hCtXrigNskyZMg5RItyxGCRAAiQQLQQ6deokkDXfXxEM50TMBQcX8b1B5dDB+vXrHd8VP/nkEzF+/Hg3HG+99ZYUPDJIgARIgARIgAQ8E8Bn/4wZM1wKpU2bVooUnb+743AgnJw9BQ6379u3LyiH3G/evCldpvRuyna+/nBOhIMigwRIgARIgATsInD27FmHUBGCRVWBGcR9ECrisw/JeUJ1383oPgPssGb/3XffyfEzvCeAJLJjxoxxccP+6quvxBdffKH8HtJ6ffXVV2VbDBIgARIgARIINQLHjx93CBexJgER46VLlywPE8kSIFTUnBbxM5OqW8YalAbwHoGzIi7cV6sGklo2aNBANGzY0C1Bl2obLEcCJEACJEACJBDeBChQtPj6UaBoESCrkwAJkAAJ+EQArh4QJcLJ6t69ex7bgBBREyXaKVrxaeBRVun+/fsuYkSIEn09yIMMZHoxIt1KouwNxemSgBOBDh06iNWrV7swwUGJEydOiCRJktjCCgIFCBPXrFlj2F6rVq3E0KFDRebMmW3pj43YQwAiRIgSNbdEvYg1rl7wGVOrVi15zwDhO4MESIAEopFAz54943QLtsoDgj4I+4IRcDpEwgGVOHTokIBwAi7NcGt2DnwnQVtdu3ZVaYplSIAESIAESIAEhJDfmyEScA44CkCkiO9gCBwErFOnjikvHIwPVoIgOADBxdFfgfuw999/31/Ns10SIAESIIEoJ4CEPdhbhasixIpwL1aJpEmTSqEfrvr164u8efOqVAtIGaz7Yk3XaJ8Y39/hBNiyZcuAjCUSO9m4caMUJSLgCo3kkKpr7c48cB+IQ/oMEiABEiABEgh1AkiQrLktaqLFo0ePWh421kAgVNRfuF9hhAcBJK7SxIreJOFHsq2YmBiHu2KoJv7w5lX4/fff5TlArGMxSIAESIAESIAEjAlQoGjxnUGBokWArE4CJEACJKBM4PTp0w5RotkiUJo0aaTAoHbt2vLCAVOG/wngddm5c6dDlIjDvb5G7ty5XQSJcLNikAAJkAAIwDnXSOCARX29aNEXYth8gDARF4TW+sAhDBwa/Ne//uVL86zjBwLI6qwJEiFOvHv3rlIvlSpVkgdiX375ZVGqVCmlOixEAiRAApFMYNCgQeKHH36wfYrBFCd6456YKFEieVCzW7duYs+ePS4cXnjhBSlO5Oe/7W8PNkgCJEACJBAFBHAvgO/YzoFDWhApYu324MGD8tEssD64fPlys2J+e37IkCHi+++/90v7cJrEoTUGCZAACZAACQSCAA7f4/svLogWjdbBjcYBNyCIFbGeiivYMW7cOPHpp5/GOQwkH8J9SLx48YI91LDo/9atW2Lr1q3yPYFHiDOsBvbskQwyS5YsVptifRIgARIgARIIOIHHjx+7iRZxH2WWSF9loEWKFHFzW8yYMaNKVZYJMgEkt4Rg0duzKTVr1nSIFcPxtcZ9N+6/EW3atJEJQRgkQAIkQAIkQALuBChQtPiuoEDRIkBWJwESIAES8EjgyZMn0rUCTonIUm0W2BTT3BKxmMPwHwFkyXQWI+Ln27dv+9QhMrDq3RHDcTHGp8mzEgmQgFcEIB6EG65Rpt6OHTuKzz77zKv29IVjY2PlockdO3YYtoMDDTiQCAEDI7gEkLgAYkTNLfHhw4dKA6pWrZrjAE3RokWV6rAQCZAACUQLgY8++kh8++23tk43mOJETGTUqFFi0qRJSnPKkCGDePr0qdt9BgTtw4cPF0yaooSRhUiABEiABEjAkICRo3GSJEmkSBGJyjQ3RTN8WCMO1nc5fO+EkPL48eNmw/T6eYg006VL53U9ViABEiABEiABqwQuXLgg4ISiiRVPnTql1CQ+tzR3xVatWgkkHwh04LO5fPnyAvsGcUXdunXFlClTRLJkyQI9vJDvTxMkQowIh819+/b5ZczY04EDI4MESIAESIAEIoXAyZMnpXBRc1rEz7inshoQ9OudFgsUKGC1Wdb3IwHcQ82bN0/gnIk3wlUkT0ZCTFwFCxb04wjtaRoJxJFI3Dlwj4dEXilSpLCnE7ZCAiRAAiRAAhFCgAJFiy8kBYoWAbI6CZAACQSIAJyE2rdvL7/YvvHGGwHq1fdutm3bJkWJuO7cueOxISzGaKJEZBti+IcAFtb+/PNPhyjRykEcvGbOgkQssDFIgARIQIVAhw4d4sxEN378eNGyZUuVZtzK4G8ahIlxuUbhbxZcEyFQYASPAF4nTZCIx2fPnikNRsvojQOv4bDArzQpFiIBEiABPxAwcx7wtstgixO9cU/E3HLmzCnOnj3rMs1mzZpJ58RMmTJ5O32WJwESIAESIAES0BEwShyQMGFCMXLkSDF06FAlXp07dxaffPKJUll/FDp06JCoV6+eQGI9uyJfvnzSqYhBAiRAAiRAAsEm8ODBA7kXiM8lCBa3b9+uPKRy5cpJwWLTpk0FnBYDFb/88ovo27evx+4wnlmzZomsWbMGalgh2Q8EidiDx0F6XNj7VV1jtzohJH5CAkgGCZAACZAACUQqAexH6EWLhw8ftjxdJHfCmSrczziLF4ORHMLyZCK8gaNHj0pnRQgWL168qDxb7E1pYsWKFSsq1wtkQZzf7Nmzp1uXSCI2e/bsqL/PDuRrwb5IgARIgARCnwAFihZfIwoULQJkdRIgARIIAAGIE9u0aeNwg4KIDyKOzJkzB6B39S7OnTvnECWaLdKkSpVKihKRsRpX+vTp1TtiSVMCly9fdhEjYjPy0aNHpvWMCuC10rsjpkmTxqe2WIkESCC6CSAjGzKzxRXYUM+bN6/XkGbOnCnFiceOHTOsC8fE3r17e90uK9hDAPcE69atk8LEDRs2KDUKh0uIEiFIxGOePHmU6rEQCZAACUQ7ge+++05ZHGDGKtjiRIzvww8/FBMmTDAbquN5uCoUKlTIUadXr1628VAeBAuSAAmQAAmQQIQTMHJsjhcvnnj+/LnSzFOnTi3dfRInTqxU3h+FsLZup0gSa/dff/21P4bKNkmABEiABEjAEgEI8yFog1gR182bN5Xay5YtmxQrNmjQQB629mdAYIe9YrO9ZSQegpgxkOJJf85bpW0kAYY7prMg8enTpypVbS+DNfuVK1cGzQnb9gmxQRIgARIgARJQILoOi8YAACAASURBVIDPXWeXRQgYcZkl6ldoWp6L0LstZs+eXaUqywSAAASrECvi8salOmXKlKJ+/fryHhr30qESuOeuUaOGMDIziMb77FB5XTgOEiABEiCB0CRAgaLF14UCRYsAWZ0ESIAE/EwAixo44ACBmXPgS+OcOXP83Lt58zh4AsHJggULxG+//WZaoXLlyg63xGjaQDIFY7GAszPizp07xZkzZ3xuEdmRnAWJOODLIAESIAGrBP755x+BzwA8GkW6dOnEwYMHveoGf+8gTMTnkFFApADXRP4d8wqrLYWxSK+JErdu3arUJrJEaoJEiBJz5MihVI+FSIAESIAE/o8Asrr26dPHMpJQECdi87d8+fLi/v37yvPBZn7Dhg3ld1N832zVqpXImDGjdE9E4hUGCZAACZAACZCAPQQg7oPITwsIGLxxEITrMz6ngxVY027UqJHbmruv4/nyyy9Fu3btfK3OeiRAAiRAAiQQEAJwgdHcFfG5DYcY1cBnPUSE+PzOkCGDajXlcuvXr5f74WaRLFkyMXnyZOmGHOlhlBQi2HPGXsuqVasEnKAYJEACJEACJBDNBP7++28pVHS+kNTfauDMhN5pEfsejOATgAMhxIpIyuxN4B5ac1dMmzatN1VtL4v7uE6dOhm2i/tsJEHFeQ0GCZAACZAACUQ7AQoULb4DKFC0CJDVSYAESMCPBG7fvi03enbv3u3Wy6RJk0TTpk392Lvnprdv3y5FifgCbpZtM1++fA5RIgQHDGsEwPuPP/5wuXxtEc6VendECEQYJEACJGA3gddff10sW7YszmZjYmLEjBkzlLp9+PChFCbigmOsPrCwC2EiDwcq4bSt0K5du+SCPK4dO3YotQvnDNwbaG6JWbJkUarHQiRAAiRAAsYEVqxYIbp06WIJTyiIEzGBjz/+WHzzzTeW5uJcOWnSpA6xIgSLuCBe1ASM2iN+j0MADBIgARIgARIgAc8EPv/8c+kaWKFCBTF69GiZHV41UCc2Nla1uF/KnT9/Xh66whq81diwYYMoWLCg1WZYnwRIgARIgAQCRgBr7BArYr9Xc1dU7Rz7vtWqVZN72NhjtCtatGihnPBg2LBhokePHnZ1HZLtDBkyRHz//fchNzbs9Xz44YchNy4OiARIgARIgASCTeDGjRtuokVvEzTHNYdSpUoJXCVLlpSPuOLHjx/sKUdt/xs3bhRIGLpo0SLx6NEjZQ5ly5Z1iBVxTx2MwPrdnj17DLvGe+qzzz4T7du3D8bQ2CcJkAAJkAAJhAwBChQtvhQUKFoEyOokQAIk4CcCOBjxyiuvyMULfWTNmlVuGgV6seHChQsOUaLRuJzHmSJFCilKRCYgPOKQJ8M3AqdPn3YRIx45csS3hoSQi1TOgsS8efP63BYrkgAJkIAqgcWLF4tu3bp5LA5BYc+ePU2bXLt2rRQmwp3PKFq3bi3FiRAZMPxPAIJ5CBLxehglVDAaATJsa4JEPEIszyABEiABErCHAA4VtmzZ0ufGQkWciI18CBfu3r3r81ysVsycObP8HgtnhgIFClhtjvVJgARIgARIIKQI9O/fX5w8edLymM6cOSPwmYnYuXOnV+3BKQkuPMEMZL7v3bu3pSGkTJlSHDt2zFIbrEwCJEACJEACwSZw6NAhufe8detWKVg0SgxoNEYkA4K7YrNmzeRlJQ4fPizXjVUD6x/Ojs6q9cKlHA6Hjx07NiSH+/PPP0e8u87jx4/FgwcPfLogAHauC+HC06dP5fXs2TOXR+ffmT2v1VWtEy9ePJEgQQJ5psT5Ma6ftXJWnk+YMKHA3wX9BddNo9+b/Q5zYJAACZBAOBPA32690+L+/fttSZZUokQJN9Ei/g4zAksA99FYX4Jg8cqVK8qd58mTxyFWtDPph9kAcL6jSZMmHoshEQjO3PBz2IwmnycBEiABEohUAhQoWnxlKVC0CJDVSYAESMAPBDyJE9HdiBEjRPfu3f3Qs3GTyGYNp8SVK1ea9lmxYkWHWyIWQxjeE9i3b5+LIPHixYveNyKEgAuV3h0xUaJEPrXFSiRAAiTgK4F//vlHVK5cWeDRUyxcuFDgMySuuHTpksM10SgLHTLMYZG0QYMGvg6V9RQJbN68WQoSIUw0S1igNYnkCnCm0NwSU6VKpdgbi5EACZAACXhDAFlPvXEvcm47VMSJGNOnn34qxo0b583U/VZ21qxZ8jsugwRIgARIgAQiiUCuXLkEDl0HM9544w0xatSoYA5B9o2ESkis5GvUqVNHzJw509fqrEcCJEACJEACIUcA+5IQK+7YsUM6GmLfUjWKFSsmGjZsKN0Vc+bMqVrNUe7tt98Wc+fOVa730ksvyc/h1KlTK9cJl4JTpkyRZwJCMZCEEO+NNGnShMTwcLYC161bt+Sj88/63927d89NdKgXFEJcCBEgI/gEjISNRr/DnhMu/C3Q/6z/XeLEiYM/MY6ABEgg6gkgUb0mXIRgET+fPXvWMhfci+mdFvl3zzJW5QYgUIRYEZc37pn4rPrXv/4lr7p16yr352vBtm3byrMengLjmD59uuA5Q18psx4JkAAJkEA4E6BA0eKrR4GiRYCsTgIkQAI2E7h586Zo3rx5nAf+kZF5165dAo/+DGS8higRF9wrPAWy+ji7JfpzXJHWNkQ2yE7kfN2/f9+naUKM6CxI9GXjz6eOWYkESIAEPBB4/fXXxbJly0wZ/f333wKbikaxYMECKU7E559RvPXWW2Lo0KEyAyzDPwTgbIFFalxHjx5V6gSfQ5ogEeLEZMmSKdVjIRIgARIgAd8JnDhxQjoXeBuhJE5EUoPy5csH1T3Rmd8333wjWrRo4S1SlicBEiABEiCBkCVw6tQpUalSpaCPL23atAJZ5oMdOMBevXp1gcRIvsTgwYNFnz59fKnKOiRAAiRAAiQQ8gSwjwmhIgSL27Ztk+6KEHOpRLp06eQBa4gVVdcqII7EfYpqHxgHkhfOnj1b5M6dW2VYYVMGLLZs2SLOnTsnr/Pnz8sL4gWcJwh2xMTEiBkzZlgaBkSAZoLCuJ53Fh4+f/7c0jiMKuMwPvasNDGcN4/6shCG6F0MPf3bm7J6h0TnuuCid2z09G9vyurdHp3dHSHw1ESfnh5VyvjjtcXro4kWPQkaPT3H/S7b/8uxQRIgASHk57tetKiaLNgTwCJFioiSJUtK4aJ2wcGW4X8CcFWEWHHDhg1edVavXj0pVkTiD3+cD8V6nEpiznLlysn77FBJSuEVRBYmARIgARIgAQsEKFC0AA9VKVC0CJDVSYAESMBGAlhsaNKkiThy5EicrUKEgcOj/ojLly87RIlm2TCx6Fq7dm2HWyLc+hjmBMBYEyNu375d7N6927ySQQkc4EFWUFwVKlSQjwwSIAESCDUCixYtEm+++abpsEqXLi1WrFjhVg5COAgTf/rpJ8M2IF6Aa6In50XTzlnAkAA2lzVBItwSIXhRibx580pRouaWmDBhQpVqLEMCJEACJGATAXzfwOeqNxFK4kSM+4svvhBjxozxZgp+LRtqfPw6WTZOAiRAAiQQFQTw/btLly4hMdcJEyaIZs2aBX0sW7dulUkDfTkAjaRKoSD4DDpEDoAESIAESCAqCBw+fNjFXfHMmTPK88ZeJsSKuDw5sXz88ccCyYK8CRya/vHHH6NmvxTCLjgvXbhwQQoW9QJGCBkhEvN3YA2nffv2jm4gaL127Zrjunr1qsu/nZ/Dz3YJLVOkSCFd83CA3/nR6HfJkyd3ER3GJTxkQkx/v3vU2sd7XUXIeOfOHSl21T8a/c4OJ3n8DYOTqHZlzJjR5d/Oz+FnnO1gkAAJkICvBPbu3SsdrZ0frTr9FipUyE20iM9Ihv8I4MwFBIs4Q+PN64czgZq7Yq5cuWwbIM7xYCxmAdOKWbNmyaQgDBIgARIgARKIFgIUKFp8pSlQtAiQ1UmABEjAJgIq4kQc8oeoLWvWrDb1+r9mlixZIoWJy5cvN20XX3yRRQcXMisxPBM4duyYizsiHMJ8CXzhdxYkYrGIQQIkQAKhTADuR5UrVxZ4NAu4LH744YcuxZB5F+LEuIRxcEzs1auXWdN83gsCOLAAUSIWx/GoergEn0maIBGPDBIgARIggeARgBu7N5uEoSa+w/diJCDAYaJgR7FixaTovnXr1qJgwYLBHg77JwESIAESIAHbCMBBcdKkSQLCOjjPIJA5P168ePKAFA7s+iLU82WAcFNCJvlQiBEjRogpU6Z4NRSs1//111/ykDuDBEiABEiABKKNANyH4ayouSviUTWyZcsmkwNArKj/zg1BEfZEVfYWnPuDYOirr74SLVu2VB1GRJe7ceOGFC7idcL9n+bAqLkw4jmrAbe+okWLinv37kkhonZvqdou7j8hIjQSEmpiQxXhIcbBIAFVAtgL04SMRgJGT89p5b0VAON7g1606EnUCAdaBgmQAAl4IgBnRb1oEYkCrESBAgXcRIv+cO+zMsZQr4tzFkgi0bFjR49D3b9/v1wPg2Dx+vXrytPKnz+/Q6xYpkwZ5XpGBTFO1UTgSAYCJ0U4KjJIgARIgARIIBoIUKBo8VWmQNEiQFYnARIgARsIqIgT0Q2ySSOrtB0B5z6IEnEQBdkLPQUy8ECQCMdEXNgsYBgT2LFjh4sgEZs/vgQWEjRBIh4zZcrkSzOsQwIkQAJBIwDR4bJly5T6x8HIpk2byrIQ4kOYuHjxYsO69erVk66JFAoooTUthM1UTZAIUeLFixdN66CAJtqAcAMHShkkQAIkQAKhQwCH/FQi1MSJGHMw3RNxSKhmzZpSdI/vv/g3gwRIgARIgAQimQAOriFhHQ5D4XuhN9nb7eSyefNmrxIs2Nm3c1sQZsbExIhDhw4pd4GDWUuXLlUuz4IkQAIkQAIkEKkEcF+hiRXxuGXLFq/Eao0aNZJixTp16khE06dPl/sAvkSfPn3E4MGDfakaNXUgwIL7Ig7HHz16VCaKhGDxypUr8nVDAiy8pt4mrYAIK3369MoXDrszSCAcCeD/BwQlqhf24rwJOHg6CxjxM9Z8jS5v2mVZEiCByCYAp2u9aBGf6VYCCTFLliwpDQy0K3Xq1FaajNi6K1euFJ07d5bzwz3t+PHjhYrgHOczIFbEdeTIEWU+uOfSnBVxZsOXePfdd6U7omrgHh19MkiABEiABEgg0glQoGjxFaZA0SJAVicBEiABiwSQTRCZHFUOPqxevVoUL17c5x4hRNREiRAoegpkfYYYUXNLdD7kisyK06ZNEwMHDozq7NBYSP7jjz9crmfPnnn9+qRIkULAmdJZkIgsnwwSIAESCFcCsbGxonv37srDhygRC6gQJuLCZ6M+sHiLAwlt27ZVbtcfBXFwcvjw4eLrr7+Wi/HhGBDPQ4youSWaJSrQ5li6dGnpJAXhhmo2vXDkwzGTAAmQQLgTKFKkiEASHE8Rik7EOACHQ/53794NyEuA71xwa9RcgEuUKMFkPAEhz05IgARIgARCkQC+F+Ig1Ny5c5XWqe2cQ48ePcSwYcPsbNLnto4fPy6/90KsqBLdunUTI0eOVCnKMiRAAiRAAiQQVQRwQF4TLGL9H47DqoF19xYtWoipU6dK0ZwvgYPTEydOjMp9bKwJQXzofGFv3/nfZutGGnOsnUBEiL3sxIkTC4imsBcOcRYED5qYsUaNGtK9koIFX96trBMNBPD9QlXMiHKqbqRwD82ePXuc4kXtObqMRsO7jHMkAWMCuAfbu/f/Y+88wJ6osv9/EWwodgQVUVBEiiJioQliBwWxrl0EFRvY6+5Pd+29913FXtaGHUERBEUFKQqIBRDFAuqiWLH+n8/dvfnPO0ySycwkmSTf8zzzJO+bKfd+ZpK5c8/5nvO2XZx4kUQFcWzDDTdcSrS42mqrxdllxW9LAjDmiH777bdMXxCXMx7dbrvtQveP5GEkEmOOjriUsEahid69e2cEiyuuuGKoTUlOgfA0rHGcc845x5xwwglhN9F6IiACIiACIlCRBCRQjHnaJFCMCVCbi4AIiEAMAkwu9uvXzxD4kM+6d+9uH0KjGBWsqJT4zDPP5N28U6dOGVEiVfz8RjbtY445xga88vl9991XM5Ul5s+fX0eMGEZUGgR8vfXWs2JEJ0qMIzrNe0K1ggiIgAiUmMA333xjunTpYngNYwgPyR6HMPGVV14J3OSAAw6w4sRyVzJ68skn7T3Q2d///veChJhheBRrnYULF2YEiQgTwwYgeIUbiEZkIiACIiAC6SfAcwbPLtksjZUTaSuBbFdeeWVRAeM4R5DIglO4YcOGRT2edi4CIiACIiAClUiASjoIFUl0F5RAKOk+kbCIZHppSdiGGILERGGMJH677757mFW1jgiIgAiIgAjULAHmpidNmpQRLL7xxhuhWCCKi5PEiGBr/NiNGzcOdbxKWInYgnziwzCigxVWWME0bdrULk2aNKnz3lsBsVGjRnmxIFRkHqpVq1Z519UKIiAC4QggcPEKGkkoQ4UtlgULFmTeh01Aync9m5DR/T8tz2PhCGktERCBOATmzp27lGgxbOxAtuM2b958KdEiY4paseuuu85ceumlgd0dOHCgueiiiyKheOmll2ysKHEqhVjnzp0zYkViFHPZ+eefb2655ZZCdm8LcZDQm+QVMhEQAREQARGoRgISKMY8qxIoxgSozUVABEQgIoFCxIkcAgcKFQ3DGtmPECUSSILjJ5c1a9bMihLZP0u2B8jLL7/cPmB6jW2ffvpp67ioNpsxY0YdQSLZJaMYAkSvIDHfw3+UY2gbERABEUgLgUGDBhmE8WGtZcuW5uOPP66TTc5tu9FGG1lh4m677RZ2d0Vb79Zbbw2sivDQQw+Znj17Fu24cXbMfctVShw9erTNaBzGmLCmYgRLpVaJDNNPrSMCIiAC1UqAZ7tsyVTSKk4k4JBkOXGd4P5zuvLKKxuS/SBI3GmnnYyexar1qle/REAEREAEikGAoFgCoRArjho1KnRVwShtQRTYt2/fKJsWZZu9997bTJgwIe++Z86caUi8JBMBERABERABEQhHgCpirrKiEy1SuSXI9tlnH/PRRx/Z9aPaOuusY+6//37Tpk2bqLso6XZUTZs3b57tt1v424kSw8zxI+wMEh96xYi1XuWopCdVBxOBIhLgmS1IuOgVMfI+jCHm5jeT+B+SvHmX9ddfP8wutI4IiEAFEyBew19pkbjGOIY/hoQR3oWqgtVoVJjeZZddDHGGQUYihzvuuCNWQodp06bZyooIFgvxpbVu3TojVmzfvv1SzSPxOP65H3/8saBT061bN3P33XfbStuyyifAc9rPP/9sY4p49S/Z/p9tG/ZHRVC+G7xGeZ9vmz///NPGOFMpmtdc78Ou599XgwYNDMldvAsVSv3/K2Sdyr9a1AMRqA0CEijGPM8SKMYEqM1FQAREIAKBQsWJCDTGjRtn6tWrl/No7NeJEidPnpxzXTKgIUYkeJUlV6AmD6ODBw8OrGy1wQYbmNdffz0ChXRtwuTtm2++WWeJkpUTrogR3UL1Ej2Mp+tcqzUiIALFI/DUU08VXFGQexDiOb8dd9xxVpyY795XvN78d89Map199tl2ctVvG2+8sb0/p8kIVkCUSMVjAkiZ8AtjVJFCkIiAo1KCNcL0S+uIgAiIQC0S6Nevn5k4ceJSXT/nnHPMkCFDUonk2muvNZdddlkibdtiiy1s8gAWqjrLREAEREAEREAE4hMg8IlEeIgVqXaYtPXo0cM8/PDDSe828v4I8uX5OFfAV4sWLcxrr70W+RjaUAREQAREQAREwJj33nuvjmDx/fffz2AhydILL7xgwlZczMYTP+1tt91WUCLgYp4bKp4hPgwSImYTa7r2rLrqqktVPPRXQQxT9bCY/dO+RUAE0kUAP2cYESMigGxGcL5ftMjfxArxyucyERCB6iPw6aefLiVazDdWyUcBIbRftLj22mvn26wiPv/ggw/seBNhVpAtt9xy5q9//as56qijYsfAcG4QK7J8+OGHofkgRu/Tp49dmItzdvXVV5srrrgi9H7ciptssoltQzVVLC8YQhk3WLJkifnuu+8MSU7cEuZv4mH9AsRc44AydrHqDk38W5CYcZVVVjEsPMsFvQ/6TPHIVXd5qEMpIyCBYswTIoFiTIDaXAREQAQKJMDD+l577WVmz54dessrr7zSHHzwwVnXxzlDgAjCkHzWsWPHjChxyy23zLe6mTJlihk4cKCdtAwyglIQNVSaff3113XEiPkEndn6x0O2V5BIMKxMBERABGqRACJ5KhQtWrSooO4PHz7ccJ8bP3683Q5hN8JEflvLbUweH3300WbEiBGBTRk2bFgqqjsypvBWSgzDjcxfBFuyIExEbCkTAREQgWogQMCF16mSK6OjWy/fOkGZHfNlbXTbhF0vbObGMOvhjPQH05P0ZtNNNy0oy2O+DJDcS5KwuNUTmzRpkhEkkvhAVQCSOCvahwiIgAiIgAhkJzBnzhzz4IMP2gCkbHPGhfIjOIPkcVTrSIuNHDnSHH744Vmbs++++5obbrghLc1VO0RABERABESg4gksXLjQihXxFTz77LMmbNWvsB0///zzbUB4Keyzzz4LFCEiTCR4OJsxF9O8efM6C5XLCOZHiNiwYcNSNF/HEAERqEEC/AbzfIfohUpq3iXfcx+/W07A6ESL7m/9btXgxaQuVzUBfg/8lRbz/UbkA4KPB9Fihw4dMkulCt6uu+46c+mll+bscufOnW3yjKSEmb/88outqsg8XSEFJhCXO7EiMSO0iwIWhRpjVJKOIVaUFU4AHzUJTIhjda9ekWEuwSECxaSMghzLL798xo+c732+z9mfq0aY7dXr8863btDnzCcHVWh0/4v76nz9xBPA2sUV5Huf6/Mkzxnf4bCCxtVXX91QwXbNNde0rwgeZSIgArkJSKAY8wqRQDEmQG0uAiIgAgUQQJzYt29fmxExrDEoRDzHwN1rM2bMsKJElnwP++uuu64VJbqKiWTlCWP/+te/DM6abNl9evfube68884wuyr7OjDnQZwsmwS7FCIQ9TaeB2rEM06UyMSqTAREQAREwJhBgwaZ5557rmAUXbt2tZMgTz/9tDnllFPM6aefXvA+irHB999/bw477DAzYcKEwN23a9fOvPjii8U4dKh9zpo1y1ZJRJj4yiuvhNoGJyDVpJwwEYehTAREQATSQoDf3aDsjtmcMO7/QeLCtPSp2tvhdT6R7ZEgOq8jJGymR54p8zlsvSx5nt12220z97O2bdtWO2r1TwREQAREQARSS2Ds2LG2qiLzAQRpxLETTzzRnHXWWXF2kfi2Q4cOtUFeQUb1Z+YNZCIgAiIgAiIgAskQIFjz1ltvNTfeeKNhnqgYRkJg7uEEw8Y1xDskbgiqhphrXEQVRK8IEQGi+5sAfZkIiIAIpI0Av2l+0eInn3yS+V+u9iJc8YsWibFp1aqVUeWftJ1ptUcEohEgFhLR4jvvvJMRLyJ2jmPEOXpFi+3bt6+IKn0IonbZZRdDTGcuYzx4/fXX23WTNhJuMZf1zDPPFLTrli1b2rFtFOP3/O677zbdunWLsnlVbfPbb7/VERz6xYf87f0fSVyjGv5S/LIsK6+8cua9+1+2/xM35Kr4OV9vEs9HUftRS9u5RMteESOxDsQ98AzMa7bF/znbRTWuHWLSvaJFJ170v7IOMQAyEag1AhIoxjzjEijGBKjNRUAERCAkgSjiRHaNUAPBBkYVDCdKnDRpUs4j8+DgBImIE3FuhLUff/zRHHfccYbKjNmMgScZLJkUSKNRNQRRCaJEXj///PNIzUSI6BUkqhpHJIzaSAREoMoJIC6k0mASRiZgKvx26tTJUPWXhUmxUhpZQvfff3/z3nvvZT3sfffdZ++zpbTp06dbQeJLL71kBfdhbI011jA9evTIiDgU4BCGmtYRARGISoDnFZfhEecK1XURHebK7ug+w2mXhJEtMV/WxqDPc22TrWph2GyOYTJA+rM4eisv5svw6F+XzKujR4+2OPfaay+z++672wyS2TI8BmVyDJP9MalzFua84wxp06aNHR+Q3IDnUBwiej4LQ0/riIAIiIAIiEDxCRBM8+STT1qxYtjnVX+ryBw/bdq04je2gCMwT77ddtsZqiD5jfEW4xOZCIiACIiACIhAPAIEaRJETfKiqP7cQlpA4DTJksJWjSDp7QcffFBnef/99w3jhGxG1R9Eh17xoRMhUr1CJgIiIALVQoA54lziRSp7ZbNmzZrZiluIFVnce835VsvVoX7UMgH8g37RIr8VcYxxlVe0yJxMGistMm4kjiRbMQgvg4MOOshceOGFRRP/UBCDyoqMtfMlANliiy1sBfOo43F8oddcc43Zb7/94pzm1G7L3CALfIgB9lY89IoOC61CiX+amB78oLyy8JwSRnCIyFBWuwQQw4YVMy5atMjGbXDd8prv98BPFRFyLjEjcX747nktdXxf7V4B6nmxCUigGJOwBIoxAWpzERABEQhBgAqH/fv3L6hyIrulaiIZhqj4hzBx+PDheY/WoUMHWy2RZauttsq7vn8FHpQHDBiQNyvO2WefbcggnRabOXNmRoz46quvGgbWhRoTna4yohMlFroPrS8CIiACtUaACbYuXbqYQifawnJq0KCBad26tRUtOuHixhtvbBCgFMMINmDSNNfEK6LJKNUio7R3ypQptlIiSQPCBmoy8UMApauUKEdeFPLaRgREAAIEWgVldvSKEL0OmFzBBvmIkq3Rm9Ex6H2QM4bEKThgnMBQk97GBvQNGzbMJg849dRT86GP/DnnG9GjEz6SqTFfdkd/BkiunzjXDeOEXBkd/Z9xDclEQAREQAREQASKS2D+/PnmoYcessFPhQafMYbZbbfditvAAvc+ceJE069fvzpbEZRBgjyZCIiACIiACIhAPAKvvfaaOffcGC5lfwAAIABJREFUc/NWmYl3lKW3xsfwwAMP1Enwi+jQLV5BYrZ5C5IBtmjRok41RCdK1PxD0mdM+xMBEahUAog5/AJG/sYfm+33laqLftHipptuakUbMhEQgcolQJJTv2hx7ty5sTpERVYnWtxss81sXAkJsMptVAS/6KKLQjWDPtxyyy0GgWAxjd9exIosQdxPPvlkW/H2pJNOitUMYkmJKa0kI66X+CAnQnRCRO/fJFUJYwg1ndDQKzoMes//9NwQhqrWSZoAvn2Eim5xwkWviNH9j1cSG4c1hIzErLnFiRe9/8O/LxOBtBOQQDHmGZJAMSZAbS4CIiACeQjwENO3b19DYEah1r59eyu0+/TTT3NuygQdgkRXMTFqhpRnnnnGDBkyxAaY5jIeSMeNG2cFlOUyRBquQiKVpMgKUqjxkO8VJJKRTSYCIiACIlAYgUGDBpVMrOdahmjFVVdEtIioPImsw1QnPvjgg221r1z28MMP26qExTKCH6mU+Pzzz5tZs2aFOkzLli0zosSePXsWLcteqMZoJREQgVQTIGOn16HizeroFyNSCacQw4niz/KYTXToFxvisJElQwDHJ/eyc845J5kdFmkvCGC5Z7n7btu2bY1zIOOsCMr66M/wmO+e7W86z8pBGR75H4vXSRL1ubpIuLRbERABERABEahIAq+//rp57LHHbPK9XFWGXOd22mknc++992btqzdBAskRXLIE9+r/n/fvoPfsj2rUbnGVq/1/kxndm5iJpBhkM8+1HYFL/krc2Spz8/9cn7nK3W495uUZq7jFJe0I+jvsZxV5ganRIiACIiACFUtgzpw55rzzzjMvvvhi2fpAsiySLxJw+e6772YNulxvvfXMRhtttNSy6qqrlq3tOrAIiIAIVAMBBDLcDxArepdsz44EtjOHTNU0tyBclImACFQuAZJeIlr0ChfjJoRi3OZEi/xmEAtIYolSG3NcM2bMCH3YM844wyASLIUxR0ZiMcSKxKZgxx57rJ3DW7hwYewm7LXXXubmm2+OvZ8kdkB/vOJDvxARnznze/kM4SvxuSzOz+j3iSM4VPLwfCT1eSUSIGYkm4iR/xMf75YwMdx8n7yCRVd90fs/5sNlIlBOAhIoxqQvgWJMgNpcBERABHIQiCNOpDIUDo9swkY+d4JExImIBqMaQcpkp7zrrrtC7eLf//63FUGU0nggJqAFUSKijSjGBETnzp0zosTGjRtH2Y22EQEREAER+B+Bp59+2lZnSoM1a9bMVljkfsb9s1AbMWKEGTx4cN4qTsWqnkimaO5vJAv46KOPQjWfCfXu3btnKiUWq6pkqMZoJREQgVQQwIESlNXR62wpxLFEgHOQcyXb/1S9MBWXgfnkk0/qVABIR6uWbgXPlTzjUfGX58soyQZ4ls2V1dGb6ZH3YYQRrqU4EnNld0TMuNxyy6UVr9olAiIgAiIgAqkiQBADQU7ewKdsDezVq5dNRkciArc4AWKYgKFUdbyCGuOEjCQSQXzpX0g8EvR/7//0PFBBJ1xNFQEREIEyEUD0f8kll5gHH3ywTC3Iftj111/fVuzyixGpnCwTAREQAREoHQFipPyixffeey9wbpfkLV7BohMwIh6RiYAIVCYBxHMULfCKFqlyHccQKRIzyEKVRf5GaFZMoyJ3oUmvqaL4z3/+0xD7UirDV3fBBRcYktgmaRSMuOeee0yxk3pwvSB4J8bG+0oxEHzm2ar1evuKPxCfnxMg8ur9m/dKtJvk1aF9VTMBnvmJTfGKFr1/8z5MRVK+h8T+UYCmRYsWdnHvo8QUVDNz9a04BCRQjMlVAsWYALV5RRJgYBpmIXAt13o4xb3ZdeO+Jzuvy4CbxCulkHEqZ1vIChj283JWyqvIi8wYO9Dq37+/+fjjjyN1YbfddrMPO8OGDauzPRUlXLVEKkbFNQaDRxxxhJk6dWqoXe25557m1ltvDbVu1JX4LhCoyoJYg4pWUQw+CBLdwjUvEwERqA4CPKx6q+qQWS2oyg7/837G5BNBbiwEtLv3+f6GGvdC7q1uCfM3gVmucpS/UhT/z/a/SjhLVA4gu7C3gkAa2o3QsEOHDgU15e677zZnnXVWqG0QZW611Vah1s230iuvvGJGjRplnn32WTtuCGOIMLt162bFHF27dg2zidYRARGoIgLeyodBGR4Z2+czss15nSq5sjwqACsfTX1eaQSY43GCRr+wkb+9DhLGivnMZXj0Vl70Z3mU0zIfRX0uAiIgAiJQaQRcBW7/K5WOvaJC9565mUIrc2djQnIA5lq81QPj/M3+vJULvZUK3Xv3umDBAnPkkUfawKYbbrjBJknyVz70bkMSIW9FRvc+2yv+pXzruM8Zp+CfWrJkSZ0qknH+TuI6dJUlnWjRK2okg7yrWu19JQhMSR+SoK99iIAIiEC6CXDfuuWWW8xNN92U2LggyR736dPHXH755dYPJBMBERABEUgnAcQnCBURKrnXefPmBTa2efPmhtgqxEi8ski0mM7zqlaJQBgCxAdR2MArWpw1a1aYTbOug7iZ34h27dpZwSILvp4kjbHvhRdeWNAumUu5+OKLzb777lvQdoWu/Pzzz5tLL73U/qYWyyi2QcKyKAnGvW0ihtsJEJ0I0f2N7zyXIWTKJT5EBKV5qWJdAdqvCAQTYJ7dL1r0ChrzxbzwvfYKFr3vSbQtE4EkCEigGJOiBIoxAWrzshDAAUww/LfffmsX9z7of97PeU8wWhgFflk6luKDIsYgOBUnMplN3OL9O9f7WqvoQ8WKvffeO2v1wzCnumXLlmannXYyt99+uyHo0VstMSmhHcIIqkWFFZcgaKWCYZMmTcJ0IfQ6BE646og8AEd9+KXqhleQqFLfoU+BVhSBVBDg/kxVJ7eQVYf37tX7nuC2ajXumdxn+e1nodpr0Cv/K6cjhfvHU089lbrTMG7cOLPxxhuHbhfZmq+//vpQ6/fs2dM89NBDodYNWolAQoT3L7zwgq2USPBmPiPYcdttt7ViRESJnTp1yreJPhcBEahgAojq/Q4WHC08X+BgCfMs67I7+p0tLttj0mP5CsatpotATgKMQbNld+T/OE64t+czvotku/U6R1yGx2Jnjs3XNn0uAiIgAiIgAhBgDOoXGyLczyZEjEKNeVonVnOJnHglYRT3VIJKES5giNuuvfZaOzfi1kWQiPit3MJ/qj2RVX7KlCm2PdVkrkolYlLEpdkSgQX9360fJit9EDPOtUucEiRi9H6mIJNquurUFxEQgVohwJw6wc8EIZbb8HVTIZFqiTyb87yOiIWl2FV0yt13HV8EREAEqpEAz7NewSLCRURLQUlyJFqsxitAfap1ApMnT7YFGd555x0rXpw5c2YsJO3bt69TZRHRIkkp41jv3r1DF43wHocEGsyPMTeWpI0dO9aOzcMWsoh7bOZxmE9DDJrLECHiEw+qhpgr2Tcxzfy+I4Zkce8Z5zO+Z05RJgIiUFkEiIlxybrxG1AgiFf3nvFfNkPD4K+46PzyJMqTiUBYAhIohiWVZT0JFGMC1OaJEGCA6RUkeN//5z//qSNCRGTI+nHMZddlApr3roqge5/v1W3Het7suv6qh95su97Pcv0/WxVGb6Zd7zq5/o9zH0EmjmXva9D//Ou4v926YSoH5DonQYJGv+DCCTF4LXegQZzra/78+aZv3742kDEJ4zrbZ599zGmnnZaYY4Tr5sorr7QPsmGCnF0/zj33XHPsscfG7haDRISOPPQ+99xzoatGeQ9M9hqEIggSEW5IsBH7tGgHIlB0AgS3uQdG98pvpRMeEgReiFF90C2uGqH3f0Hv+e3wVkEM+552easthn3P/ZTfvEKWQqoKMKbwihcJgHcTb27yjYfvpI3f7kGDBiW920T29+abb9rggnzGeGro0KHm8ccfz7dq5nP63bFjx9DrsyIi/DFjxtgqiYgSGVvlM5JCbLPNNhlRIhPhMhEQgeohwD3B72BxzpZ8gVr85jsBohMcev/mvZJ0VM+1op6knwDfWSdWzCZmzNULgu2dU8T/WowxXPqJqoUiIAIiIAJJEkAs5ipwf/rpp5n3/M8rPnTCwLDHJkMxznwCjLyv/B9xoVeA6N7nq8yN/2H06NFm+PDhds6YpH3du3cP26SSrkf1xCFDhpT0mJVyMOZA/AJGJ17Et8fcoLeatXvPPFtYw3fkFTHyDESwoH/hWpSJgAiIgAiUlwC+4DPPPNN88MEHJW0I4w7uCwSUk8zQCRDxmShRUElPhQ4mAiIgAmUj8OGHH5oZM2ZYsZJ7zSZa3HLLLa3/l1cW+VjKdtp0YBFIhADfeaotOtHi9OnTY+23Q4cOdaostm7duiDRIolpe/ToYaLE3jLnwRzZ1ltvHasPbIyYk8qMr776aux9RdnBnXfeaRBrksQbIblbeFbAT54rzpYq517xoVeQiBBRJgIiUFsE8G1440+dgJHXXAUvmA9AvMg8waabbppZ4lZ5rS36tdNbCRRjnmsJFGMC1OY5CXgrHvkFiN7PCq2CxKAT5yI3jKDXXJ8hLqy1an5JXKY4iF3mXBzJOJVZ3Ptc/+OzQg0Hs1ew6MSM3v/xPm1O5qTFiV5uXPcIH0844QTTpk2bQpFm1qda4sCBA61AsBBjYIbAIop4FKExFRKpGIVAoxDxjWsjQiMqR7kKie3atSuk+VpXBESgBAQQPwc9ALr/hbnf8/vPb74LNPK+936Wtt//JPEiHOe32gULMmYKes//+H3NZwQI+rOFuck7Ju4KNdpGxVqOnxZDmEnWY6oPn3feeSZfpWFEggMGDDBUEg5rVDK+7777Qq3Ofe6ll17KiBLDVFciqNMrSiykCmSoRmklERCBkhLgnufN8Oh9z7NxNqMKS1CWR4TXOKEQ1stEQAQqhwBjAJyqzBUEZXjMlYCLsUFQ1UWEjIzvZCIgAiIgAiLgxIe8+gWI/C/XuNNLD58J9x2v2DDX+2IHazLXQQVxAsBktUGAuSbOezYBo1fUGNbfxNyhV7RIoIlfxKgs+rVxfamXIiAC5SHA/PghhxxStIMzR0ZiH37fESIyt06wOL4P/b4XDbt2LAIiIAIVTSCMaJF4KCdUdMLFMIlxKxqMGi8CNUBg9uzZNm6RqoFUWmSJavxOMGfF2JNxKAvvcwlcbrrpJnPhhRdGOiTzcMcdd5w544wzDLGjhRpVZi+55BIzYsSIQjdNfH1ivbPN65BsPkiEiN9cIsTET4V2KAJVS4BYRn/FReejR+8QZMwtOMEicfnufTXHplbtBZBgxyRQjAlTAsWYAGt4c7Lq4iT2LwRdOed3mGBsEDJJ7BUdIEZwggSy8PqFiPmCzmv4tKS260ECRie48L6692Gr+hE8gVCRBxEmhVj870sFpZjiRH8funXrZo455hiDWKIQwe2UKVOsODFKdcennnoqdEYeqkiMGzfOVkd8/vnnI50CgmAQJHbp0sWKEhGeyERABNJDgGxW7777rs1qxet7771nH/ByGfdz91vtfq8RlnnHAIX8pqWHRvlaQgIBr3jx888/X2pslksUzuQpk3zeB2ze5/rN5f7z5JNPlrzTjAlpF4H6ToxIgH6h1QUJavvLX/5is2UWYi+++KLNjJfNCKYbNWqUrZI4cuTIULtmkprACe513PPk4AqFTSuJQKoI+LM8cl8kE2Y+EaJfOO5EiQTMykRABGqHAM/OXuGi12GST7zIOAintzfDI3NpMhEQAREQgeogQFZ1klzMmTPH+lv8AkT+zjeHzjO/t+o2czDub+ZiXAVE+Vuq45qplV7w3fCKGRlPMR/mrWrN37nGUo4V34Og6ouMs0iCpSpbtXJVqZ8iIALFIPD999/b59Xff/899u5J6MXcOfPzzKfvsMMOdhwjEwEREAEREIG4BBDuTJs2zYqVeCXmwW88MyBW7NSpk70P8V4mAiJQ+QSI80S0SLVFJ1oMG+vs7z3iOuJWvIJF3jthHfvdfffdrUAyqhHH869//cvOV4Qx/E1XXnmleeSRR8KsXrJ1SDTCuB4+rVq1sq/4yVXBrGSnQAcSgZolQLwgv40krWAMSAVXXvl/kDEP4fXDu/fFTuBYsycoZR2XQDHmCZFAMSbAKt58yZIldQLcGZR7xYhhsu8yMeyEht5X//+kNK/iCyli1xBbIFbMJWLks3yV+AjC8IthvH8nFQBMQGH//v0jCf8iIrKbUV1p8ODBZv/99zc87OYyHlLPP/98gwO/UNt7770N2XyyGb8NCDeojvjqq68Wunu7PgEyiDMQX2677bbKfhOJojYSgeQJEASH2MIvSMzmVM4mGOe3l4wzstIT4J7qH8e5MV02wTrJI5xo0SteZHJ20KBBRevESiutlBEgOhEigkQmJamkG9cQDe23336WRyG22267mWHDhi21CWwR4iNKDFuNkX7hvEJ8z32PRAsyERCB9BNAEO7uh95XAsODjN9Rb5ZH73vGvTIREAERyEeAeTdXidwJF91rtrmQJk2aBDpKVD0iH219LgIiIALlIcDcCiLEoCVfEihazPNkNgEiY07uCzIRqFUCJJIKEi46ISOf8ZyXyxAwMi8VtDRq1KhW0arfIiACIhCawMEHH2xGjx6ddX38+EG+JvzfiD+oTMNC4LJMBERABERABEpB4LvvvrNCRa9okUSVXsNnja+XuCb3qiTMpTg7OoYIFJ8AsaiIFr3VFvPNHWRrFUU3ELM40SLxUmeddVakuE13DPZ53nnnmcMPPzwrDOY9rr76anPvvfcWH1jEI+yxxx7mqquuiri1NhMBERCBZAngk3diRa9wEQ2N3xAnBokWVZAg2XOShr1JoBjzLEigGBNghW/+008/WTU4P668ErRNwDpB2/kqrFEynMwVQQuiL0SITCrLRKCYBMiCywCBwOCghey5uYzr2Ft1EdEATg8WnM5hjIDBvn37WjFluYxqgwMGDLCikdVXX71OM2B04oknWvFEFGNybfz48XUCWvi9QIxIhUSyCEUxgrQRZnTv3t2KNHD2y0RABMpLgHHA5MmT7eKqI5KRPMjIJO4m0lxmK77XuveX9xwWenQeprmP8YDtXbIJbnjQjpo1zrUNQb3LRE92NxYnRiymWA9H0gEHHGAIUCvUqArM2AAjgI17IPfVN954I9Su2rZta51ULNz7lIE/FDatJAJlI8DvYpAYMahBOILc/dBleeQ5gkBxmQiIgAgUiwDzIIzd/c4SAmiCjHGM31mSq2J2sdqt/YqACIhArRLIJkLk/9mM4EZXdRsfjLf6oRMlknFcJgIiEJ0APh2viJH3LC5JRK4qjMxhZRMvkoBLJgIiIAIiYMwDDzxgLr74Yjsfjl/h22+/NX6RBwl1qEi11VZbZQSJSSQrFH8REAEREAERSIrA7NmzrWCRGIq33nrLzJkzp86u8X37BYtU/5WJgAhUBwH8Lk60+Oabb9o4yV9++SVS5/Al49eJa7169bKFJrwxosTBXHfddTbxdpCoJu4xC92exE7MaRJH7l557xbFiRZKVOuLgAiUmgBjPr8vPptPB//NFltsYTp27Jh51dxGqc9YsseTQDEmTwkUYwKskM0RFzgRovc1VxZeBAZUQcomQlTAZYWc/BpvJg+EXuEi4lvv37lEhUwYObEiD4i8d6+uWiGDkL322suKJNNiZKM8/vjjrXOc7zvCRf8EWSFtpeoiTiHEGCwEQUYx2PGAvN1221lBogZgUShqGxFIjgBZvtwkOhPpvCcAx29UQ/YKEd17BBmy6iWwePHipUSLOF4KyQ5HAgDEh1wzBFVyH0WYyPtSG9UNDzvssEgTsf369TNnn322FSSywCGMkeHZiRJ79uxpVLkoDDWtIwKlJfD9999bJ5JfjJhN4IOYx4ny3f2wHL9ppaWko4mACFQSAeY8vJkd3fs///xzqW647L1e4eJmm222VNKjSuq/2ioCIiAC5STA2JJkTywkd/OKEnMl+uHZ2T0rO0Gie1UFhnKeUR1bBIwhAaYTK/KKb8T9nSvYj4AUJ15kbqxNmzY2WQT/l4mACIhAtRPA907iW5ZXX33V/m56bZVVVskIEhEmErwnEwEREAEREIFKIsBzwqRJk6xYkQUfk99I1O4W7ncyERCB6iJAPKoTLfI6ZcoU8/PPP+ft5EknnWTGjBljpk6dmnfdfCsg8Lv55pttHObYsWPNwIEDTa5ES/n2V+jnxH02adLEzmviQyeWnHlO96qYskKJan0REIFKIMBvvd8Xj0/In4yJvlDMwCtabN++fSV0UW38HwEJFGNeChIoxgSYss0JRPJWRHRixGwiLESIrnINrwwYnSCRbBUyEah2AgwYvIJFhHxu+eyzz7J2H+cy3xEeMEv5cFfI+ejQoYMNiImatYdjNWzYMHL/GFBRJQpRBgINqlXKREAEykeA3zQ3Se6Eif4AOSaw+O3g4YjAGcQXTCjJRGDkyJFmyJAhS4EgWNIf8I7AH2E7zhYWhHrlzH72+OOPm6FDh5rff/+94BNJ/7jnhxH6U7nCZcfkvsf9TyYCIpAuAtOnT7cOH8bwvM6cOTOwgdz7vEJEVxnRJSlJV6/UGhEQARHITYAxkD+7I46TbHMe/OZ5szvybCATAREQARGoS4DfVQIQnSCR97mSuuFz8YsP3d+qgqirSwQqkwBjKa940fv+119/DewU82MIFZ1gkVcWJbWqzGtArRYBEfgvAZIaOkEir/4Ef2uuuWbGX4DfoF27dkInAiIgAiIgAlVFgKIRLg6DVxJjeo0KZ06s2K1bNyvkkYmACFQngTfeeKNOtUV/TOk//vEP89hjjy31OxGHBsLE/fbbz/Tu3TvObgK3RWS49tpr25hy4kCJh3EVEYk7l4mACIiACPyXAAkrGQO+8847mVd/XC6x+H4fPL4jWToJSKAY87xIoBgTYJk2J7iI4Ep+zNxCcNEPP/wQ2CIyVjghIg+6XlFimbqgw4pA6gnwfUKQMHv27Ixo0YkXg6oPpL5DERp4xBFHmGHDhoXaEgEKgkSWrbfeOtQ2WkkERKB4BJgIp2ocC1lqg6omEwDjBIkEHiPEkomAn8C3335rBg8ebFZbbTXTunVr6zThWqEiIhOS7733nhX6sBB8wH3Tb6xL5rYePXrYhYfuUti1115rLrvsssiHos3jxo3Luj1jbK8oEWGiTAREIB0ECBZ1QkRegxKLLLPMMmbzzTdfSoxI4JRMBERABKqdAGM8l+HRCRiZY/RXA0Kc7c3uiONE1WOr/epQ/0RABByBr776qo4I0QkSgyqnkZzNVdlG7O0VJCrRha4pEagtAiSTdYJFfErMnTHu+uabbwJBMG/mFy0S/CcTAREQgbQSmDFjhq384oSJiBSdMSbq3Lmz6dKli32VIDGtZ1HtEgEREAERKBYB5l1dZbUJEybYgHWv4WdHsIgfeocddjArrbRSsZqi/YqACKSAADE0/Cbcf//9NplkMYx5hcWLF5uFCxdG3j2xL8QD4Q9iLI8PfdVVV428P20oAiIgArVMAI0PgkWvaJH5Yr8hUPSKFonBVzK7dFw5EijGPA8SKMYEWILNqX7mFyPyt19dTVMaN25sxYd+EeI666xTgpbqECJQGwR4WDzkkEOyOpOrhQJZLK+55ho7KRZkOJV69eplBYk8lMpEQATKT4BsXE6UOGnSpDoNYuLIiRHdKxNMMhFImgDiWK9gkfdULPYaThcnVuR6LIadccYZ5t577421a7LXnXPOOTaQzBnCJYSIbilW+2M1XBuLQI0R4DfGiRCdKJGAUL8RJM64dbPNNrOvLMruWGMXi7orAiKQlwBzjl5nyYcffrjUNlSa9Wd4XGWVVfLuWyuIgAiIQJoJ8PvnrYjI+y+++CKwyc2aNcuIERElErxDIJBMBERABHIR+PzzzzNiRQSLbglKiMm8rau26MSLPMMqeFnXmAiIQDkIEJcyevRo8/LLL9tXf+Vo5tqcIJFXkoLJREAEREAEREAE/kuARNIIFZ1oEV+614i5QqjIouqKumpEoPoIzJo1y5xwwgmGJB+lsHr16llhIUnDEcgsWrTIEH/utQYNGmT85c5vrsSUpTg7OoYIiEAtE/j666+XEi2S2MJvxCMSm8/Ce4pHyEpPQALFmMwlUIwJMOHNCaz0VkXEKc4SZGThbdu2bWbBEU5lG5kIiEDxCZB15vvvv7dVS7/77jv7nlcCocl+xSvOZrJs+0UZxW9dckdA3Ew/sJ49e2YqJOIYl4mACJSfAJPZCBKp8MarNws3k05du3bNLIwZZCJQLgIIhl577TW7+MWzBLg7sSKva6+9dqxmUsni6KOPNiNHjoy1H7cxwV9kmuP75ESJBJ/KREAEykcA0bBXkMgztN9wvHiFiLxfa621ytdoHVkEREAEKpQAjhF+Z71ZHpnr8BvzBF7RIr+7MhEQARFIKwHmOxlPTp48OTOu/Omnn5ZqbqNGjeoIEV2FRImy03pm1S4RqDwCBAt6xYrufTaBdPv27e2Yyy3y1VTeOVeLRaBSCHz22WdWjOiEiV5/t5vTZ86cgLk11lijUrqldoqACIiACIhA2Qkwz4pYkRiPN998s057GN87sWK3bt3K3lY1QAREIB6BK6+80lx11VXxdlLg1iTnZa7Ba1Ru9SbxxX+jpCIFgtXqIiACIlAEArNnz66TODgo9snFKjrRogSLRTgRAbuUQDEmZwkUYwKMuTmV2Kh2xAOny9AbtEseQL1iRN7rRyYmfG0uAiUisGDBAjNz5sw6C04dvy2//PKGbDSUbUYYiDOHjJRODMkrIkgW9x5hZFB23aS7tuOOO5pLLrnErL/++knvWvsTAREokADirueee86MGTPGZvb3Gtn6vaJEfldkIpA2AtzDnFjx1VdftaJ+rxFgheNl9913N2SIL8QQ6VLl+K233ipks1DrDhw40Jx88skSOIWipZVEIFkCZJZ0mWV5ZXztN4Ibpq6oAAAgAElEQVQ0XVVEnCqqYJPsOdDeREAERMBLYN68eXVEiwTV+B3eq6++eia7Iw4TfqNlIiACIlAOAr/99lsdISKixE8++WSpprRs2dJWK3MiRF41F1qOM6ZjioAIQICqKn7hImMuvz+I5DzMpW255ZYZ0eKaa64piCIgAiIQiQBzcCNGjLDJ/0jm4DWe6UgwuN1225ktttgi0v61kQiIgAiIgAiIQF0C+LZJRO0WbxUdilQQq7XbbruZ3r17G0RHMhEQgcogQBz48ccfb5/ry2EktGee4IADDjBbbbWVWXfddcvRDB1TBERABESgQALoAYgNnjhxon2dOnXqUnsgNpi5GZZOnToVeAStHpaABIphSWVZTwLFmAAL3Bx1M2JEJ0oMCqz0CxHbtWtnlltuuQKPpNVFQATSTODLL79cSrToF2jQfoQZ22yzTWZp1qxZnW4xWXX44YcvlVWrGH1H6DR06FAzZMgQs+yyyxbjENqnCIhAFgLTpk2zosRnn33WkDnF2corr5wRJJJBr3nz5mIoAhVHgElZJ1jk9ddff830AZERQsU+ffoYqofnMipg7L333uajjz4qGoMVVljBDBgwwN4LlRW6aJi1YxGwAnyemZ0o0f/c3LRpU+tU8VZI1DOzLhwREAERKB8Bkit5qyziLKHau9ckWCzf+dGRRaDWCMydOzdTFdFVSPQLeqiA6JJbdOjQwb7XM16tXSnqrwhUHgHmzFxVa/ca5FciYY+rsMizM79zMhEQARHIRoAku4gSn3/+eZtQ2xlzbQgS3UJyXZkIiIAIiIAIiEBxCeAXQ6xIdUWvsAkfNUJFJ1aUT6y450F7F4E4BC6//HJzzTXXxNlFItsSc05cS69evRLZn3YiAiIgAiJQegI//PBDRqyIaNEvWMSv5ZJJIVhU0s3kzpEEijFZSqAYE2CezflBQJDoRIneTDds2qRJE6tgZsEJjjixQYMGxW2U9i4CIpBKAmTExQlERkoqP7H88ssvddraokWLjFixUaNG5txzzzVffPFFSfuz4YYbmiuuuMJ07969pMfVwUSg1gjwe4AgEWEiWWud4QTeZZddzE477WR/D2QiUE0EqLyDSJEMzSwI8Z0RUIVQkYX7odfee+89s//++5uFCxeWBEfDhg3NoEGDzHHHHWfIXikTARGIR4DvLs5WFhyvCI69xr2P7I5bb721XahuIxMBERABEUg3AaqTueyOvPoFi1T2wVHinCb+hEzp7p1aJwIikCYC/MZMmDAhUyUx6LmQyohOiIgfhuqIMhEQARGoBgL4h5xYkSR3vP/555/rdI3kk67C4rbbbmtIdLfSSitVQ/fVBxEQgYgESDCDKJEFX5QzqrLie2Lp2bOnKjVF5KvNREAEREAERCAJAiRgeumll+xCAiZnJJR3QkVeV1xxxSQOp32IgAjEJMDzOIUfiF0ptRFDSpVznv1doiL9NpT6LOh4IiACIlB8AlRYxB/mCkH4izhQEIn5HKpwK74/3vmQQDEePyOBYkyAns2XLFmSESM6UaLfCbTBBhtkBIkMBhVYmRx/7UkEqpGAEyryyoTT4sWLU9PNPfbYw1xwwQWGCjYyERCBZAiQBc9VSvRmqm3cuLEVJbJ07tw5mYNpLyJQAQRefvnljFiRh2xniHMRKlJdkWB3qgl7Py9V1xAqHnXUUVaoSAUOmQiIQHgC48ePz2SB9Wf5QpCIENGJEvXcHJ6r1hQBERCBtBLwChYnTZpk5s2bV6epJG1DsOhEiwTayERABEQgiABBPq+++qphPMmrf76UORR/dUQJcXQtiYAI1BKBGTNmGCdW5HXOnDlLdZ85ZoSKBKpovrmWrg71tZYJELT25JNPmuHDh9dJikm2fQSJBK9tv/32tYxIfRcBERABERCB1BJgbvXFF1+0C3OrzurXr2/69u1r9txzTytalImACJSewK+//mquuuoqc9NNN5nffvutJA2guIRLRMTrRhttZOrVq1eSY+sgIiACIiAC6SFAQguvYJGKi85WX331zHwPcz4rr7xyehpeAS2RQDHmSZJAMR5AnDoETrvljz/+qLNDMvG6Com8rrvuuvEOqK1FQARqmgBCRUSB7777bio4ENxz6qmnmqOPPlpZNFNxRtSISiXw2GOPmYceesgG13kfEpwoURlNKvXMqt1JEhg1alRGrOhPApLkcaLsi8zS3AsHDx6sDPRRAGqbmiBAVQeyvOI8HTt2rPnpp58y/UaE0qVLF9O1a1f7SoUbmQiIgAiIQHUTYE7VOUx49TpMCKxx2R1xmJDwTSYCIlC7BKiujRDRiRLnz59fBwYBOIhrOnbsaKskNm/evHZhqeciIAIiEEBg0aJFtrIiYsXXX3/d4GfyGn4eJ1bklcQRMhEQgeog8OOPP1pBIsLEV155JdOptdZaK1MpkSQxMhEQAREQAREQgcoh8Omnn2b8bW+88Uam4SRs6t+/vxUrEqMqEwERKD4BnrOHDBliPvjgg6IejHlPkvvyyveb+BSZCIiACIiACPgJUFyNeCwW/71phx12sMmpiEdu1qyZ4OUhIIFizEtEAsXCASIecIJEv0iIzLxkpXCixDXXXLPwA2gLERABEchBgCoDs2fPNmQLp6oiFdcI+C6nIca+4oorDBWtZCIgAuEI8F1GlPjggw+aBQsW2I0IBiGz3c4772x69eoVbkdaSwRqjABZ50aOHGluu+22Opme04BhtdVWM0OHDjUDBgwwK664YhqapDaIQFkJULUBQSLCxIkTJ9ZpS5s2bTKCRISJiFFkIiACIiACtUuAYBonWMSp7zXmW3GYUNWDeVeZCIhAdRNAsOwVJM6cObNOh9dee20rSGTZdttt5Uit7stBvRMBESgCAX5nESq6BR+T19ZZZ506gkUFrBThJGiXIlBkAszHOWGiq+LSoEED06dPH7P77rurUmKR+Wv3IiACIiACIlAqAp999pl59tlnzXPPPWe88yft2rWzQkUWJXIq1dnQcWqJAFUTiZO8+eabze+//55o1xs2bGjat29vfSIIEvk+M5aXiYAIiIAIiEAhBNAYjBkzxooVvUkt2AcxWswR9e7dW4XXskCVQLGQqy1gXQkU8wNcuHBhnSqJixcvzmy0yiqrGLLKuYVsczIREAERKAcBAsBHjx5tA3g+/PBD891335W8Gfvtt58577zzjMTZJUevA1YQARzDCBOZKHa22WabmX322ccuyy23XAX1Rk0VgfIQuOiii8w999xTnoOHOCr3wRNOOMEKFVdYYYUQW2gVEageAoxFX3jhBStKpDqWMxwnVMNyS9OmTaun0+qJCIiACIhAogT+85//2OoeOExwnFD1w9l6662Xye6Ig14mAiJQHQRIZsH3nrEkYmWvkfzFiRF5JdGFTAREQAREIDkCVKp1YkWCVfjba61btzbdu3e3okUSRiy77LLJHVx7EgERSIzAJ598Yn1PDz/8sKGykjOCzhAlsiipXmK4tSMREAEREAERSB0BqqY7sSKxrs6okvOXv/zFBqHLREAE4hPgu3bcccfZ4hJJGILETTfd1Cay33XXXQ0+EJkIiIAIiIAIJElg0aJFGb/7qFGjjEtmxTGY92WcyNKkSZMkD1vR+5JAMebpk0AxGODUqVMzokR/pQccMU6QiENcJgIiIAJpJPDtt9+aJ554wooWeTj+6aefStLMVVdd1Zx55pnmiCOOKMnxdBARqAQC33zzTaZaojcjdf/+/c3ee+9tM/7LREAEwhHg/kbgKtWDCZhi+fLLLw1VSb2JRMLtrbhrNW7c2Jx44olm0KBBxT2Q9i4CZSZAEDnZWVnI1uqM6jZOkLj99tsriLHM50mHFwEREIFKJeAVK86fPz/TDZJCuOyOqkBfqWdX7a5VAn/++aettO0W7xgSJp06dcpUSdxmm21qFZP6LQIiIAJlIcD8tVew+P3332faQXI9RIpuYe5LJgIiUF4CQUkxN9lkk4wocf311y9vA3V0ERABERABERCBkhMgTgyxIgtzMNgGG2xghYos6667bsnbpAOKQDUQwBeeROwH30F86IceeqjZaKONqgGN+iACIiACIlAhBH7++WeDSJFl5MiRmbEizd9hhx3MXnvtZYhprvXqvRIoxrygJVD8/wDfe+8989RTT9mF6mPOlllmGStI7NGjh33lgU0mAiIgApVG4K233jLjxo2z4utZs2bVaX69evXqDDSS6BsV4a666irDq0wEapUAlT9uvfVWu/z666+ZiV9XLVGVl2v1ylC/i0Xg999/N9zvHn30USvQd9WECZ4iYAoHDBkjvZmAitUW735x/my55ZalOJSOIQIlI/Dmm29mRIlkaHfWokULQzZWnCoElstEQAREQAREIEkC06dPtxkecZh45zYY67nsjszhykRABNJHgAytTpCI49ObTA2fC+NHEjiRFHLllVdOXwfUIhEQARGoUQKTJk0yVFbEvzRlypQ6FLp06WKrPCBYbNWqVY0SUrdFoPQEvvrqK1spkYqJ3riWfv362aSYfDdlIiACIiACIiACIkDi38cff9w89thj5oMPPsgA2XPPPa1QUUnfdI2IQGEE5s6da7p16xYpxrJNmzaG8Tp+9GbNmhV2YK0tAiIgAiIgAkUg8OOPP2aEivjvnK200kpWqMjStWvXIhw5/buUQDHmOap1gSIByk6U6K2USJYKglmcKJGgZpkIiIAIVAuBTz/91DqTWRBw/PHHH7ZrCBVbtmxp6tevbytSOWFHnH7PmDHDrLHGGnF2oW1FoOIIMNHrhIlkHcHIMIIwkWANmQiIQGkIPPnkk9bhQhAVRuD6McccY4M0vBUYuedRscNVZOR1yZIliTRylVVWscHz3GNlIlDpBObMmWMrdOPM5L0zAsoJSMSh0qFDh0rvptovAiIgAiJQIQQYYyFUROjkrVTPvC7jPZwmbdu2rZDeqJkiUJ0EfvjhB5utn+ziL7zwQp1Obr755oYq2wgT27dvX50A1CsREAERqDICzJmNGTPGJozg1VVjoZsdO3bMVGzbcMMNq6zn6o4IpIPAu+++a+666y5zzz33ZBrE943nHxZVNU3HeVIrREAEREAERCCNBIgPw7/HHI0z5mOOOOIIc9BBB6WxyWqTCKSSwH777WfGjx8f2DZiQxYvXlxnrL7HHnsYFpL8ykRABERABEQgrQTQCjzzzDPm6aeftsUhnG2yySbW577vvvvWlMBeAsWYV2otChSpYIQokYBlAlicofjt3bu3Xbp37x6TrDYXAREQgcogQKDQ888/bxfvAzSiQgRVG220ka38htCQSgWIG8PaVlttZQcsMhGoFQIM1J0wkQwjGILEgQMHqopUrVwE6mcqCRAwdeedd2aEik2aNDHHHnusGTx4cNb2Ut3DL1p0Akb+j8AxjJCfwJCbbroplVzUKBEIQwCxLqJElldeeSWzCZkdESQiTFSF0DAktY4IiIAIiEAxCTBnwTwvgsXZs2dnDrXNNttkMjyuuuqqxWyC9i0CIvA/AswjOlEiry4xGh9vt912VpTIokzhumREQAREoLIJUAmXOTeWl156qc48GRVxd999d7uQPEImAiIQj8CECRPMsGHD6vhcmZNj7hlfrkwEREAEREAEREAEwhLA341QkWX+/Pl2M+ZoBgwYYMWKDRs2DLsrrScCNUlgxIgR9ruy5ppr2gSJzIW+/fbbxsWILb/88laQyFKrVadq8sJQp0VABESgigiQGJi4fwSLxEg6owo3iS0o/lbtJoFizDNcSwJFnCOuWqKrZgQ+hAN9+vSxwsRlllkmJlFtLgIiIAKVS4DBBNmyECsiRnRGVUUGF3379rUTUzxYE/znFgYkPHD77YorrjCHHHJI5QJRy0UgJAEmmpww0QmWcAojTNx6661D7kWriYAIFJsAVYMRKrrK6QRIUVHxqKOOinRovvs4bhArIuBfsGCBffUKGS+66CIbKCITgUojQODTI488Yh2UrqLosssum3GoKKlPpZ1RtVcEREAEaofApEmTMk6T77//PtNxl91RAby1cy2op6Ul4DLxDx8+3Hj9L126dLGJLVjWWmut0jZKRxMBERABESgZAZcsgoq5bh6BgyNK32effez8mPzwJTsdOlCVEMBnS8VExlnOCARjadWqVZX0Ut0QAREQAREQAREoFwGSk95///3mnXfesU2guAfCK8SK6623XrmapeOKQOoJMEYnFv3FF1/MtJVkif3797e+dESKMhEQAREQARGoBgIkp3NiRdefzTbbzBx44IF2WWGFFaqhm0v1QQLFmKe12gWK8+bNMw8++KD597//bQOFnSEWQJCIMHH11VePSVGbi4AIiED1EZg5c6YVKuL8clmz6CVVEd3gol69epmOI1pkm1mzZplp06YZRIuvv/66adSoUfXBUY9EwEPg9ttvN1dffbX59ttv7X979uxphYmdO3cWJxEQgZQSYKIYoeJbb71lW4j4/vTTTzf7779/SlusZolAaQhQ3eaBBx6wz9CTJ0/OHJTKBySqwKGy4oorlqYxOooIiIAIiIAIxCTAfY3Mjixjx47N7K1NmzZ2XoOgXoJuZCIgAtEJfPzxx5ms+x988EFmR506dbKCxF133dWss8460Q+gLUVABERABCqOAMksqWrNgljxzz//tH1YeeWVM0JFAjdlIiAC2QmQdPumm26yCWOxVVZZxRx88MF2ady4sdCJgAiIgAiIgAiIQKIESPKLUHH8+PGZ/Q4aNMgcf/zxmtdJlLR2VskEeNa94447zD333GPmzp1ru1K/fn2z77772mXzzTev5O6p7SIgAiIgAiKQkwAarMcee8w8+uijGT0WlbcpYMS4sXnz5lVFUALFmKezWgWKL7/8sg2qRLXrjCxyTpTYokWLmOS0uQiIgAjUDoHXXnstI1Z01QcQdxPMR1DfRhttVDsw1FMR+B8BqnJQGQ0hLrbddttZYWLXrl3FSAREoEIIECSFUHHq1Km2xbvttps555xzlH26Qs6fmpkcAYLJeX5m+eabb+yOCXaiwkG/fv001ksOtfYkAiIgAiJQJgJUuWaeGKfJJ598YltBFmOXgEnBA2U6MTpsxRIgaJ6kkGQKd0biF8aOJLZo2bJlxfZNDRcBERABEUiOwA8//GC4ZzAOc4nC2Hu7du1sACc+JoRXMhEQgf8SILEewkTndyK4i+8JwsTllltOmERABERABERABESgqAQYs5PIlIRvGEnrESmyrLbaakU9tnYuAmklgO8cYSLLokWLbDM33nhj60fnuVbPtGk9c2qXCIiACIhAsQgwVsTnPmHChMwhmL9CqNi2bdtiHbak+5VAMSbuahMoDhs2zGZ0mTFjRobMnnvuaQeDysYY82LR5iIgAiJgjM2KzuDC60xG0HHYYYeZXr16iZEIVD2B33//3QoTb7nlFttXHMSnnnqqFTbJREAEKpPAww8/bK666qpMJdSzzz7bDB06tDI7o1aLQAEESEKBSPfZZ5/NbLX11lvb5+f+/fsXsCetKgIiIAIiIAKVQ2DEiBF2XmPcuHGZRm+//fbWabLTTjtVTkfUUhEoMYGvv/7aBqnhf5k3b17m6AgSWXr27FniFulwIiACIiAClURg1qxZVqiIYHHhwoW26Q0aNLDCKwJYlDCiks6m2po0gVdffdUKE0nCjTVt2tQceeSR5tBDD036UNqfCIiACIiACIiACOQlMHPmTPOvf/0r4z9caaWVrEjxuOOOs0nfZCJQCwTmz5+fESZSPRHr3LmzrRS188471wIC9VEEREAEREAEchKYPn26uffee83w4cMz65HIFJ97pWu2JFCMefFXg0CR7ItkqCCwcsGCBZbIeuutlymfvfbaa8ekpM1FQAREQAT8BCZPnmwD+ijb7Gzbbbe1FeQYZMhEoBoJkP0DceJHH31ku8f1ftppp5n69etXY3fVJxGoKQL/+c9/rEiRexu2xRZb2GqKVEeViUC1ERg5cqR9fh47dqztGhlQESWycO3LREAEREAERKAWCBAkz5wG478ff/zRdhmhPs95EurXwhWgPoYl4LLnI050tskmm5j99tvPfleUJTwsSa0nAiIgAiLgCIwaNco88sgjmXkJ/o/QHbEioneZCNQKgQ8++MBcdtllmeD/VVdd1QoTjzrqKDtfJxMBERABERABERCBchJgTgih4ujRo20z1lprLXPKKaeYI444opzN0rFFoKgESNJ2/fXXm9tvvz1znB133NEKE7t27VrUY2vnIiACIiACIlCJBObOnWuFiiQ4ddanTx8zZMiQio1Bk0Ax5pVYyQLFL774wgZVIk50QSSdOnWyg0EubJkIiIAIiEDxCSDooPLUfffdZ7766it7wHbt2tmAPrLeykSgGgh8+umn5uKLL7YVRLGtttrKVk3ccsstq6F76oMIiICHwJgxY8yVV15pCA7BcLD89a9/NWSGlIlApRN44okn7POzq4TdqFEjm4mdZY011qj07qn9IiACIiACIhCJwE8//WSdJsxruOR3bdq0sdkdCZKXiUCtEuDZiCC0l156KYOAKqMIE6k6KhMBERABERCBuATee+89K1Rk+fnnn+3uEMGrclxcstq+EggwB03CPGy55ZazokSu/YYNG1ZC89VGERABERABERCBGiIwfvx4O0c0YcIE22uS15955pmmS5cuNURBXa12AlRJvOGGG6w4ccmSJba7FGjAj7755ptXe/fVPxEQAREQARGITWDhwoXW53733Xdn7qUHHHCAGTp0qGnRokXs/ZdyBxIoxqRdiQLF77//3tx44412QPjHH39YAj169LCDQV5lIiACIiACpSfw559/2mA+Bhjz5s2zDcCRfMIJJ9jAJZkIVCqBF154wZx88slm0aJF1kmMMHHAgAGV2h21WwREICSB6667ztx888127Y033thce+21hmQoMhGoRALPP/+8fX6eMmWKbX7Tpk3t8zPJfVZYYYVK7JLaLAIiIAIiIAJFIUBmR+Y25syZk5nXILsjVYZlIlArBBg7EnT22muv2S6vuOKK5sADD7Tzey1btqwVDOqnCIiACIhACQmQMAKR4r///e9M0rD111/firVIGlG/fv0StkaHEoHiEnjmmWds1cQPP/zQHohnjZNOOsk0bty4uAeuwL3je8Y3N3XqVPPGG2/Yuc3PP//cvP3225nerLzyyjZgnEA3koqSYLRt27bWnycTAREQAREQARFIlgDjGHzmn3zyid3x4YcfboWKq6++erIH0t5EoMQEmAvFl46wAttll13M0UcfbTbbbLMStyQdh3v33Xft95ukQl775z//afbff/+iNnLs2LG2IAYaAWcky7vttttsjIOz119/3ey666512kLi8TPOOKOo7dPOCydw+eWXm4suuqjwDbNs4Z4BScDNM2DHjh1thTbuRfXq1UvsONpRaQgwF0jCplL/1pSmd7V7FIoe8bt91113ZSAMHjzYnHjiiRUzbpRAMeb1W2kCRSdMXLx4se05lRIJqlSwcPCFEDQQi3nJ2AnetdZayw7AWciKs+6665oGDRrE3bW2N8Y633TD1aVQ6QSoMkcWhFmzZtmu8DCAULF3796V3jW1v8YIMO5wD8m77babnchYb731aoYCgSFnn322GTZsWJ0+I9rs3LlzzXAoR0eD2Ldv394+uLVq1aocTarJY86cOdNccskl5s0337T9v/rqq21grkwEKoUAQeU4U6h+g22wwQa2Kqiu4/xn8Mcff7TBTjxTT5w40Xz88cd1gp+Y4OZ3uXXr1qZDhw42SyyBUHouzs9Wa4iACIhAJRAYPny4HXvjiMcIciW7484771wJzVcbRSASAYLMbrnlFjN58mS7PeOdww47zC44/WVLE0jS/7L11lsbKpw7vwvzLsxBLbPMMkJfAgJxg5pwuCOk8lYc3XHHHa3Yt5aq1Ws+qwQXaw0c4qmnnjL33HOPeeedd2xv8UkTwIKPSSYClUxg/vz55h//+IdhzIUxn0RgVrdu3Sq5W0Vp+3fffWdGjBhh7rzzzkzSjEIOxDiWDP2MYzfddFONpwqBp3VFoIgEFJxeRLgVumvFx1XmiaOYCCJFgs6x1VZbzZx11llWzCQTgUoj8Morr9h4EBJiYMzH8fzZtWvXSutKou3NFit28MEHGyrBF6vq+++//24uvfRSw5jBa3/729/MaaedVkd8FncuL1Fg2llOAkmPAbMdrG/fvub000+3+gYJFSvnokxqPMj4hN904nzQFcnSQeCjjz4yt99+u3nssccy48ZzzjnHJtRPu0mgGPMMVYpA8aGHHjJXXHGF+eyzz2yPe/bsaUVcOG1l2Qkk6SDPxbldu3bmlFNOMdzkl19+eZ2SGASSuuHGaELsTb/66iub6ZTAZyYiZLVLgOuZAYbLnkVGGwReZC6RiUCaCfDQQtVErmHs+OOPt8GotWYSKJbvjCugq3zsg45M4MgDDzxgPzr22GPNueeem64GqjUi4CNANkMEtQT1YQTl4ExBnCjLToCs7O+//74V5jMHQYb2QozqDjDGOePN4FjIPsq97gcffGArRU+fPj3TFPqEc47qSbL0Ecg373PMMceY888/vyhzNS+//LLp379/IJRau24q1RFaDXNQxf5WPvzww3Zeg2BiDLEJz4pKllds8tp/KQmQ1OL66683ZKfGSEZIMDcOQiVfyH0m8t2H455H/C4IcrjfFivwJ24bq2X7uPfyahMoRvXxaD6rWr4R6ejHyJEjrVCRpEFY8+bNrZiLSgoyEag0AvjNCaolCTfzK1RMZP5FVpcAgYTMyxEXVOi8XDaWxCsQ/MZviEwE0kQg6ngrTX0otC0KTi+UWPWvn9TcZC1+n9JwdeCLRKg4evRo25w999zTJv9ec80109A8tUEEchJgrInv895777XrbbzxxmbIkCGGxPWy/xJ4+umnbeEgr5G4l4IVbUpTKZ0AACAASURBVNq0KQom4ksHDRpkq6c7w+dOrI7fJxN3Lq8oHdBOAwmUagzIwUm0yPM2c+qKbaiMCzKJ8SDJxi+++GLz4IMPmlJUeq0MsulqJYnobr755sy4sUePHrZoCtVP02oSKMY8M2kXKE6ZMsVcdtllGec42aoRJiJykeUnUGwHub8FCBQZvBOYKYtGIIkbbrQjx99qyZIlNgia7yyT/LWWHTg+werdA84kAvoI1MAIkD/zzDP1IFC9p7yie8ZEKg+rZMhCdM99bffdd6/oPkVtvASKUcnF304BXfEZJr2H++67z1xwwQV2twSm43Ahg7tMBNJG4KqrrrKZC7H69evbcdfRRx+tcVeeE4UDm2qTPMN8//33sU4rglCy8yHQqrRAcgkUY516W2mTDP8IOkrl9Mg378M8GhUHqKCapJHF9MILL7Ri6CCTQNGYv/71rzZBT5qtkuegSs0VhxbzGgQUY4h/CXJddtllS90UHU8EEiMwa9YsK0x84okn7D6p8sa1rYz34RHnuw+H31PuNXfYYQebcIDqirLiEIgb1FQtAsW4Ph7NZxXn+qz1vZIYheosxAxgBK6QTLB37961jkb9rwAC/C4iTHTJ77hueY5Ye+21K6D1pWsiScPGjRtnzjvvvEw17ySPTuwKcxj9+vVTNcUkwWpfkQjEHW9FOmhKNlJwekpORIqaEXduspa/Tyk6jXZeCR/6Dz/8YMc4iBT32GOPNDVRbRGBOgSI+0DI4hJiIGRCnCirS+CLL76wcQZjxoyp8wFxMsVKihwkisxWtTHuXJ7Od+kIlHIM6HpFEnq+20rAWLrzHPVIccaDQUmOJFCMeiZKs93w4cNtfMmCBQvsASkaw7xZGk0CxZhnJa0CxV9//dU+sLhy8DzAkBVx3333jdnj2tq8VA5yL1VEHAxENbEe7VqLc8ONdsT4W+E0ePvtt+3DG8GYGIH7EijGZ1tNe8AJx2/DXXfdZbvVpEkTc9ZZZ5kDDjigmrqpvlQ4gWeeecaKE5k8bdu2rRUnbrrpphXeq+jNl0AxOru4WyqgKy7B4mw/YcIEm8Hn888/t8kYrrnmGtO1a9fiHEx7FYECCYwaNcret95991275f7772+dKXouyw8SUR4T1Dw/J2lUuuGcUIWoUkwCxWhnyjv57c57WgSK9AhnKwmlkjTuhUceeaQZP3584G4lUJRAMcnrLS37QsB+0003WdEv1qxZMxtcvNdee6WliWqHCIQmQII55umwZZZZxgabIE5cYYUVQu9DKxo7ftx1111LgqJVq1bmuuuuM926dSvJ8WrtIHGDmipdoJiUj0fzWbX2zSltfwl8vvXWW81HH31kD0zQM0lBNtxww9I2REcTgZAEENdyjc6dO9fUq1fPBlz5K5CE3FVVr/bbb79ZASfz7vmShm299dZ2Xp4q0yRmw7777jsrYJ48eXLOqotU0kAAOXDgQAWpVvUVld7OJTXeSm8P87dMwen5GdXaGlHj4/R9St+VMn/+fCtSdEImKqCRHEAmAmkiQBwYcYqPPvqobVavXr3MKaecYjbZZJM0NTM1beG3lqTI/u8y1VJvvPFGs8oqqyTaVnytp512mrn//vvr7DebjzPuXF6ijdfOchIIGgPusssukee533//fcMyceLErMfl+Y/kjPvss4/OTsoJRB0P0q2g3wEJFFN+wo0x+BCIt6QiL9axY0cbV9WhQ4dUNV4CxZinI40CxbFjx9oJ2g8//ND2bsCAAVYsUKrgrphIU7V50A8wpbYJnInCEycrk7vTp0/POcFLhQ4y+kY5RqoAlqExcW64ZWiuPWSQ01kCxXKdjfQfd9q0aTYA6rXXXrONJYCXiSpVoUr/uav2Fj755JM2GA9zFYFrvRqGBIrlu+oV0FU+9vmOvHDhQhssgSCDKqsET0ikmI+aPi8mAZwpBDs9/PDD9jAE6OBM6d69ezEPWzX7pnLycccdZyZNmpS1TwQ/4ZzyOqgIfiJJC4LQTz75JOu2lZbARwLFwi7tP/74w7zyyiuGLIzMlWClFuaFEUYwxmWOhvtWUvbcc8+ZAw88MOvuSs0hqX5F3U+lOkIrcQ4q6jlKcrupU6fa7I5vvPGG3W2fPn1sor2mTZsmeRjtSwSKQmDkyJE2yRxjIIzfcu4Tun6j4U7S/8KYkvOSy/fSuXNng4OdwHxZsgTi3ssrXaCYlI9H81nJXpfaWzABkkUQDMl8CAIlEkbwXC8TgTQRIInv//3f/9kmbbPNNva9Ap+XPkOIE0kCQ8BqkDiRoFL8dQg7t9xyS9OwYcOsp5l9EV+Er++WW24JjGVRkGqaviW115akxluVTE7B6ZV89orT9qhzk/o+Fed8JLFXxkBXXHGF3RVzGNznKymJZxIMtI90EkA8izhx3rx51ld27rnnqlBOiFP11ltvmYMOOshQTdEZ88jEyHTq1CnEHsKvgs/98MMPz8xbs+VWW21lE0ZusMEGS+0o7lxe+JZpzbgEgsaAxLecccYZsXb9zTffGApREIdMjIPfNJceC2/JNo46HqSBEiiW7DQV5UDcY4hhmTVrlt0/GgISZKfFJFCMeSbSJlDEOX7DDTfYXjGIOfPMM1Onio2JvKSbB/0AJyEc++WXX2wGArIMuIp53o4xuXv77bcbgjFlhRGIc8Mt7EjJra3Jn+RY1tKeyEhEAB8ZcBo3bmwHGGTZkYlAOQhwLyOIGiMw7+STTy5HM1J3TAkUy3dKFNBVPvZhj8yEGfcyMsM9+OCDNkBCJgKlJkByHwSzZGLHECZS/UYWjgC/tTigeHb1G8/Nxx57rBV65kq8g0Dt448/tgLRbMFPVLIkEC1JcVi4Hha+lgSKhTELCkQvtTAvjEAxlwOvsB7/d23mhP7+97/b4IJsVmoOUfqR5DaV6gitxDmoJM9b3H2RyRehIoG0a665ps3umHS10rht1PYi4AgsXrzYVox56KGH7L8233xzc+qpp9pgMVl0AsXwvzBGfeqpp2xAX1BgBecNMU6DBg2iN1xbLkUg7r1cAsX/ItV8lr5cpSJAArGrrrrKDB8+3B6SmALucyQYkolAuQnwvHzbbbfZZjC3RCJu2dIEqMjC/Dp8gsSJ++67rw1YRdhJBcpC7KuvvrIxR4gk/PtmjoS5wI022qiQXWpdEYhNQDE1xoqRiQ/xmoLTY19aFb2DqHOT+j6l+7STtJ55CxIHrLfeetaPsO2226a70WpdVRNgjo15fIy5UJ4dW7ZsWdV9Tqpz2aoacj8//vjjCx6n52oXvxX8dniN5wGEpa56elL90n5KS6BYY0DXi88++8xW33z22WeX6hjPhYcddlhpO6yjFUQg6niQg0igWBDqVK7M3BDJwIm7xPr162d1SWmIrZJAMeYlkxaBIo5WJh9dxnkyHZ544okxe6fNi+Eg91JdsmSJfZDkB8JvBx98sC3znSuTnc5QdRDQ5E91nMdy9ILM4Dy0vvzyy/bwAwcOXGpSuhzt0jFriwCZslz1FwKpmdyQ/ZeABIq6EkQgNwEmuZ5++mkrtCfQt23btkImAiUjwLMWwXgYjj2cKQqsKQz/6NGjzaGHHlonUIlkO6effroNICt00uv999+3SZbYr9fYJ5kke/bsWVgDy7C2BIqFQa8UgSK9uu+++xITTpFhlme3XJVHJVA0trpt3OyfhV2Rha8dx+lT+NGqcwuC45kXffHFF20HjzrqKJvtUSYCaSLgzRBOuxC4HX300WlqYsW2pZj+l5kzZxoSXfjvt61btzZ33323adOmTcVyS2PD4woU09inQtokH08htLRumggwBmNuZM6cObZZzI2QgFAmAuUg8PPPP9sg3eeee84e/sILLzT77bdfOZpSEcecMWOGTRzqKnu7RjOPRkKxAQMGFDw35+04ScUeeeQRm9DNL1JUwoeKuESqrpEabxVPoOguFgWnV97XJurcpL5P6T/X3377rfW1kWgVQyBC8gGZCJSaAPHoJJnFFI8ejX7Qb/VOO+1kk36QuDEJoxLeCSecYGNvnBWrUmMS7dU+CiNQbIEireG5ku+4fy6dYik33nijTTwvSyeBqONBeiOBYjrPaZRWkbQT//p3331ntthiC5scfsMNN4yyq8S2kUAxJso0CBSpWsRgkIcTnKsE8ChzSswT+7/Ni+kgdy0kUwbVIMhA5zUGiQzw+bGQVTcBTf5U9/ktRe/uuusuW2kAI3D7uuuuM02aNCnFoXWMGifAfRJxIo5jXslsK/v/BCRQ1NUgAvkJMFE6atQos/7669uMPhKI5WemNeIRQBDF5Kpz6ikTezSe2e5xiEz4XketSJNt8rtSEvhIoFjY9ZRWgSLVABYtWmRmz56d6VCSgkEchIccckhm361atbKTxV988UVRjlfYWSnP2pUqaojj9CkP6fQe9Y477rCVADDmQm+++WbTokWL9DZYLasZAmQHJ0s41rVrVyvcKLdTr5rgF9v/8sorr1jhs/ceC79iZCmvpvMSpS+Vei+P0tegbeTjSYqk9lMuAhdffLEVb2N77LGHufTSSxMLlCxXn3TcyiLA/MBBBx1kqBhEkC6JxRh7yYIJMIeAaMFlyHdrIU5k/Iqwc5lllomN77fffrPBqIyBvaaED7HRagcRCGi8VXyBIqdFwekRLs4ybhJ1blLfpzKetAIPjc+NBJ4YQefMcchEoBQEvP50EtKS2GbnnXcuxaGr7hhBSUuTTs7LvNw+++xTJ7GIhGXVcymVQqBIFbZ77rnHDB06tA64du3aGeKSN9lkk+oBWmU9iToeBIMEitV1MXz00Uc2wer06dOtdgBfeznn1iRQjHl9lVugyAV0wQUX2F706dPHXHbZZWa55ZaL2Stt7ggU20HujpMtw92tt96aqUqls1K9BDT5U73ntpQ9I4MJleuoqtisWTMrUiznAKOUfdexykNgypQp1mFMJqa99947I5ItT2vSeVQJFNN5XtSq9BHAmULgKAINgirWW2+99DVSLaoKAlRRQZBIpT7GS2QTr4SqfGmET3UFBFtTp07NNA9R15133mk22GCDWE0OqsxYKYFPEigWdurTKlCkMmijRo3spK2z9u3bWwcM96o4tmTJEvvbw3yPM57jnnnmGTtZ7CxJQWSc9pZq20oVNcRx+pSKbSUdZ/LkyTbQ5t133zVrr722ze6oeY1KOoPV1dYffvjBVpBy1T2V1KI457fY/pds8zIHHHCADawiGEiWDIFKvZcn03tj5ONJiqT2U04Czz77rE1AuHjxYrPuuuva5yElRC7nGamdY1OdjwSY+Dk322wzK05UQojc55/vKxW9/ZUN4yYOCzoqPsATTzzRDB8+vM7HCJupeCkTgVIR0HirNAJFBaeX6opO5jhR5yb1fUqGf6n2QsELlzyLxPVUSZaJQDEJOB8w/vTmzZvbBBiM02XRCPz+++82CZBL0Oj2csYZZ9g4z/r160fb8f+2yrZ/Kq8edthhsfatjdNBoBQCRXqKhgEfuTeBL/9/4YUXTOfOndMBQ61YikDU8SA7kkCx+i4oisyccsop5qWXXrKdo1pv3759y9JRCRRjYi+nQJEsr2Qsw5j886vXY3ZNm2f5Ad5xxx1ttcM11lgjMUZMHqNcfuihh+rsk2qYDEZl1U1Akz/VfX5L2buvv/7aPrwi8iAzJgG0ymBUyjNQW8fafvvtbRbF3Xff3U5IyZYmIIGirgoRCEfg119/NYMGDTJvvPGG4bfFn/k53F60lgjkJsAEDJUTCbTbeuut7b0L8YMsGoGgyUrmJQhmjJs0icAnqjBSZc5rw4YNs0kR0mwSKBZ2dtIqUEQcuMsuu9hsxN5gv3/+859m//33L6yTvrX91wjC3jPPPNMQRCiB4q4VNycWx+kT60Kq4o1xnDBH6kRhzH2T+VcmAqUkMHfuXCtOfPvtt03Tpk3t+KZXr16lbELNHKvYAkVABv1WI7ihcuv6669fM6yL3VEJFH8yZ599tuGZxVkxfInFPo/avwh8+umn9r6Hj6levXo2sUq/fv0ERgSKRuCXX36x4sTXXnvNbLrppjYGo3HjxkU7XjXsOFv1RHx11157bVHmO5mjO+SQQ+rgU0WWariaKqsPiqkpjUCRq0LB6ZXz3Yg6N6nvU+WcY9dSnjUROGEkczj44IMrrxNqcUUQ+OKLLwyJvYgF22abbWyCL/nT45+6sWPH2gIAXp9jUvOTn3/+uTnyyCPN+PHjMw1NKqlw/J5rD0kQKJVA8auvvrJxW2PGjKnT7EqI0UiCc6XuI+p4kP5KoFipZz1/u71VuO+9916z00475d8o4TUkUIwJtFwCxfPOO88qWzGypMg5EPNEZtm8FA5yDk0WKh4k3cOkaw6DR4SoK6ywQnE6qL2mgoAmf1JxGqqqETiQnbiDINo99tijqvqnzpSfANfYbbfdZjp06GADvWTBBCRQ1JUhAuEJMBlLEAWT3jzrEBAsE4GkCDz55JOZa4rsUDjvZPEIBE10Jplg56abbjLnnHNOnUby20C2rzSbBIqFnZ00CxRPOukkWyHA64RJoqqh/7uDsJdgAiofSKAogWJh36DqXptKivfff7/tpDKDV/e5TlvvSJoyePBgs2DBArP55puba665xlbelhWHQCn8LxMnTjT9+/evEwCUVGXk4lCpzL1KoCiBYmVeuWp1NgI8f7ukuozLSN4iE4FiECD4mWDdjTbayIoTqd4py00gKLiZqtAEnO2www5FwcecPWNk7xwJiQavu+46VbssCnHtNIiAYmpKJ1BUcHrlfAejBqTr+1Q559jbUuKEEYth3IPjJlOsTApqdTEJfPvtt1acOHXqVCtOJLlX3KS0xWxvJe07W3Le++67L3Zlq6BkIvjT//a3v+WszliMubwvv/zSJjwiAc20adMM87LOmGunEicJvXr06FFQYpqg+xbPQI899lhBlf0Q2uH/9Vqh8fmffPJJJvm62w+sTzvtNJvoqRhWKoFikN+e/sRN4Fus6yIf699++80moeSaxO/zzjvvGM4fxvXDNdm2bVvTtWtX0717dyvGLvQcJhkbEnVcV8h22c5xPpaFXAO5znerVq1M69atbUL57bbbzv4m6D6Tj370z9Ee3XPPPaZBgwZ2nrdbt27RdxZhSwkUI0DzblIOgSJZOKmK5R44dtttt5i90ObZCJTCQe6OHTSQSCL4rVw3eNcvd6Mn8zk8J0+ebBYtWmQ/5kbD5DVVMMiKSMU3LGhQGTbYtZAbbr4rnwyEDJhfffVVO2BmwOIymZBduU2bNmbLLbe0N0teGzZsmG+Xmc+D2plv46gZd+H51ltvmXHjxtl+eM8B/eBGTx/YP4MAdx7ytSfoc3+/vNfwkiVLbBtwkOA84TpgoMcgj0DxTp06mRVXXDHKYbVNAAE3wOCjcpZq1smpPgI4IMloizF47dixY/V1MqEepVWg+McffxgekjmXPITznnsc5n0Ip3IQWbtWW221hIj8dzdubEI1MyYA3LG5J5HJi3sCx27UqFHmuP4xWb5gwiD2+bbhYP77WNC9l/EBbR85cuRS7U/ynpoo9ArZ2YgRI6wYBHv55Zft+FAmAnEJ8F09/PDD7W6YYD799NPj7lLbG2Mef/xxw1jfa2GcHWHhPffcc7biJb/dyy67rFlnnXUMmdl33bWugCns/kq1XpKT0KVqczmPk2aB4oUXXmid/MzVOAszlsjFM2h8QmIZnsMHDBgggaLv+x12Hqic13CSc1Dl7Edaj+0NuqESyF/+8pe0NlXtqhICPHdynVHJh2dBxInLL798lfQund0ohf8laHzG3Mfw4cOtfyKX+dvnnSNgbmXSpEl2rpvnV4IbuKcTwMW4lTlv77xG2DNQbn8O7XTzRs8//7wN4PD7dEhYRoKhLl26ZObz4wY1BY0Lo/pDvKxJDrpw4UKbRZ65nPfff79OcBTXAP1hHqrQc1YMH0/U+aww15fX38U5JTmG89W54BCCFBC3bLzxxjZwIY6FmcujvxMmTDDPPvtsncC11Vdf3frcOnfubLM740eK2544fanVbalkfcMNN9jun3vuuebYY4+tVRTqd5EIkJiKANHmzZvb4GdeZbkJ/P777zbhtXeugi3wqfCdTdqX41rD/ZQ5EirpkPiB+ye/1YUGb3p7V4oxT5rvReXof7HGsgTcM7YgDgRBA+NixuDO8P0hQmbMxVijEL9jMcZb/m8Z1/dnn31mx4pcM16/JevGGS8m/ZtWycHpuQLEizn2K3aAdJL+gCjzjIVsU8zvUykEAEl/nyp1fyT3vP766+3z0QsvvGCFFTIRSIoA8bs8oxPzcuedd5pVVlklqV1rP8ZYkciQIUPqsCBpN0mBos5BZxPuPfDAA6Znz545ucedy/Pu/OOPPzaXXXaZnW/1VonM1gDmZnmuOPPMM0M/Bwbxu/jiiw2JYMNYtvg9hGkkyyEWIYwxD0zbndGXMLzD7DvbOqUaA86ZM8fGfzCm9xpxG1GETaW4LoKYEaOOcPfqq6+2lcHDGs/VxBIxDxn2WbfcY0H6Vsh4sJgCxULPN23nWZH5Rq67QrQXYc+p1jPm//7v/+w1gq+K3+hSjh0lUIx5BZZaoIgjgBsrdssttxQtC1pMLFWzeSkc5MD6+eefDYFXDHa8dtZZZxmWsDe8Ug/8cp1onNg4rykVy4RkPkNoiyOCGzw8EOLilHAWNjCtkBtutjaREezmm2+2D1vOQZuv/UyaDRw40AbRrrXWWvlWDxwY5NuoUIf8jz/+aBnyW+GyP+Q7Bk54Bv9kKokiVMwmUOScEuDpv8a97WHAT1vlgMp3lsJ/TnUgMlgQ1M0AA6e+TATiEmASg2CeE044YanJk7j7rrbt0yZQ5CEcUSLBvQjww1iUiaFc91fGstwL8k1KcV/lwd89hIZxJHuPGzWgK5dA0d1XqV4eZnzgHdtEGcuFOT/VuA7ZxR555BE7YeoytVdjP9Wn0hAgKIJMjzybIP7hGUOWDIGgZ2WSniAmSWu2+1IE/iQ5Cc2ZKneATDECuoOcKPmuyiSSN2U7RtC17I735ptvmoMOOqjOuKWQDIH+Y7777rtWME1AH+acXoyLkhYoljoA3dvXcoga/KxL9d1JYg4q3/Vf65/feuutViSG3XbbbaZfv361jkT9LxIBhDpknudZb9999zUk/pIVn0Ap/C8EIRx66KFm9uzZmQ6FTTqQTaBIkj1EAMyvZJvf2HDDDc3dd99ttthii1AgC3XgJzlf4xrIPZxkjfzuEqCdzxC14Uvgt3nKlClLJRMJ69PhOEkLFBkLcO7py6OPPpqvK/bzNPh4os5n5erg/PnzrY+A6zHMfBb7ateuna1eT2BO1CC5XHN5zFE+9dRTNnjNK2DI1g/8GlT0i+q3CnUBaKVAAox3CWTBOF+HHXaYSIlAIgQefvjhTOUK3oe9XyZy8Areyeeff24TsCG89xp+l0r5fpZyzJPGe1E5++9iTZIYy7qxFmNign/z+fy812sh49hiCqroAwlU8fnRhzBW6HgxzD4LWacSg9OjBIgnMRYt9LvGeYgSIJ2kPyDKPGMh2xTj+xTl/MI6igCgkO9Kta/LszbPuTwnkexFJgJJECApDXMHJCwiXrZJkyZJ7Fb78BDw+wj5KOwcZTaQQfsMm7wkCYEi9wGEg8ylh51z8vaFsRW/aTzL5Jt/CprjJQ6EyrKML/NZUOVDtgmbyI51SRhD/DPCN2cU58F31bRp03xNiPx5qcaAQdU4STRCgj7GZ2GtlNeFv00kHiEmiDjpKMb1QJVNYmLDFNop91iQPhYyHiyGQBGfAtVMifGM8jtAH0hSx3VOUhtZ8gQ4N8zFUzQk7LNvEq2QQDEmxVIKFJ944gkrfsIQnTCYkBWXQCkc5PRg3rx5VtxGxl2v4eD2V6XI1+Ny3uBd27jR5BOjBfWDQScTgGTfdVkT3XphndmF3HD9bWASEgc8g4wwTtGgPuCUJ3MhE7y5xAjFmPxx7aEfBFIibg0jDg3qB0EbOB0LfeAMEigiNLjkkktyihNpQ9ysMPm+G7X6uRN6EBTD4LvQc1qr3NTvYAIEgiA8wFmM01iWm0CaBIofffSR4fcg6oNGIRNDQfdXAtu4LxV6fyXzFPcQHEneqln5JuqiBnRlEyj+8MMPdhKjUH5MXtB+xA3K9B7uFwNHNmPBL774wgafMT6QiUAUAmR443eDa4rJaRKnyJIjkG0SH85M2KbpN6/QYIRCgmT8RJOahC53gEwxA7orSaBIcoKjjz7avPjii5lTHUcs6c/u6aqO8nuVlECxXAHoACqnqME7H1LK4LI4c1DJ/SJX/54QlyBUxHCg5Kt4Vv1E1MOkCcydO9dWTmR807t3bys6k5WGQCn8L/6s1vSMeS0S+7Vs2TJnR4MEivwekRWb59VcFjYYKA3+HPrBcxPBNQTUFBJgzrYIJfCHHHjggXWQhPXpsFGSAsU4faEtBHkyZs13vymGjyfqfFbQtci1RQIo5gOjBoeQfOuCCy4wm2yyScE/CtlEIST4jOI/pAHMzZ144omhAoQKbrA2yEqA30v8nhgVW6iqIROBOAQIomXO7tdff7XVOQ8++OA4u6upbflt3Weffercq6MEjJYDWjnGPGm6F6Wh/4zXkhjLxh1ruesPMRj+sz322CNrXE0xxltxx75sT0wQsTSM+aMk/Y76Hay04HQSHsNpxIgRkbocZSxa6gDppPwBAIoyz1jINkl/n0otAIh0EVXpRghkGJPPmjXLxpS6QidV2l11qwQEiCWkghX24IMPqvhBkZgzHuT5x/k63GHiJBvheZ04Z6+F3V9cgSI+VKo/Uowkrp166qnmtNNOy1lBbfHixTYG4cknn8wcLl/cmLddQXPE7vOwMfpff/31Un5j5+utX79+XAxZty/FGJDEt4iY+A3w2p577mkT9YWtqFrq68Lb1oULF9rvQxLi/bAxL+UeCxY6hvzmm2/sio1rgQAAIABJREFU75ArdsR5nzhxYp1zToEpf4Em5v+J4/MbMSUkTYB7oT4F/74Qz1FUqnXr1kX7LtXqjpl/22uvvWzM7uDBg83f//73kqCQQDEm5lIJFD/88EObGZIvNDc1LhJZ8QmUwkHOOSVIbejQoXU6RFaFQjMGlvMG7xrPjZ7BSpwsBGTVQFhHRldnYZ3ZhUzA+K8gsg0SBB+22mC2K5DJVB4mqIaQzRgIuWqCTJKRwdl7XIQgDKKpfOeM/TKwX2211bLul+vp8ccfNwzcozqd3c532GEHK4bGsRHW/PxxKlECnf3kMq53Ajs6deoU9lBarwACCKAR3+J4uO+++wrYUquKwP8nMG3aNIMjAKOqWceOHYUnD4G0CBT5/hO8U6g4MKh7TEzysNqwYcNQ5z+J+xIPuVSyoOKQs3wTTVEDuoIEiggrcZKOHj06VJ/9KyF0Qdgb9LAeaYc1sBHOSq5ZjEoma665Zg30Wl1MmgC/G1RQJMCBzHmyZAlkc6JwFJ5t+Q6HqSyfbKvq7q0cgT9JTELHDfKJGyAT9/j5ArorSaC4wgor2GdZAqjDjkGyXdPM1+Bcu//+++0qjA94BqZicBLXTbkD0ONcN0mIGmAapw1sH+W7E2cOqpi/f9W4b76HZGlt27atGTVqVEkDAKuRp/pUl4AbN+J/IVO4rHQEiu1/YU7Cfy+nd2EDK/ztIyP2LrvsYoP/8jncmYPNl2Q0Df4ceNAOAoedvyLKFcD8PomGvBbWp8M2SQkU4/qnXPvL5eOJOp/lP2dJXluMka677jrTrVu3gi6NIFEICUrx+zG3HNUQyuHHy5UgNOq+tV12AgSjEeS43HLL2bFYFNGq+IqAI+DGXgTWM+8uC08gKAA57Lgm/FGSXzPJ+1KY4GXXg7Tci9LS/yTGsl999ZWtchPnXu69whhzMQalYkaQFSOmJqnxInN7JC0hDqNUyfoqKTg9Kd80/mASV22zzTZ5f5zKESCdxLyu61iUecZCtkny+1QOAUDeC6DGViB2hzEVxjMWcxUyEYhCYMGCBdZP9e2335ozzzzT3tdkxSMwduxYm9zcO69IbC3zl2FjsFzrEBoh2PMmWc8XR+XtWRyBIvNXzPEExWAwRiK2kMQqJInD10psNPoH5hOIhw+KzQ4jCCNpEkVvvIagrk+fPjlPWrY5YrcRfkri1WlrLnvrrbfs+fPOgRIj36tXr+JdNMbYRGq0z2uFzLvma9xvv/1mRYhBCfkKmYcr13VB/xDv0wfiGb3mrkeKIzCX1bhxY/sxfSYW7bnnnrMCO3+cvdePn4tfuceCtK2Q8aC/L0G/A/jI3Bgj37WD5oFkz/7CXFTcZB+M4anM656XvvzyS4NGA+avvfbaUruP+nuYr5363Nhz5BKEEcOaz3eVBDMJFGNSLJVAkTLG3KA1URvzhBW4ebEd5DQnmyiOmyJOv1xiNG93ynmDd+3I5chmcpFM1DvvvLO96ZBJjEoWY8aMsTdJynA74wZPiWRuSM7CDqqi3nCZTEXJ76+M5NpNgAqOWDcQJXvAhAkTDJVNgzJ+FVK+O8jpjJCMydg11lijoKv2mWeesRWqggbyXbt2Nfvuu68VTrrBVr6bPmIKsoSsvfbaodrh589x6J97sKJfDOrJeIAx0GMbBiEMpgt92ArVKK1kAzxwUDFRSABNoZVZhVAEIEC27TvuuMMwJuE3WZafQBoEigj+hwwZYn9v/RZ0b+b+RtUZJlG4vwUF3PE7Tvb0ML/ZucT/TEqRoaVLly6mUaNG5ueffzZTp041jz322FLH9ge65ZtYixrQ5b+PcZxmzZrVude7B2kCs1q0aGHHNNxPETASNO0d0zjmhYwL8l9ZtbHG8ccfbytWqYpibZzvpHt52WWX2TEsv3OM1/mNkSVPYMqUKYbK60HPHiRcoXLlfvvtZzbbbDMbxFhKK1fgT9xJ6HIHyCR1/FwB3VTlcc/QZGtjjOKd9GdbkuR4s4+TyAZxXz7HUJRrLGjex1slMag6QSET865NjA/4vjBRj3nHBnGvmySv9ygB6GkQNSR17RYaXBZ1DirKtaptjL2n8KzCd4k5JJkIJEGAa4lgR+4/PAfzOyArHYFi+1/wPxx11FGG43iNOS7GFvkETv72+f0WJGYgmSi+A8a7BNpwHXFvJ2CGuYxslgZ/Dm3LFYDixvT4qpxPJ9/8h7e/YX06bJOEQDHXmIS+4BthLgqxO+NKNw9FYFRQwk18GDjrwyRwTMrHE3U+y8s917XFev75OILEqCRLELnfV+f2G0aw6b/W/d8fODKnRjVk737xGxLIRZAQfiLmJmkLc2xBgSpk0SYAt02bNqX7sdKRLAGCVfmuMCdKIJFMBKIQQByBf4GkVlSwKPV8UZQ2p2WbX375xWa5Z4zhtVJU7IjDoJxjnjTci9LU/7hjWcaNxBkEBaLnCkClil4un2PYINQkxluMORmjkjTMb268SIA7vsH/x955QF1RXW34KKKgUkQQRaWJCqIgKKggoMTesLfYYuy9t8QUS9RoihprbDHWWLFHBRUssWEXRAFFERERSzQGjf7rOfnnZr5h5k6/M/fed691F4nfzCnvnJmzz9773Ru9JErgMn4I9Myws0Wa98i5t16C06v5pp21gm20e/fudmphsVdRq6kUESCd1q7rXhdJ7IxJ7qHPNO9TUQSALN6hRmuDmEIIQrwj3ljHRpur5pMfAsRiYPvAVkCcsiRfBCC2YUskXtqRpBXR/chyJHSi+MkSSywROpGkBMVqCQHQiVhTzh7vNwjsdxDJWG/ueLQoid/9fLZRzkN+1RfdYyOWmm8qRViqiZcgud5669k4SuxmeUqeOmDQ82A+JBHBJ17teTrzLnJdMIb33nvPEqzdRDl0es4uPKdqujrnFWxe3qIFUd6nonVB5p5UH+TeNARFnjnvhDeG+Nhjj7W+l2q+NhIvX3fddfZ75f4OqMhRnl8SY79XfE8gjz/44IP5dmYM790iuXeSooNSD4551YKgiKMFwhGVQ2BsRyWspcBdt/4/Ank6yHH6QTrlA+2taBRF4XI/pKI3eGcsEAqoluElM+BoOPXUUwMraKDooOQRSByUeTiqMzvphsthfa+99mqx9gmoZRPs2rVr4DvBc8ShSlCDNzA3SpZkGk5j/HEP7K233jKHHXbYQhkJULbINE/GG3eQp/veausRYgsZlKMcXvzwd/rhAALZwK8dnCpyQuX76WWNo/yBPxl5evTokW+Har2hEOAbQdAHh3aqtOI8kIQjUDRBMSh7IXoGh2v25yCSIboFwb84G/2I+BdddJElq1Y7SwSR/wl8J7sTSQv89iWnb5ztQVULa0VQdD9lnJNUiYa0EIQbegzZzQhw9UpUvSB8ZTXHFejJZHzj25O0emVzIKVZehHgDAf5GcHAUq2qudBLh0C1YGbv93PzzTc3m2yyiTUAd+vWLdes0kUG/qQxQhcdIFNEQLdfILqbHJhuhUa7O4ygOG/ePJv5D9K8I0nG6K1ycNJJJ1lbX6tWrVJVUCw6AL0MpIYi352kNqhoq1NXeRF48803K3s8TlGqJEuEQBoECATZY489bBPYpkeMGJGmOd2bAIE8/S9Buk0cJ7ff+Jxp/vSnP7W+Az9HO0kYCGgOspmUxZ/DXDhvQ/z2+mXCAoqy9OkwjrQERTC9/vrrrX/KK7znZFcPCqap5huhShP3hlXFycrHk5agWG1tjR492hJbBgwYELg2ea7orQS5ejOH840kaJHzXBSp9v7w3mCXxPcESclPggJVuBa7Ir6mksc4RIGprq5hfUBYJujr6KOPtucZiRCIiwCBz1T84du67777xr29qa8PCqq9/PLLKzpt2QAqWucpei8q8/yT6LIkECDo110xhj2dKiX77bdfaCwJyUOojOMluaOfkzCCIMlqklbfqmbDQodkbwvSSxgXPk+qvnqrjhOQTmKFQYMG5f4K1kNwepBvGpyIOUKXCIo74p0hkS06hjfJTFiC/6ICpNP4A7wLJomdMck99JvmfSqKAJD7C1anHXDOmzVrliX7UK1MIgTiIMD77FQxJuaXGBxJvggE7VfEZWHniCqQxals507kGLXim9NHUoJiUEI4YsPRpyhKEybY4m677TYDudBtkwxL/O5H8CT+AHsV3Iog8SaR9RZcATsSagwZMiSwDcaJndBdSZxnhq0t75jnLHVAdACSQ0DKI2lQUEXLuPyFItcFDw1ejePrcR5inBg9v7j7sLhE+ilaF2QMSfVB7k1DUPSzUVCVD50kCscp6HwWNblk2HdGf/dHgKrb7P/E/ZIYOE8RQTElurUgKGLIYHOFvMWhW1I7BLJ0kPNBRVGBxPbcc88FlqlldnEIYVxf9AbPGPwUQP57VOWzmoGWdvIkKPplHCTD0DXXXBOJxBU09qhBi2mMP87bgLOWalYXX3xxixeEQGAyQUTN1EGwF+vPnU0izgEmiKCIk4mDUZRqW7V7w5uvJwiKEBUhFbGnSIRAVAQ4YJPhhG/jjTfeGPW2pr+uSIIiexOOaW+gCPsBDjSCeaME8RCMBMGchBluiXIQJzCMPcUtrCH2pTBHI/cEObH4W1j/SQO6gvYxcLv00kttwGoYbgTrgLsXs1oZpxrpxSOD/ocffmiNkyKZNdKTzXcu6DkQXMk+iFFbki8CfPMgZvtlzg7qmfMFDi+qq1PlnQomWRnuiw78SWqELjpApqiA7nogKPo5C8P0EO/a9zqteAdw9jqO36TrpgwB6EWTGop+d9I4ffL9Ojdu65wxICXUKrtj4yKpmYEAzrcnn3zSJnwjeEJSewSy9L+4R885ksAeAoW9EtVmz31BQe3Y3LHDV0tsWA3NMvhzGB/BKCRiuvnmm1sMF+IYvoYwW35WPh06T0tQ9AuSpd2o/imu5XtAZmx3Isqo1fqy8PEwhqT2LOcBBq0tknGyf1YLunfa4LmSnANbsDcpJzZCvpck2QiToPcHXfj3v/+9/QYHJdR02kbXIwkYCTjdMmbMGBvs0r59+7Bh6O8ZI+CQU2iWag1RCasZD0PN1SkCjp+pZ8+e5u9//3udzqK4YUOOglTmrrbCaNjHqfhWRila5yl6Lyrr/JPossSiQETE7+gWCIckmgxL5uDcM2fOHOs39H4DSEK06667Vl3GafWtl156ySbmcOs36CX4TPfcc89IcwAHqoQwb7dErQKZ9j0te3B6kG86jm8YjDjPEddC1V23cAbD/+MnRQVIJ7Xr+s0hiZ0xyT30neZ9KooAkPb9adT70a84p3F29eoIjTpnzSs7BEikie2MxL/EdEpqg8DkyZNtshYIUY7EIfVwj1+cdtw2khAUgwiWSeKCg2w+1fZ7iJnYiLArORIl2YV3vyS5hlOgwWmHqtjYjYPES3Lkulqdxfx0wDxXa1wdueh1ARbe6pZxfflBcwh7xkXrgsw9qT7IvWkIipyrsFE8++yzleUYlePh3OBn05fdN8+3+7/rhcQxffv2tSTlPEUExZTo5k1QdKonQlJ0s+9TDlu3R0SgWla1iE3EvgyFDYMWVXqiSBk2eMbpV4GQrARkWm3Xrl2UqZhqgWVRN68kG66fsSpOoAKT++yzz6zxFRwciVrGO43xx+nLr2w7ihYkSwwRcWTChAnmwAMPbJH9LqpR1Q//OATHOOPUtfERQCl2KgxMmjQptDR9/B50R6MiQLa1p59+2h70886e0UgYFklQDEocEKXyofcZBBEFq2Ur99sX2Q8wcJLJL6pUqw583XXXGaox+knSgK4ggmKcACzGgw7Je+PO9oXTl8xdUTIFRcWn0a/DCHjZZZdZx/SFF17Y6NPV/DJAwKmCs9RSS1lHnIIVMwA1QhMEZkAkJpuZt8pGhNtt1RkyIpKQaeTIkWa55ZYLJYMHtVt04E9SI3TRATJFBXTXA0GRteZ33o4SOOWsUzJ/77bbbpUzttdJmHTdFB2AXgZSQ9HvThIbVJTvoq6pjgCV2Fn/tcjuqGfRuAgQEEsgApmVn3jiCdO6devGnWyJZ5YVQREbAHooyfceeughmxzSTy/FTk51uP79+0dCJcg/VC1QJqzhsvhzGCdrn2Bst+0ibpW8LHw6jCUtQdEvSVYS/xTEVm/ylbAAJcafhY8nqJ04ATV+OMR9powjiHwaJ7Fn0PsT1/fmpyuTqIB3uXfv3mGvnP6eAwJUDLjvvvtsFUzIzBIhEBUB9hyCn/jWqsJPVNT+d53f95C/otc6CZDit5rfHWXQeYrci8o8/yS6rN/6S6JjsOLYw4855pgWiw8fXFiywTT6VhDBEns2SRmiEiwZtF+S0lrFw5Q9ON3PxgxpADsqdv84gn+Yip2vv/565bZqVZWKCpBOatf1wyKJnTHJPWnPL0URAOKsn2a7lgrVM2bMsEkRSQoqEQJREYCc8Pnnn1tCeJ8+faLeputSIoAuARHfXRyA/fKmm24y66yzTqTW/eK0q8Vv+TWahKA4b948c9BBB9nEVo6kqSbtpzuQZAvbHPqVn/gR5avZ7vxIjWCNHdmdEAsbBxi2adPGt1/vnhvHRhbpoVa5qJY6IDF4kJfwZYclFnOGXIZ14cUo7jvFXHgnTj75ZLPSSiuZgQMHml69etmzdrXCQEXrgow7qT7ozJlYRrdEjYHwmzvJ/84444zAiuneZc4ZjzMZuj++G2y9cKX4FgZVXU/7Pul+Yxw/+z333FO1cmxarERQTIlg3gRFDti8fFQk4KMvqS0CtSQoolQ5VT6CFCy/2Zdhgw9SnCHHDR8+PNZDIxsWiuzEiRNb3JcnQdHP+R03qwhGZpTjcePGWeWEQxyVQFBSwp5nGmMqINE33whvFlmy27Dph1V68j4gPwPtKqusYkklYcEbfgoPFY+uuuoqkeFivQn5XYxxH+MC2QlPO+20/DpSyw2DAFmANtlkE5s1nawnWVU4ahiAqkykSIKin1Em7t7mnppfdZxqjiC/ILe4AUjOHkdw1VFHHdUC6bDgrCwJimF9+S2B2bNn2yAdsu87QqUw9sNOnTo1w/LPZI7vvvuuwRiCLkMmuQ4dOmTSrhppXAQwWPP9oaIDlXAktUUAsghVuu++++4WQc5xR4EzleQvnCWjGr6dPQPnOGdHt9QqayN9JjFClyFApqiA7nohKPolXoij13iDNrxOwiTrhvVWdAB60aSGMrw7aZw+cb+Nuv5/CNx66622ckO/fv0M5xSJEEiCAIkRsHGQKZwsr5JiEKi1/4VglZ133jmyvdxvfFHt5EGIlsGfw9gIzsF/QPCGW5IErKf16dB/GoKiXwLKpEHiflnsOU9wzmnbtm3gi5LWx+M0nNSexf1+OPDfb7jhhkT+5aBkFFHXiN/7460kHuXL461Gzj1JbHVR+tI10RDAX7Djjjvai5UIMxpmuuq/iX7R3xF0MCXxi78q6o2gWAadp8i9qKzzT6rL+vkc4wbBO6s+STA896bRt/zeH+J4CL7t3r177BfSL5kZMRgE10apNB27w/+/oezB6X52MmJSCHKPG2AcRPLF97DxxhsvBGFRAdJJ7bp+ayCJnTHJPWnfp6IIAEnfm2a4j2dy9dVX25jTX/3qV80wZc0xAwScpL/Et44dOzaDFtVEHAT8CIboERAXw+J8/XxjEHsohOScuaKMJYlO9vzzz9uEw+5kZ1GLnviNKUmMsl9Sgmo+W69e7tiU2MNJbuZItfhmPz00jp84yvOodk0tdECKKZEcghibzp07xxpyGdbFnXfeuVAFzK233trG1Hfr1i3WfOJcXLQuyFiT6oPcm6aCInYeeB4kTXIE2y8VTil+EifOJw7mujY9ApzlnVjcU089NX2DAS2IoJgS2jwJimQCgqnKBzLvUpopYWjY22vlIIcwcOKJJ5oBAwaEKplesMuwwftttGHZLIIWTZChKU+C4jfffGODWCENuIVMbYcffnhsY1ncFyKNMZW+/Db7JAcP97j9DkJRMgX7KTxhGUbi4qXr0yHwwgsvGA6Hq622mg3glwiBMAR4ryF6sFdxcJNER6AogqJfBihGHTWAyG+GfsFAQUFFQcT5IKdRGKJ+WbPCApGSBnT57WNRAtG8c/DDS9ndw560/9/RKamOhEFpgw02SNaI7moKBNyBTpyRVD2xuMc+d+5cmxADAgkVmJMKREWqMaC3RpEyBP4kMUIXHSBTZEB3vRAU/ewUYbqIs2a95Ea/jI1J1k3RAehlIDUU/e7wjNM4faJ813RNMAIEElIdDbtG1H1CeAoBB4EPPvjAZgUlGzJnDTlKi1sbtfK/YL8455xzbLXAONVR/MZHEp0rr7wyMbGiDP4cnrifTyFp5u8gO1BUnw7jSUNQhCy19957m2nTplUWc9IkXdhzcMp/9NFH1l/nJKIkwKvatyKtj8cZeFJ7Fvf74VAtuViUNx/fNIFnbokagOX3/jAeAmfjBDr52Tl5p7Ez8i2XFIMAvlMqJhAkx/snEQJhCDh+JoI++Q5I4iOQNUExqL04I6u2J5RB5ylyLyrr/JPqsu+88449O1Gh65VXXjGcqUjgkKR659SpU201e3QXR6LojWn0Lb+AZZLVnHLKKYkIhX7JzGqRtLvMwel+MVdJk4Y46yIOEbSoAOkkdt2g72wSO2OSe+g/6/epFgSAOPtTs13rxIBRTCGNT67ZcGv2+UKGQy+n8AXVhCW1RQC7E6RiiKKORLXh+CXXilu1jD6TEBT9KmFHiSeuhq5fmzfffLPZaqutfG/z28PWW289u579Kt29/PLLZrfddrO2PmTMmDHmT3/6k4Ho6LYnVrM1+ZEio1aZy2Jl5aUDUi1x1KhRZrPNNrMVeNu1a5douGVYF37vBZNhjpxbsRXDw4njG4gCRtG6IGNMqg8GfQeiru2gWAHaJUkkuGNfV9xWlJVU22vQF3k+eScCFkEx5XPNk6B46aWX2mA8XlYYq5LaI5CXg5yMA2zuKJZs8Gx+YdkvgmZfhg3eL2Pab37zG0vuSyJ+BtsoRsk0G65f5QHao9oRBDuMqzy3pM+pGg5pjD+06+d4TkoQdcbp1ybPk2xL1aqn+Sk8ED3JGCcpDwI47glofeaZZ0zPnj3LMzCNpJQIQEqkQuyhhx5qjjnmmFKOsayDKoqg6OeESZoV1Y2tt/oPf/MzNvkFzFczCIU9Pz+nVhgpIGlAl98+FlUHcc8jaf9hWDTj38kSR+IE1hqGQ4kQCELg9ttvtxWiFehUnjVCoPLHH39sCCTgPZ44caI19scRHAkEk2+zzTahZ7EyBP4kMUIXHSBTZEB3vRAUWbN+ATFRDPTe+xzHl9sYn2TdFB2AXgZSQ9HvThobVJzvoK71R4AgwrvuustWJ0hqfxS2zYsA2aRZQwTnXnTRRc0LRAlmnpf/xT01kl6cdtppiZJD+o0vbTK+MvhzwMcvMDxJgiYH66eeemqhwKE49pQ0BEU//1TUrPNZvQZpfTzOONLYk/x0o7SVfPwCsKIG3/u9P1HJjd7n4heIRXbuJKSIrJ55s7dz2223WT0MHzf7qkQIhCFwxBFHmDvuuMNWQieJqiQ+AvVGUCyDzlPkXlTW+afVZeOv3IXv8LNpRdEbk+pbQUldkyZVZUZ+bZKUjIR9JCvNS8ocnD579mwbV/Xkk09Wph9VbwzCy69NP9uq80z8KsTztzwDpJPYdYPmmyS4PMk99J/0feLeoggAeb1XjdIuMaiQb3gHiQuRCIEwBPg2YstBZ4GYJKktAn7EnqjEfr8Y52qEvqCZxSUoBulUV1xxhbUNJBXiB/bZZ58Wt4fFnfvtf0G6nVcvd2yGn3/++ULV34LIll7bY1i8WlIsgu7z0wHBfPjw4VW7euuttwLjM6iUSLEKdNg0UpZ1QTVOuDYUbggS4k5GjBhhyYqDBg0yXbt2TZ28smhdkLkm1Qe5N00FRe4niQ1E32oxQJwJKNQGV4aiS23btk2z5HRvBggQx0ViRmTWrFmp34OgIYmgmPJh5UlQhGBEFmhKnpJtRlJ7BPw+wHwkd9hhh6ofSpypZBZ99dVXFxo0m9wZZ5xhDVNpszOXZYP3IyykMej5OT2jGCXTbLgzZ840Bx54oN10gwRGP4Erm2yyiVljjTUyY/enMf4wVr8stpTcPvnkk6uSCau9UXPmzLFK6LPPPlu5LMjY524njcJT+ze8eXvk2T700EPm/PPPN3vttVfzAqGZR0LgqKOOMgQckCwBI5UkOgJFERSnT59uM52QCcoRCPdUCu7UqVP0CXiu9As28wt08tvH0xLnvbpGmMEnaUBXVvtY0v4TP5wGvvHCCy80JG45/vjjDWRFiRAIQoAsg/fcc48NkFP2/nKuk++//95wzsBQOW7cOGvvwGgbJjhkcAigh1RLGFOGwJ+4RugyBMgUGdBdTwRFvwQMYQHWfpUX/ZxqcdcN70zRAehFkxrK8O6ksUGFfff093AEICVwViURCjZIiRCIgwABD4888ohNgrDjjjvGuVXXZoxAXgRFMiNjB8GPQ1XApJmR4wbqhMFTFn8O40xLKPTO1U+fierToa00BEU//xRng1q+32l9PA6eaexJ+JJ//etft3g0URJqVFu3jAc/k5uAFjUJWpbvjwiKYV+X2v997ty5NkFUq1atbBBSHsldaz8r9ZgnAgqATo+un9+FVrHrhAWm+vWeZwXFsug8Re1FjTj/NCsY+xgB4FOmTDETJkwwnOep9uWWKHpjUn2LCtn4l2655ZZKl126dLFVdtZaa63EU7vpppsM43ZLEnJAnAGUOTjdj3hKshjGnLQaz9dff20xdtt9qiXELSJAOoldN+iZJ/FRJ7mH/pO+T9xbFAEgzrvSjNcS90UST5K5JtELmhGzZp8z8ctUSL7//vtNnz59mh2OQuYfp1KwM0A/X2XUyoveScbVlYPi3/IAj+SC/IJsDX56h1+yMr8xOzHtfjq7XzIPv+tIukOxhyWXXDKP6S/Upp8OGEV/pqGS7IGnAAAgAElEQVTvvvvOkhThK0yaNKlF2xTrOeuss8wuu+xillhiiURzKdO6gJAJ8dJ71giamONDgLA4ePDgRM+zaF2QuSXVB7k3LUGR9UVFUgoYRRHifkg4R4VUSLYrrrhiag5NlH51zcIIoAc4yeYpsJaHiKCYEtU8CYooD3w0CbKEFCepPQJ+H+CoAf4Y2t577z1DliYMUV5BoTn11FNN586dE0+sDBu8nxJWreR1lMn6ZeKPqlQl3XB5XhzUqQ6GkTKKOOx+DGsc1pIGOqQx/gQpGVHGH/cavkkYaqutWT/88zbExp2HrjfGIXtA9MAgLxEC1RDYfvvtLVmZQBRlpY63VooiKPoFjIcF0EeZmZ+Rx69dv+vSZmX1BuGLoBjliTXGNWTWptoFRjFVN2mMZ5rXLDAcYmwkMGCdddbJqxu1myECDmGRjK44Ax5//PHAsxgZ7f7617/abHZ+UpbAn7hG6DIEyBQZ0F1PBEXWXdyECfPmzbPZNx999FG7bIOCueOuG9oqOgC9aFJDGd6dIHtMWiJAhp/Zhm7qgw8+sOSjlVZayQbfSIRAHARwfL722mu2ig9nS0lxCCRNEOkdMf4IAgpIytSjRw8bAJsFWcZvfGEZvKuhWQZ/jjM+Pzv+5ZdfbvbYY49EC8JPr4vq06HDpARF/Dr44Pi5pdbV9dL6eJyxJyUo5oVD0DkrCr5xA92qLTwRFBO9lrnfRODzJ598YpMQpc24n/tg1UHhCOBTnzZtmiXTqapPssfht1fSUtIzaJ4ExbLoPEXtRWWefxpdttrKRRf58ssvzfz58y1xnUSqxEqxRxAIzX+vJlH0xqT6VtC7k+xNrH5XGn06ynjKHJyeV/IZLy79+/c31113nVlttdUWgqyIAOkkdt2gZ50k1i3JPfSf9H1yxl4EASDKO9LM1xD3dd9991mSwE477dTMUGjuERHAjoafBd96UiJ5xK50WQACEPGJ27zxxhsrV5Bo7ZprrrH2TT/xIzVSbODwww+PbQuNqyv7kSPzerhh8W1+Y/ErvOJN8uJNdOCNQ/Or/kx1WhJlE8fgSFClxbzwSKMDOmNCH4dE5k5C5vzNSRafhHBZpnXBfKj0TPx/tSJFfs8J/wKx8SS8w38U9btYtC7IXJLqg9yblqBIGySvuOyyy2yhnKi8C+cZsBcRlwzuVPRLW/Arr3ewEdtFX3z99detnS4oBivtvEVQTIlgngRFDtYYS55++mmz7LLLphypbk+CQBqCotMfRhCCZCEjej/Ao0ePttkUkhriy7DBJ3WYVnsefm1GMUqm3XAJkCUw5cQTTww1knrHT8AszH42y7hZmdMaf/wCSpOs97B7wsggQfhHcVaH9a2/Z4sAh1syo+y7774LBW9k25NaawQEyBIze/ZsM378eJu5RBIdgaIIin76S5gBJ8qsoh6s4xqyovTtbTNsT0qqn6Q5uLvnkbT/KFg02zUQpKlwouo4zfbk4893yJAhBrICRCB0c0n9IYCBHxIi5xu/oJVq2QjLEvgTda90nk7RATJ5BTJHXX31RlCkOvVuu+1mWKuOVAsERH/BuOvYgoIqSsddN3k9tzgB6EWTGop+d5znn5XuGPWd0XX/Q2DBggW20kHr1q3NzJkzBY0QiIXAgAEDDJWfyBy83HLLxbpXF2eLQBb+l2xH1LK1LBz07hbL4M/Jaw/zm1tUnw5jSkpQLMr25l13aX08TntJ7Ul54pCUHJilfTDpGPL8PqhtY6vUvvnmm+ahhx4yAwcOFCRCoCoCxEIQgEtALYF/kvgIBH3rCTI97rjjYjc4Z84cGxfB2SqKzJo1y1x55ZUtLg3yO5VF5ylqLyrz/JMSWr1rhLgaKiJChiH5HO923GBUd5tR9Mak+lZQ9dEo6z7uNVHmEbdN9/VlDk4nsDVpspO4mFSLP6p1gHRcu261uSaxMya5hzEkfZ/c4681ASDuOmm26/k+UHCA79ARRxzRbNPXfBMgQCGOr776Svp5AuyyvOX66683Rx55ZIsmb7jhBkNiZq/gGyTOnIp3jgQlRo0yxri6ci39clHi27zx0n5YPPbYY5b85IjXT+tNvu9XlMfr602DeZTn4ndNFjog7aKv/+IXv7D7hVcOPfRQ+7e4JMWyrQvmhe2BgjrMk2ccV4g1OvbYYw3VicMqSxatCzK3pPog92bl/+D7BNYkSrj33nsTnQ357rEG/RKRxH2Guj4cgZ133tkmcuVMn1cBABEUw59D1SvyJChCAsCww4ubtDJbyuk1/e1ZOch5jrfddps1DnsNc1Sj4sMMGzyulGGDT+owrTbXogiKzpgIbLr00kvNLbfcEpuoSBvDhg0zv/rVr8zQoUMjZSdJa/zxU0LjrqUo14eRQYIUHhEUo6Bb22tQLMh+QvYYMvlJhEA1BKhIQbAySuniiy8usGIgkGdwULVhiKDo71hJuo8lcdjmoR/FWHoNdSmZdrfcckvTs2dP88wzzzTU3DSZbBHo3r27+fbbb7VfZQtrIa298sor5qSTTloosx0VGYIqZJYl8CeuEbroAJmidBVnYdUbQdFvnQU5yfwchRdffLEl3Xsl7rrJ87lFDf5O4+zw+7DEJTUU/e44c8gah0I+unXcKQksPvvsM7v3d+7cuY5noqHXGoFu3boZvtOQKlq1alXr7tWfC4Gs/C95gZqVg76a7pPX2MMCebLew9L4dMBABMX/roSk9qQy6IfetRw30K3auxBVR83rfVK7/ggccMABluxP8CSVrSVCoBoCBJhRXY3q5+3btxdYCRH4/e9/b37961+3uJtktOedd55p27Ztwlaj3RbH71SGGBZmVdReVOb5J/F3uVcIcU8TJkywa45E+0kEG687+RdtRCH2JY2pyaJaaNR5RplH1Lb8ritzcLrf+SLNXKvdGxZ/VMsA6bh23WrzSnJGS3JP0LkDfe6qq64ynTp1ivzoakkAiDyoJr3wnHPOsdVFCeyHZCIRAmEIOBXOH3zwQdO7d++wy/X3nBCg4vT+++9vK1k6EmTT86vkVy25b9iQ4+rKZdFxnXl5iYP8d6+u6z0/eauJ+/km3dUR0SkgQqLjORKUjDYM7zR/z0oHZAwff/yxrTB4//33LzQkzpqQ3ONwVcq2LtyTorDUq6++am6//XZzzz332ErvcSQKabNoXZD5JNUHuTdr/wdtkhx03LhxNq7niSeeiAO55dBceOGFZvjw4bHu08XxERg5cqQhcRX7T14Fa0RQjP9cWtyRJ0Fx7bXXtguAlxQjjaT2CGTpIGfDg4hIFjuvbL311gblJm7G5jJs8EkdptWeZhpndpoN1zsmHCU416g2R5nuOFnflllmGfO73/3OVlRcZJFFqi7epMZUp1ERFGv/baj3HinXzqELB/KZZ55Z79PR+HNGYIMNNjDvvvuukWEqPtB5BgdVG00cR3GcWUU9WMc1ZEUZgyooRkGpMa/B2X3ggQcaDse33nprY05Ss8oEgf79+9ugVgIjll122UzaVCPFIfDWW29Zh8zrr7/eYhBex4HzxzKcjRlL1L3SGXfRATJF6SrVnltYMH3WqzKu3nTttddax40jQQkQvI7C1Vdf3XAO69ev30JTiLtu8nxuUYO/s7S9AEhcO1DR747zELPGIev13ejtsfdjb+W8GpbFtNGx0PziITB48GAze/Zsa+9dYYUV4t2sqzNFIEv/S6YD+//GsnbQl0VnZXpZ72Hs5SeffLLVdxyJE6AtguJ/UUvqbyuDfuh9B7O0D0bVUfP4DqjNYAS22247w9n9kUceMZyLJEKgGgLYdjnHkUA1SdJmoftfBPwqlJG4hcoQVHnIU+LYT8qi8xS1F5V5/mkIihCRqNpDDEwcIW5m1KhRZqONNjKbbLKJDQwmKaVbouiNSWNqymJDioNZ0LVlDk4vE0HRjV/eAdJx7brV1kGSM1qSe4LOHUkIis58akEAyOIdauQ28FkQz0MxBiqdS4RAGAI77bST9alDbCUmTFIMAhQLoCIiRDpHgvyJfmeBoGqLUWYTV1dOarOKMpYk18ybN88cdNBB5tFHH63cfvjhh9uiMhRfIM6b4h0UqEGojkgFeYoJOQIB8dxzz7U/R9x+aj8CY1CsQpI5RL0nSx2QPl966SWz9957L0TYAyM4DFRWC4t3d8ZetnURhCmJVmbNmmXXC34hODnz588PfQRnnHGGJW0GJbosWhdkAkn1Qe7N2v/hBZQz5KRJkyxhEewhjIbJuuuua6688kpDtVJJfgj07dvXJnL94IMPckvkKoJiyueXJ0Fx0003tcF4d955pyHgQlJ7BLJ2kJPV++ijjzZ33333QpNxiEJxyiSXYYP/5ptvbJYIMim5JSxrVbWnCU4okLThSBSjZNoNt9qYFixYYDOys1mioDz55JOhCxJHALi4FVu/m5IaU5220igZoZOIeYHfWNKshZjd6/KICOA4QJE79dRTzVFHHRXxLl3WrAjstttuNhsmTiucyJLoCOQZHFRtFFOnTjX77befrcLtSBbB/mQ33n777VsQ9v3ajXpddCSN1Yfpy5GwaohJdaSs9tSk/cfBpFmuJasSmbr22msvc/755zfLtDXPBAjgPKUKzl133WXWWGONBC3oligIfPXVV5YsDBmE8xHnQQyy6AlZBvj7ZSRkfJybzz77bNOmTZsWwy1L4E9cI3TRATJF6SrOw6u3CoqMG/0Kp820adMqa9CvMiJ2gz333LOiN1XLYhp33eT53KIGf2elMzkgxiU1FP3ulNEeE+Ub3kjX4HweNmyYzeruPvc00hw1l/wQIBj25Zdfto7bgQMH5teRWg5FIGv/S2iHMS/I2kFfJluB317uzhAeEyrfCohRfTr0lZSg6BfIRXu19kmk9fG4dSJs9iTFiGoD4zq/gKoscEjj/4sb6FZtzUXVUeOuW12fDgF8nwRzEVzUpUuXdI3p7oZHYNddd7VJgSHSUa1FkgwBvwortHTzzTebrbbaKlmjEe+KQ1Asi85T1F5U5vknJSgSWHr66acvFBPkXj4ENA8YMMD06tXLkBQGG32fPn3sud1dhSXpc0mqbyXVMyO+GjW9rMzB6Umfay0BzCNAOq5dt9p8k9hbk9zDGJK+T1GeV14EgCh9N/M1+CJefPFFG1Mhslkzr4Toc8f2ADkR4s2RRx4Z/UZdmTkCXn8iHXj9jv/+979thdTLL7+80j/JH6644orEhY/i7t1+NiL0P+LghwwZkjkuYQ362QRJhkE8LMmsvXs051DiuL3xDF7ip/s6r0+YIlPESVB4qpaStQ6IHZGqgpDbvQV7IIdBdocoG0XKti6ijJlrSK7w4YcfWqL2vffeG1i8qFoCYtrJUhf0Jkmm/Sjnt6T6IO1n7f8Iwx/SLzFdkBX5doCfn5x00knmlFNOyY04FzbORv/7s88+a/bZZx+z2mqrxa5yGQcbERTjoOVzbZ4ExYMPPtiWloXVv8cee6QcqW5PgkAeDnKySR522GEtSnMztiQZCMqywfspQWkM4WSwJvDUTQKM6sxOs+HGWSMYbHiWZFRASXGXWne3E6WUelrjj5e0Qf9U6jzuuOPiTCmTa0VQzATG3BuB5IOCzcF1zJgxufenDuobgRNPPNGQdYnvCoZNSXQE8gwerzaK6dOnWzIfAZeOpMl66LThl5HLb3/2O4DzraGSdPv27aMD6LoyarUi55akDuCs9Iik/ScCp8FvQs8kcOW0006TcbzBn3Xa6bFHPfbYY+ayyy4zo0ePTtuc7g9AwC9TYF7GeD/C+7777mvOO+8807Zt2xYjLMt3N64RuugAmaIDuuuRoOjNuMlC9J77wZVsm+xhjlRzIMRdN2UIQC+a1FD0u+M816x0R2068REgqR9Zngl4JJmYRAjEQcDxuxDUwTdcUhwCefhfspxN1g76svhzwMhvbjj9+UXNkO3GOo1Ph3bS7O1kmSexkVuwI+24445ZLoeqbaX18aS1Z3G/Hw5RgliqTczv/BeWNMxpL26gW7VxiKBYs6UcuSNIUptttpn1bQcFE0VuTBc2BQIkS73ttttstd3999+/KeacxyT9ApPp55BDDjFUdsizsnwcgmJZdJ6i9qIyzz+pbkC1Gd5jbwAzifZJmLrNNtuY5ZZbrgURMegdSPpckupbfsnRCSpHX+zdu3cer2pubZY5ON3Plh+UbDA3gGI2nEWAdFy7brUhJglKT2qbTPo+xYTYXp4VASBJ3810j5M85JlnnjE9e/ZspqlrrgkRwKZOgmj2cuJOJcUhgK4CUZT4Y0d23313W7WaMzfit9+kJfAk0ckuueQSG7fjFmJPi+I2eGPY3DEL3r8F6SVebN2VFr1787bbbmvj3jp27FjTBZO1DsjgqyUgIR4DP3fUQktlWxdJHs6XX35pzwfEoXjPPNXszH428SQFJIJ8/1HOb0n1QXDK2v8RB3uSWrzyyivWljF+/PgWt26++eaWbFzrdy3O+Ov5Wtb5NddcY3lMJCLKS0RQTIlsngTFG2+80ZxwwgnWwE9WBEntEcjDQV4tAwGOPV78qBkIQKQMG7wfQS5NOWsIFVTs+uijjyoPvWwERfdq5JnijDvzzDNtdgm3RDFupjX++OEVFLib91skgmLeCKdvH+cV2QsRMlIss8wy6RtVCw2NADoI3/Sf/vSnBgOHJDoCRREU/YKHVlllFfPXv/41cVVu9roLLrjAnHXWWS0A8Muu7+fsW2+99SzJjOrCcYUqxiTsQOdxJCwYKilRJc3B3T2vpP3HxaYZrsfpTeUDSGdU8JQIgSAE/vCHP1gyEOcIjFiSfBAIqqARxTgad0R+zhavQ8ZpsyyBP3EDEsoQIFNkQHc9EhRZc16HlDd7otcZEaa3xF03jKHoAPSiSQ1leHd4DlnpjnG/j7r+vxmEcQQ7jlJhIgTiIMC7e/TRR5uRI0faDLSS4hDIw/+S5WzycNCXwZ8DRlOnTrXB5O4qtEG6dhRM0/h0aD8NQTHrBI4EMKFrde3a1VZZpQoQwZ7VbFppfTwOxmnsSX6JxUhi+fOf/zxxtmk/PTUo47x3nSQJdAtaayIoRnkLa3vN9ddfb84++2xrq8NmJxECYQiMHTvWkuiGDh1q/RSS5AgQuEwwuVsIxCXGZPjw4ckbDrkzDkGRpsqg8xS5F5V1/klsuH5B8zxjzuMkiYgba/DUU08tVPEzSixQUn3Lz8fI+NGd8nxn8ngZyxyc/v7779tYAqpxOEJlJ3zDnTt3zgOOTNtMGiBddFB6Uttk0vcpC9CTEgCy6LtR2+C7SgKIfv36LRTg36hz1ryyQWDVVVe1RJyHH37Y9OjRI5tG1UoiBLx+R29yYM7g7kqX/P2mm24y66yzTqL+uCmJrkyyaG/MTpTiLUGDJA4NvZlKao4djrkNGzbMVuIOEz/9gxg2bJ7e+Da/2Dba94uv41rspFQa5dk4gh3k8MMPT5TcLWwu1f6ehw5If9OmTTMHHXSQb2EeyGG77rprpLkWvS7QLV577TUbBz158mT7L2uAuKE4QlIF4mMhB7ul2lkljU3b3YdfgmT+HuX8llQfDPoOROkT3Zn1M2XKFIs5REPkwgsvjK3745+A1EmxKEfCYiviPFdduzACW2yxhZkxY0bulbdFUEy5+vIkKM6cOdMQzA0rn0pXeWY8SwlDw96el4Ocwz4ZmtnIvRI3A0HRGzzj95az5r+lcWb7ZYaKYpSk37gbLoou5ZrJvM5m+eqrr5p58+aZ888/35awjSO0g9I2ceLEFrcRVI8DO0jSGn/8jF5h5aXD5vXiiy/aMt4YC9daay17COBQw69169aBt4ugGIZs8X9/8MEH7bMdMmSIrdIrEQJhCDiOYyVMCENq4b8XRVAMqoZEEC8l2pOInwPSnTnK3WZQ/xiVNt5449jd++1zYYfRpAFdcfWIOHt72JhjA9MkN1DxAF3z/vvvN4MHD26SWWuaSRDA6Mhehd46YcKEJE3onogI+AXYpHE+BHXrd86slnGuDIE/cYlmZQiQKTKgu14JitgOsN24DeVuPctrpwmrZBB33fDOFB2AXjSpoQzvThIbVMTPrC6LgADVE7Hl3XDDDYZq8RIhEAcB9h+ygyNUeWjfvn2c23Vthgjk5X/Jaoh5EBTL4M8BH7/gmzQ+BW+gFH1E9elwbZpgDj9y5JgxYyyRPe777ZegC/sXNi3s6XHsQOxPV111lenUqVPkJZnUnkUHfucngsKvuOIKQ3BXEvEjwUTNAp4k0C1ojCIoJnl6+d4DAeHJJ5+07xl6mUQIhCHA940AU4LY8KNTaU2SDIEgshhVS4hvaNeuXbKGQ+6KS1Asg85T5F5U1vlHCTb1LgU/XSuNvytpLFCamBq/PtNUHSIhNIlVwWaFFVaw58vu3btbwmO3bt1yeQdptMzB6X5B1ejRkCdGjRqVCBOSxFPVY7HFFrN7COQZ1h6xV+6KPkUGSKc5x7hBSRqUntSvnfR9KpIAkGgRNclNJJgmAQRJfyHTSIRAVASOPfZYc8stt1gSEkU5JMUh4Od3dIrDUOmOIkcUO3IkC798El3ZjxCYhiwZFGsdNbbMbz+DQEjCLn7EOyJewqf7SfvZArF9EQMOKfSFF16wlwfFx9Vi1eSlAzL2oErpcQotFb0u/M4rYb75oOfmd46LS1BMUsDB7xvAGKOc35Lqg7Sf1P/h56dP+i3w04PTnDdr8U7Wcx933XWXOeWUU0zv3r0NSS7yFBEUU6KbJ0GRocHiJrjy5JNPttlOJLVFIE8HeVYZCIre4HkifptE0g0nyKge1ZmdZMP1C2QlwImy3HEkiJCRN0ExKDAvadaOoGwQUbLtiqAYZ8UUcy1ZNQm+wkiFE1kiBMIQmDNnjqEaLPLEE08kDmgJ66cR/14UQREs/YLW2dcIGunYsWNsuMePH2/23ntvu+c7Ui1jut+hPakBwC8YKuwwmjSgK4ke4Qdm0v5jP5gGv2HSpEmGwIouXbrYJBISIRCGAAEA06dPtwGYBGJK8kGAZCZ77rlni4r3nP8wkFKJKCvx+yb/8pe/tA4FPylD4E8SolnRATJFBnTXK0HRzxnoBGovvvji9qxF1R1HwuwLSdZN0QHoZSA1FP3u8Hyz0h2z+m42SzskJdh5553NUkstZd55551mmbbmmTECEM3JDs45lWAcSTEI5Ol/yWJGSR301fougz+H8TkZyvG7uCWJTyGtT4f+0wT2knCSoKFHH320MpWk/qmPPvrIHHzwwebxxx+vtBWlYmDSAF/vWkljT/LTz2g/TBcNWq8EH5944onm5ptvbnFJUMZ5bztJAt2CxiKCYhZftOza4Nmyj0IMeOmll2ITgbMbiVqqNwQ4Nz/00EO2siu+BklyBEjmx97n9tfQGtXsjjjiCEvmyVriEhTLoPMUuReVdf5RAly9a8cvuRn7wHnnnWfatm0ba6n52dRoIEosUBp9y8/+ue6669rKo0kqRvlV+VhllVUsQchJhhMLmIgXlz043S/uKqlvmPMKSVAgXLnFL1F+kQHSfueYWgalJ7VNJn2fiiQARHxNmvKy0aNHm1mzZpn77rsvVTW1pgSvySeNb8rx61LggMRVkmIQIPkBxW4uv/zyygCc5Fu8396kqUl0uizsNsRGn3vuuTZpgluoqkjltDixaMQnE7+G798tcZNtefdC7HjYs0477TSbzAvZZJNNbCGhZZdd1vcBe2MM2MuJr+Ps6khYG3munDx1wGqFlg444ABLXnYnhvCbZ9Hrws+ey/cMP3Jc3dxPt6pmCwU/uD1/+ctfKtDETdLBu/CHP/zBxhd4Jcq7nlQfpK80/g+/hIXHH3+8fffi2CT8bPtR7PF5vnON3PbWW29tfetUCiXmK08RQTElunkTFDHSYqxdccUVVYY95bNKcnveDvKgDAQYwy699NJIin/RG7yDq9+GE7caJEYmNkwM6l6JYpTkniQbLoQbPrZuI36SLIN+Rpwohsikxh83Rn5zWHnlla0RdNCgQbGWP1lPMRRiOHckquIkgmIsqGt+MVkPILtTGZPS2osuumjNx6AO6xMBAnMwSBG0x/dBEg2BIgmKfgdwRn3RRRfZKoqLLLJItEkYYz7++GNbeRWnt1uqZRf16z8JeQWCLFmpIPu7RQTFyI+vri/ECHvrrbfaDKmnn356Xc9Fg68NAhixCailsgVBmJJ8ECAA+eijj7ZVRNyCMQsDbRZZ8P36CDuTlCHwJwnRrOgAmSIDuuuVoMi699pAHN2EdYrDhnM1EiXYKcm6KToAvQykhqLfnaQ2qHy+zM3VKnsQNnPshwTgSoRAEgSw+++www6mdevWNhlTUHBCkrZ1T3QE8va/RB+J/5VpHPRBfZfFn8P4/DIzxw3eQCe4/fbbrd3IS5KI6tNhLGkIikF6SVz/VNDeHqW6ThY+HvpPQ1D001H5byNGjLBBWHGq+QQ91zhVNoskhaR993V/dQQOPPBAm1yZoCOqOEiEQFQE8DHha8JuBBG8VatWUW/VdR4Egkjk2CRImLTLLrtk6gOeP3++DZakMrBbqlXVLYPOU+ReVNb5Rwlw9b5wfvEfUSsqe9vyS4bKNVESZafRt4KIkfgf8T0tscQSkb8ztMU93vchi0pGYYMoe3C63/mC7xK6KL6DOPLWW29Z36BTtci59+KLL7Z+bq8UFSBddFB6kvi4oHNHlArwRRIA4qyfZroWojWE8cGDBy8Uy9FMOGiuyRGg6uZ1111ntttuO1uNW1IcAl6SnBNzTOJgdBZHovgdo8wiqa7sl6iB/jjrEd/D3h8m1eyJcWPavAld6Z/zEOQ0R6iqSPVrksz6CQmw0W/xOyK0QSKOuXPnVi6PYh8Mm3fSv+epAzKmIL0LHIj9IGFoWIxhkesi6OxF4ZYzzjgj0poEB7/YyLDKmX4VOGkrKveg2rtAO1HOb0n1Qdr3+w441VvD1quf7g9fAd4L9uiwNUP7QfNPet4MG3Oz/34w4s8AACAASURBVB0uCbadNdZYw4wbNy53OERQTAlx3gRFhrf55pvbiiEoGmQ8k9QOgbwd5EHGK2YYNQMB1xa5wTtPI4gIETVTH5vNxIkTrZHJTYxz2o/qzE6y4fqNPYkB34/YFyV7hp8xNW5WrSBHxPrrr28VxX79+kV6cYIUzqhKkwiKkWAu7CIyypHRlkwxQZVnChucOi41AmQgJ6Ntr169bCCoJBoCRRIU2VfJrkVZdrcss8wyNgvKjjvuGOkwiOOZjFXubD+0FyVgzc8ZFCcJA4FtGLCuvvrqhQAXQTHaGqznq7755hszdOhQQ7Y4jLF9+/at5+lo7DVC4Pvvv7fZQdHvydK3xRZb1Kjn5usmKFM7GRLPOeecWMGvXvSCMiaGVQIuQ+BPEqJZ0QEyRQZ01zNB0c/ojpOAqr+8B46EOb24Lsm64T4/XauWAehFkxqKfnd4BklsUM23Y2Q7YwLTCPojmBnHfNeuXbPtQK01FQLY39FpsHsSoCCpPQJ5+1/SzigPgiJjKoM/h3Fw3iYLNkG+bsEnie2IgIIw8fOJOPdE9elwfRqCYpA+xX+P6p/iWj/fSNRKjFn4eBhDWoLizJkzDeQx1q5b0E8JNIySTIbzAbZgEtV5fXVxsmAnDXTzW3OqoBj2Jtbu7/fee68lJbZv395MmjTJVrSWCIE4COy0007m6aeftsT2Qw89NM6tutaDQLUgUpK6EFcUVukiDFRsrRCS2U95570SFjRYtM5T9F5UxvlHCXD1PmcSIG+11VYt/nMS+9Obb75pY968hDMaDltLQXpSnJgaP3IkMUHETfA9ikJSDLJb0w7BnlQxy1PKHpwOPgQ0c5Zwy6qrrmpjloYPHx7JNx2UOLfauisqQLrooPSktsmk55ciCQB5vlv12ja+dCqNEc8BUXHLLbes16lo3AUi8MEHH1giCeuJ2Bxs75JiEPCLXyYxM5Wu3GS7rIhySXVl9gKSRrNevEJsBtXTBgwYELjnY4+87bbbbHVCvl9uIRYAnYHCG1GFuDLsVbfcckvgLWE6cFgbYUmUo4416XV564DVigoR40eyCQiz1aTodRF09oJcScxj9+7dq46f4gmsae86ilId1K+wEJ2FkXbxc5P0hEQD3sR/zmDD1i7XJdUHudfvOxA1KXmQ7o9PgYQuYFftjIW9gURWfAu8hZSSJDhJ+n41y31w0CBvI1S+J244bxFBMSXCtSAoEpDrlNIkE+laa62VctS6PSoCtXCQYzymotnrr7/eYlgoNmSEwFAfJkVv8M74gipCHnXUUbbCRpDyiOJJ9Q2c4X7kRNqP6sxOsuGiZBHYxzjdwjOgBDPBKtUM+Nz/7LPPWmXX+xwpa061sWoZAfyMP3EyUDhjZr0yVi+GGPyYB9lugjZ95kAWEIgsXuc1SgPKEGTHMBFBMQyh4v5+2WWX2UMc6wHFOEqWiuJGq57LiMCwYcPMjBkzbHaWkSNHlnGIpRtTkQRFwAhy4ETZ39gXOJzgSPIjpZJlCAd3tSzHn3zyiQ00IHDFLZALycgyatSowCy+BFTh9Eb39RMRFEu33DMfEIYfDEUYxNEvJEIgKgLorRi8+vTpY+66667ATHhR29N1/ghgMOXs4CWwczWZWjHg8v4utthisSBk74BcylnYezaLYogsOvAnKdGs6AAZv3GDf94B3X6B6GPGjLGOLQJeayF+dp8oQVF+5DgSerRp08bqy47cfPPNCwVxeeeVdN0UHYBeBlJD0e9OEhtULdZ1I/ex1157meeff97a8MjuLBECaRDgzAsRC8HJzx4kqS0CtfC/pJlRXgTFsvhzwCaI3IAvAN/G2muv7WtHJoAAew8+HXQZP4nq0+HetATFoERdtB3mn2Iu2MsJhvD6d6JW1cnKx5OWoFgt6zYB85CxqwWJoeMS9AaZ0RskFjUgyVkLSQPd/NaSCIppvmTZ3UvgKsFFJEzFNgwZViIE4iJA5USSQ+B3J1t7p06d4jah610IVEsUkMY+x95I7ANBa17/jvsBhNlPitZ5it6Lyjj/KAGu3peM2BOqj7Am3IL/hsRcYcQ+1tMjjzxi432C9MawtUS/afUt7sdmjY3ZK3yXCKavFriMnoTNEtu1N4D4oIMOsnsjlXbylHoITp82bZoBDy8RlQS6kEF51tVir959912rl3u/PWHxc0UGSBcZlJ7UNpnmfSqSAJDn+1WPbeNHY68m5qIaMace56Yx1xaBW2+91cb1IMT+EosjqT0CfglleRaff/55JRY4aiKtKKNPoytXK8pD3xAVd9hhBzNo0CCb2BWZNWuW4fxCUgf2Eq/EiU/23su3EF3OT5xKlP37968KS7U2NtxwQxs7vcIKK0SBNvNr8tYBGXC12I+oum6R66La2Qs9FHsW1aKxi7Zr184+I+xbU6ZMsWcVYhO9tlDWJIUheP7V5LPPPrPcCPgPXmHdET+AXZZ3gbMRpGP65NvrjvPnneH/u/XoKOe3pPogYw2KEWHcJD5wsCLRyJAhQxaaX5Duz4XEGUM65j4Koiy66KJ2/sQ3UGAHzElg5ZU4hb0yf9kauEEIiXx79913X+v3qYWIoJgS5VoQFBkiB3Cqx1BFhE1aUhsEauEgzyIDgaMkEIiLMuQntVD8qhn12LB32203s+mmm9pgYTYcymCjeAZtNu55RHVmJ91wg0gUjIENFyWFTXO11VarBNmiOPPRJvDZj7wRNZsAffgpkhjZeG4OKZkATTAMykgaVvKZeey66642M5mz6aNoQUy86aabAquiRSGhOM9KBMXafJvi9kJVAYfozh5CZU+JEIiLAARXsrbwbfv9738f9/amvD6IoMjhfcUVV8wEk8UXX9wmMwiqHMI+RX/eACs699ub2RcI0uTgzN7ml6UnzmEwiDxP/45ussEGG9hDLc4jxvnAAw/4Hv7dgImgmMnyKXUjTtVfnCtOFp9SD1iDKxUCBJc/99xz9vsI0VqSDwJBwcxOb5yfSMbDGbBjx46Bg3AMkZwlSBzjl7QmquG76MCfpESzogNkigro9gtEj2rsz2pVJyUo0r/3/MsZnkAkbB1IVIdV0nVThgD0okkNRb87SW1QWa3fZmvnggsusARgHMo47/IO/Gs2fJt1vvhc8L1gb+UcHJZJt1lxymvetfC/pBl7XgRFxlRkwIYbkzCfAn4RfBIQFUnEgN3omWeesXoQxJJqEtWnQxtpCYphmDo2sI033rji4wnzjUDSZN+J+l3IwseTlqAIDiSRwI4bdBb22uM4j5GUjupIPNegILEoATnu9ZAm0M27rkRQTPMly+5eCIlUUiO4yI/ckV1PaqnREdhvv/3M3//+d2svguwjSY4A+/idd95pkyh7gynd9jn2chJz4EciRsNPaIuklyRPJyGZX6Cg+76wZAbOtUXqPGXYi8o2/ygBrt71EVQxjesg9pEMom/fvgutrS+++MKSGolf8oulcfdDkCQ+6LBzflp9KyixK2NxYnPQf53AZUdP4r0IslvHTeKQ/I33jymKo3NH6TuL4PRq5Gk/vZyqXVTYJG4MYqKfbzqKf6CoAOkig9LT2CaTvk9FEgCirOFmuYb3DPI4wrtDHKBECKRBgMIX7HXE4VCRs0OHDmma070JEcAmA5mJPc1PskzymlZXJtYaPSQLgjT6wR/+8Acbz5qk4AZzIS7ET4eIihn6Hnqgnxx33HHWh1AtgX/CRx7ptloQFBlIUBIC9OQoiaRpo8h1EXb2igT2/1/EnM855xwbbx0lIXc1/TdKv6w9koPzTrlt7lHOb2n0Qc5sFKcYO3Zs1WFiZyY5jZ+knbu7TewWVGPnmyDJDgG+X1SuhYfy8MMPZ9dwSEsiKKaEulYExQULFlgWNcoHTOlaMVhTwlP3t9fKQY4jlGxRZNb3StQMrUVv8M64MeoxF7+MAFEWBJsLAelkaHVLVMNamg03LMA2yvidazBEslniuI8ikDEw4FaT9dZbzxKVq23AkDs4KFLpIqj0c5TxONeQjZ4MD2HGYOd6ERTjoFuba2fPnm2V5Q8//NDg9EN5lgiBJAhAysbhyHeGwFACESTVEQgiKGaJWxhRj74IMOJbHpSZNM54cBKyx5BhKIpEcZCHtYPz3Km27FwbNu+kAV1p9Aj3PJL2H4ZFs/wdhzW6IDoPJDOJEIiLwOTJk81mm21m9yySbfAdkeSDQNQ9hireBHaQNMUx3jukeJ6XHynRGXGcxC/cE2Z8zjN5T1KiGeMuOkCmGm55BXQH6UpOJsOePXvaZbDSSiuZ7bbbLpeKqGkIikFZBZ21e9JJJ1lnQpjDKs26KToAvQykhiLfnax0x3y+0I3VKoREnGQITpSwjKWNNXvNJm8EDj30UGvL7tevn60cFvW8m/e4mqH9WvlfkmKZJ0GRMRUZsOHGhHMTCQzxBST1KaBjU13NnSArqk+HsWRBUMwS07j+HfrOwseTlT0J3Z6z8GWXXZZ0+VfuSxokljbQzT1wERRTP8bUDVAli6BDqgWgly277LKp21QDzYsAvibsdnz7jz32WHPIIYc0LxgZzJxzOQGM2B/CfEB809F53VUjiEOiesFrr71W1T7nDJVAzYMPPtgQpMv/jiJF6Txl2YvKNP8oAa5+z7Qa8YvrOUPht2vdurW9HVuv33rkOio0YQ92B7NTzQS/UFhV1Sz0LeZywgknmPHjx0dZvlWvSaIzpum0XoLT+S7dd9999nxRze4fFYs4vumiAqTT9ps0KD2NbTLN+xTmg4n6bLkuLgEgTtuNei2kWKrgoFNBEuddkwiBLBDYaqutrF5ItSviU8OqJGfRp9poiQDfV/SUG2+80Reaiy++2Oyzzz6ZwJaFrowdkQIHV1xxRWKbInGI6DgDBw5MPK958+bZxP2PPvroQm1wTuIXRnwMqhpOg8T0834UJbXSAdHhICqzt3glTiK3ItcFiXvOOuuswCJPUZ4h52baIDYhKMGPt500+i9cibPPPtv2RcGIWhIUmQeVc3nm1fwCkBN/9atf+cZqxLFJVMMfHLBnBxXoiPLsdM3CCLC2eK85q0NEpbJtrUQExZRI14qgyDBfeeUVy9InexAvvN9GkHI6ut2DQC0d5FlkIGD4RW7wDnwYWdmQ4lb7JGgV8i0GCNjwbonqzE5jgHHeM4IIefZJBTIxGd6othhVqlVwdNqgTDulncNIj2RyI7PYmWeeGeqICBofxmEyH1BxMUoWCKcdERSjPvHaXffjH//Ylv7GsH/DDTfUrmP11JAIQIDme0wAwv3336+gvZCnXBaCIsOcOnWqodJyWJbSavsCCQiohBWVtO605RzEITaGOci9/XP4JvsvBhcCRR0RQbEhPzF2UlOmTDFkMUMwfBdp6GtclJtjZhjuMeAjl156qdWFJPkggK0i7RkqaGSOQbZz586xBl9U4E8aohkTLDpAJivc4gTnXHLJJea0006r+nyjZreMtUj+/+I0BMVquh52DQL9R40aFTqstOum6AD0MpAainp30tqgQheHLrAIvPjiizYjuPPOySauhZE1AnxHSWiB/Yw9jLPn4osvnnU3as8HgVr6X5I8gLwJioypDP4cxpHGpxAUTBvVp0P/WREUs8AUsiW+lTj+HfrNwseTFUGR8ZDIguADghCCqmqFvRdgQYZlsivHlSwC3Zw+RVCMi36214M/NjoCpfBRKlFEtvg2a2sPPvig9TUgkJJGjBjRrFBkNm9ICuxffgmxs+qExKX4iSA4hgX4evssQucp015UlvknJSjyPF9++WXrr+PclETQK7ABsn6okIPP0JFVVlnFxhaR3K6aZKFv0f6cOXPs+xI3nsk9Nt4HEkPXsrpHPQWn4xsmASmEgEmTJiVZMjZuDEIrCaui+qaLCpAuKig9jW0y7ftUFAEg0WJqsJuwjVKNeqONNsp1328w2DSdCAiwP+KXJV4D/Rw9XVJ7BIj53WuvvRbqGLs1MXs9evTIZFBZ6crsgcS9/+lPfwqshOw3YHQoEgf+5Cc/MUsuuWSqOVHdF0IZZEmvRCUXBvl8oxSUSTX4CDfXSgdkKFkVWipyXWDnnjBhgo3ff/rppyMg/N9LiJcnMcaBBx5okycnkZkzZ9qY+yjncrgSVK+FCAkh3M8+HuX8lkYfZI74+YnXYJ0FkRSjxGqgWxKXxXcqji162LBhVudHrxExPsmqC76HAltUP0XgDdQ6Zk4ExZTPs5YERYZKBhunRDtZychOJskPgVo6yLPKQAAaRW7wztPA+YnCjOKHEhomVA/EINm9e3dLDiyKoMg4CUohEIXssnEyemEwxTiGQz6J4kxQIvdXI0dGVZqZB5v+X/7yFzuXqPPAyMf4UX54FnFFBMW4iOV3PYevww47zDz++ONm9dVXtxkQOnTokF+HarlpECAbE1mSOXxwOJEEI1AmgiKjZG/GWI3jL6oziAM4Rki+J0n2BTc6HMQxAFCZIiwjv/sgjvGAzH8iKDbH24bBB11o77331jemOR55rrMkaQoZ+wiYwRCGcUuSDwIYGcnaGNfgGDQanBJk0ccBk9QQWUTgT1qiGXgUHSCTFre4Ad1hGdjBJE/nTxqCImPzOwPz3zGi8/0h0VCYZLFuig5AL5rUUNS7k9bpE7Y29Hdj3nzzTRu4zD5DEq0LL7xQsAiBXBCgGiskRQJwIJez1qIGQOYyoCZptJb+lySQ1oKgyLjK4M9x8MF2g15PooUw2w02I0gKBBKRWNWb4bkogiJzQTd59tlnbXAFfqoogi0KnysJ/5L4d+gjrY8nS4Jikmfq3MPZmSAx/HRJz2Np/Hze5yWCYpQVnM81F110kX2PkOuuu24h320+varVZkGApMXoXB07djQE3UFakqRDIGkgZlivELFIoI59JmoFCb82a63zlG0vKsP8owS4VlsP2C1JfkCVjTBd0a1XeANO/Sq3Ra0IlFbfcsbF+/LUU0/ZYPo4yV2JCSJWj/ciqZ4U9s4F/b0eg9OJvSLGiWQHUeLGnLmnIUTTRlEB0rUOSk9rm0z7PiXdd7IgACR9j+r9PkgPxAGCIXEftSRJ1zt2Gn80BN59910bH/Tee++ZkSNH2rjfdu3aRbtZV2WCwOzZs62Njeq8bkH/IIlUq1atMuknS13ZGdDcuXPN888/byvA4dt59dVXKzqjU8198ODBlgC7zjrrZGp/f+yxx2zMs1vCEt97gfRLqlutclwmDyJCI7XUARkOlVSJ1/LGmxNXToIPivfEkaLWBXoKcQjPPPOMjUGjsAPr0xGnCjxVYyFusTaT2oTdeHDu+/DDD+0Zg6qer732WgVL7B5Dhw41W2+9tdlggw1avANFERQZO2MGn9tuu83Gmrtx4u8kK4O0vsIKK4Q+ekiu3I9tntjUyZMnt1hLYIAdnu/AJptsYlZcccVUdobQATXpBU7COaaPHWCbbbapORIiKKaEvNYERYaLA8Apzw6Z6cgjj0w5C90ehECtHeSfffaZOfroo23gvlfIRgaBL041O9ooaoN3xr9gwQKb6fzhhx+2G72jeKKwoGiyefHx69u3b2Wj8cOdQzYKX5ikNcC428cZTDUQxsOm+dZbb7Wo/MRGCfFr+PDhVvHq06dP7OfjnQ8GOrJG4jQn+5xX0fvjH/9oHf5xxJkHmSGYh3vT5zmw6a+xxho2YJvDZZcuXeI03+JaERQTQ5fpjTxzyERkASGjBwYqnrFECGSBwPTp023A9bfffmvOP/98m8lF4o9A2QiKzijJfvPOO++Y8ePHW+ebe39z9gUO4Oxv7A1ZGhw51BL4icGcQy16gVNVkX2Vg/hmm21mD/9Ov344hhEVkgZ0ZaVHJO2/2d8lDsUXXHCBdaY88cQTmRokmx3bZp4/iTeoGoExEfLcoEGDmhmO3Of+wQcf2IADqirErZrL4Ajw2G+//czOO+9sOnXqlHq8tQ78yYJoxqSLDpCpdUA3+gi2kKA1A8mPNbX22munXhPeBtISFP2eOX3gJKSKa5SKAlmtG/qNQypwsMgiAN1pK07/WZIanP5r/e5kpTtmvrAbpMEZM2ZYciKOPALTnCyPDTI9TaOECLDmIClijyV4geQ+aRP1lHCapRpSrf0vcSdfK4Kie1xF+3OcsTAO7Db4Kry2G/wJW265pbXdODq7XwBFkQRFZx5OQAj+qYkTJ1p9k/kgjg1s/fXXt3PJKjAqjY8nT3sS/kcCQ8DCGySGTY7nir0Nuy//Pw0BBXyzDHQTQTHu1yub608//XSbkAWBvLHTTjtl07BaEQIuBA455BCbYBXfNLbhfv36CZ8MEOBsTJwB7/Dtt98eq3qB0z02OpLE7LjjjtZeH8W+EWfotdB5yrwXFTX/tARFnrHXz+fWr/g7/kUqUaNjbbzxxr4Bp5y5SMyPbuLIVlttZSDGR4lVSaNvedepoy8SV0Fguzdw2YkJYl7E0qAzxY3ZivNuVLu2noPT8U1DUMQO7PVNe9cNunm3bt0y+e4UESBdy6D0LGyTWbxPRREAsnq36qUdYnOcinbEgBFTIRECeSBAXCmJ6/H5EhdLBSb2Q4kQEAJCQAgIASFQfgTgGt133312oCQGw7ZThIigmBL1IgiKDJnspSwihIwJZCmVCIFGQQCDFAZIt2RhLG0UfDQPIVANAQL32BNwPK2yyiqW1A55ViIEskQAggdBRssuu6zNnkI2E4kQyAsBgrMgGGFodwTnFAb4LMgreY1b7cZD4OWXX7bBwAjfGIIdJUIgKwQgPuGoJXCATI/eau1Z9aN2/ocAAQfopQSZkBWOH1mLnWBgrnQCgnv16mUDVsgSx//OK8CjFoE/WRLNwKjoAJlaBnQT1H7PPffYIHjWDdXS3EIiJ4Kaspa0BEUqF/7iF78wl19+eWVorG0yybOuo0jW64Y+ax2A7p1nrUkN3v5r9e5kEQQUZY004zVkNMX2PW/ePJtBk6ysEiFQCwTIDk6gPOeTrl27WpIipCWJEBACQkAICIFmQQBb7LHHHmtJGpzPL7vsskKybDcL3pqnsSQlqqlBRiEeQD7NbFcFyaRJUkkVDGwgJBZ6/fXXW9hdIFxRCWGttdayui8J3tCF05LVs52JWhMCQkAICAEh0LwIUMwAvRwhRoLKSxIhkCcCs2bNMoceeqgthEHFc0iKFCGRCAEhIASEgBAQAuVEYM6cOYZqu/AG2rdvb3XHuBVPs5yZCIop0SyKoMiwCXaigiJCkPZ5552XaYWblNDodiGQGAEqbhAI4hYqLUUN7kvcsW4UAnWOAOTeU045xVYnI8so5ERleq/zh1ri4ZMx65FHHrEVcK+++mrTuXPnEo9WQ6tnBCC0EKRA5n5HqCZ8zjnnqMJePT9Y19inTJlinzHPmm8L5xqJEMgaAUgOJPpBINmz1iRCQAgIASEgBIRA+RCAkEyCEoRgGwjAeZHXyzd7jagMCEDMIAAHezTyq1/9yuyxxx5lGJrGIASEgBAQAkIgVwQIYGHfI4kKZKUrrrjCVsKSCIG8EXD8Tfg0qQ609tpr592l2hcCQkAICAEhIASEQF0gcMEFF9gkDsill15qdthhh7oYtwZZ/whQHRUbKclFEXztBx10UP1PTDMQAkJACAgBIdBgCBDDfcYZZ1jeANWPISfCHyhSRFBMiX6RBEWGTqA21SBYVFTKOvfccw0ZziRCoJYIELTxy1/+0mbfGzhwoCVErbnmmja73hJLLBFrKH7VB2gLopXKxceCUhc3GQI33HCDOfPMM+2sqQpEeeYOHTo0GQqabi0R+Oqrr2yAHhmz+PZDUmzXrl0th6C+SowAmXh//vOfW52gf//+ZrXVVrNBBSuvvHLsUb/44otmzz33NB999FHlXto+4YQTzCKLLBK7Pd1QLgRmzJhhyYlk4aOCNt8SiRDICwGceGR4RFh3J510Ul5dqV0hIASEgBAQAkIgAQIEwVPtGDnggAMqdo4ETekWIZAaAXRFp3rn9ttvbwkbbdu2Td2uGhACQkAICAEhUEYEqMQCMQxZd911zZ/+9CfTo0ePMg5VY2pABH744QfrAyD2pVWrVnYtqjJQAz5oTUkICAEhIASEgBCIjMB3331nTjzxRFtpGiEGbNddd418vy4UAlkh8Otf/9omEUQ23nhjGyNMQhuJEBACQkAICAEhUDwCv/3tbyuxlptuuqm56KKLbPXjokUExZRPoGiCIsN///33LUnxmWeesbOhehZVZSRCoFYIQFA89dRTzbXXXlvpcr311rMfvbhEhJdeesnsvffedl07MmbMGOsIo+ysRAgIgZYIfP755+bss882Y8eOtX847LDDzOmnny6YhEBNEJg3b54lKb722mtm6NCh9ru/+OKL16RvdVJuBCAoQpZ2y29+8xtz+OGHxxo4iQsgX1988cUt7qPaMmQ2SX0j8OGHH1qS2PTp083o0aPNjTfeWN8T0ujrAgHWGQRnhIA7nCiQqCVCQAgIASEgBIRAcQjMnj3bEOjw2GOP2UGQkCTu2aG40avnRkbglltusf4Wzqa9evWyNrfhw4c38pQ1NyEgBISAEGgyBNDDsNs+/PDDduYHH3ywJeVLhEARCGCzc2zEqtBSxBNQn0JACAgBISAEhEAZEHjvvfcsOfGVV16xAeaXXHKJ9aVLhEBRCNx///02Nnju3Ll2Tf7iF79QQpGiHob6FQJCQAgIASFgjHnzzTdt1UQ4Nwj79FFHHVUabERQTPkoykBQdKZw8sknm+uvv97+34022sgGcsQlh6WEQ7c3MQJkNyeQyC0wsffZZ5/I1Y2oBHrMMccYDjVugZRAOxIhIARaIoDD+KyzzjJz5syx1UpxIpNhVCIEaokABCNIilOnTjUjR440f/7zn2vZvfoqKQIQzkiY8fLLL1dGOGLECHPllVeabt26RRo1WZNvv/12qxv885//rNyDnktlleWXXz5SO7qonAhAcIacOHnyZBvgC+m0devW5RysRtVwCDz55JPWOPPOO+/YS3WP5wAAIABJREFUrOw4UXbfffeGm6cmJASEgBAQAkKgHhDADogD5bPPPjPLLbecOeecc5SMpB4eXBONEXsHJEUnQSQ2EALm27Vr10QoaKpCQAgIASHQiAgQV/C73/3OfPPNN2aZZZYx5557rtluu+0acaqaUx0hQHUg1iKC3kWCCOx3EiEgBISAEBACQkAINAMCVJT+2c9+Zj755BOz1lpr2YIOSrTaDE++/HMkrve0006rxPWSUPy4445TfHr5H51GKASEgBAQAg2GwB/+8IdKdePVV1/d+tY32GCDUs1SBMWUj6NMBEWmcs8991gjLQph27ZtbTaVH//4xylnqduFQDgCVEraaaedWhAIIMiyHrfffntLngoSCAhvvfWWrV7y0EMPtbhs/fXXt2SX7t27hw9CVwiBJkGAoL0//vGPlsyBkCmLCmO9e/duEgQ0zbIhABkNR/HMmTMNpcIpHb7kkkuWbZgaTw0R8KuuTPc777yz3e/D9nXu/+tf/2qJ1/Pnz28xcoITDjnkkMgJEGo4bXUVEYFZs2bZgF6y+Kyzzjp2P1Nwb0TwdFlmCFAFB5Kio08RgIcTZYUVVsisDzUkBISAEBACQkAIBCPwxRdfGBwoN910k71o6623tg6ULl26CDYhUEoELrjgAkviQDp37mzPNDvuuGMpx6pBCQEhIASEgBCohgA2ORLPPvfcc/ayMWPGWH/uiiuuKOCEQCkQuPPOO80RRxxhiCFYddVVbWJuYgYkQkAICAEhIASEgBBoZATOP/98c9VVV9kpQv6CnEj8r0QIlAkBkpITx4OvnUQi+NcPOOCAMg1RYxECQkAICAEh0JAIUNAIm+6MGTPs/CgeQhLgxRZbrHTzFUEx5SMpG0GR6VCNBCfCXXfdZWe37rrr2sozQ4YMSTlb3S4EghH48ssvLSHWCfB1X8ka3HbbbW11nF69eplFF13U/png9ClTplhSIj93dST+vvTSS9tKSwQoSYSAEPgvAjfeeKMlJxLIh/C9P+ywwwSPECgcAcqGQ1IkSQIOYwJLyegmaV4Exo8fb/bee++F9neycW+++eZmm222MQMGDKgQ08jU/fbbb5tnn33W3H333eaNN95YCDySHpBBuWPHjs0LbJ3PfMKECZYURtbHNddc0+qOBPdKhEBRCECKYE0uWLDAJlXBibLffvsVNRz1KwSEgBAQAkKgKRC47bbbLDkROzZCEhOSkEiEQNkRwPZBAM64cePsUEeMGGHXLvZviRAQAkJACAiBsiOA7f6KK64wN9xwgx0qSeSozqKqiWV/cs05vldffdWuzxdeeMECAGHxyCOPbE4wNGshIASEgBAQAkKgoRFA7znrrLPMK6+8Yud50kknmWOPPbah56zJ1TcCxPwSE3bHHXfYiRD3g64+cuTI+p6YRi8EhIAQEAJCoIQIvPPOO+bSSy+tVDHGJ0mc27Bhw0o42v8OSQTFlI+mjARFZ0oQFM877zzz3nvv2f8EaQBFcNlll005a90uBPwRoAoiRCnHUZAGJ8iJHGT23HPPUrK708xN9wqBJAg8//zzlpjovF+Qe04++WTTr1+/JM3pHiGQCwJk5yApApmXIaPzHYdQJmlOBL777jub1Y9g4yyE7x7VKqjQLKlPBK699lpDBUxkiy22sPtahw4d6nMyGnVDIcCZmT1r7Nixdl6DBg2yRMWhQ4c21Dw1GSEgBISAEBACRSMAuYvMjhMnTrRD+dGPfmQdKP379y96aOpfCMRCgARiEBU//fRTex/EDoiKq6yySqx2dLEQEAJCQAgIgVog8O2335rLL7/ckhP53wj71mmnnWZat25diyGoDyGQGAF0rosvvtjev95669l127dv38Tt6UYhIASEgBAQAkJACJQJgauvvtr89re/tUMi/uvss882G2ywQZmGqLEIgUAEKEiCj33q1Kn2mtGjR5uDDjrI+tolQkAICAEhIASEQDoESDZHka+//vWvtiGS7uNXP/jgg9M1XIO7RVBMCXKZCYpM7fvvv7ckxYsuuqiyOA888EDDr02bNilnr9uFwMIIcOCgohsHkKRC5S2C1wlSWmSRRZI2o/uEQEMgMHnyZKtkPPDAA3Y+ZLQ95ZRTzA477NAQ89MkGhMBKuo6WZgxPh1//PGNOVHNKhSBf//73+b666+3hvT58+eHXh90wQEHHGB+/vOfG6ovSuoTAZ4flXKQo446yh6YJUKgbAjcd9991okyffp0O7SddtrJGnZ69OhRtqFqPEJACAgBISAE6goBqmcTEM/ZAFluueWsPrj77rvX1Tw0WCHgRuCrr76yfhfH98Lf9t13X/PTn/7UdO3aVWAJASEgBISAECgFAtjp0cMIaEG23XZbc/TRRytBRCmejgYRFYHx48fbaorvvvuuvQV7Heu4VatWUZvQdUJACAgBISAEhIAQKBUCTz/9tE3m61RN/MlPfmJjKhQnWarHpMFERODCCy+0SUWwlyIksidWTMncIgKoy4SAEBACQkAIuBD45ptvrD0X3gAFQpC9997b2sJWXHHFusBKBMWUj6nsBEVnehBcLrjgggrBpVOnTpakuP/++6dEQLcLgYUR+Prrr83dd99tqya98cYbkSGiIhIHbgI5OnfuHPk+XSgEGhGBmTNnWgXDIXNQje6II46wVRP53xIhUHYEWL9O5TwI5xA+VCmt7E8tn/H98MMPNmMaQZvoB//85z8jd0SVPb59w4cP17cvMmrlupCgEYLPJ02aZANGcLTsvPPO5RqkRiMEPAiwZ7kDzTmjEPgkkrSWihAQAkJACAiBeAgsWLDAOlDc1XrYV9EP27VrF68xXS0ESorA+++/b3VHJ1ETw9xrr73MPvvso0QXJX1mGpYQEAJCoNERIHCFzNokh/jwww/tdLGvEsQyYsSIRp++5tegCBB/cOaZZ5rrrrvOzpC4AtY0pFuJEBACQkAICAEhIATqBQESueEvd2LBIHCRpH6bbbaplylonELAF4HPPvvMkhQvvfTSyt9JUAihok+fPkJNCAgBISAEhIAQCEGAmFp8jX/5y1/Mp59+aq/ebrvtzJFHHmnWXHPNusJPBMWUj6teCIrONJ988kmrCE6YMMH+p5VWWsk6y/m1bt06JRq6XQi0RAAHGATFp556yv4gXL366quVi6iU2Lt3b7PuuuuakSNHmoEDB5q2bdsKRiHQ1AhMmzbNOo5vvvnmCg6QyVEyll9++abGRpOvPwQef/xxc8wxx5g5c+bYoLwTTjjBbLbZZvU3EY04MwTmzp1rnn/+eTNu3Djz1ltvmddff71SWXHppZc2AwYMML169TIbb7yxGTZsmOnWrZuyBGaGfu0bwrHy29/+1nzxxRemX79+1tnCM5YIgXpAAJ2Ms/Ott95qh9umTRtLUqQizhJLLFEPU9AYhYAQEAJCQAgUigDOE4iJ8+bNs+MgcBjbxlprrVXouNS5EMgLAezeBOCMHTu20gXJWSAqrr766nl1q3aFgBAQAkJACFQQIIgFUiK/+fPn2/8+ePBgW7lizJgxQkoINAQC//jHP8x5551n+BcZPXq09UNJ32qIx6tJCAEhIASEgBBoaASwl1Jpzqkyd/zxx9sYGokQaCQEiA/Gx+5O5oZvAKIiscESISAEhIAQEAJCoCUCxFbDGWDv/Ne//mX/OGrUKOtXJ+lcPYoIiimfWr0RFJ3pPvTQQ1YRpJIJ0rFjR0tSRBHkf0uEgBAQAkKgtgi88sorVsm49957Kx3vuuuuVslQJqHaPgv1li0Cs2bNss5hkiQgZPXA0CrCbbY4qzUhUCYEIJ/+7ne/M0888UTlvYecqEQUZXpKGktUBF566SV7dn7wwQftLe3bt7fnZs7PnTp1itqMrhMCQkAICAEh0BQIfPPNN9a2wQ9nCkKVnqOOOspsuOGGTYGBJikESNh31VVXmVtuuaUCBsmadtllF5ukTyIEhIAQEAJCIGsE3n77bVuB5W9/+1sliIXglQMOOMBsscUWWXen9oRAKRCgkiJERSq1IFRnYc1TWVEiBISAEBACQkAICIEyIXDPPfeYP//5z2bq1Kl2WFtvvbU5+eSTDYUdJEKgUREgZuTqq6+2vgJHSC6Cj71eyRaN+qw0LyEgBISAECgGgenTp9t98qabbqoM4Ec/+pFNnE9xj3oWERRTPr16JSg60ybIEkWQ6nbIYostZpVAMvvqEJRyceh2ISAEhEAEBB577DFbmYd/HeE7jJLRt2/fCC3oEiFQHwhcfvnl5je/+Y359ttvLUkJkiIED4kQEAKNhcCf/vQnS+ZCunTpYk477TQbHCIRAvWOAFWBL7vsMjNhwgQ7lVatWlWIigp8qvenq/ELASEgBIRAWgQ++eQTm9URJwqVe5B1113XHHLIITbgRiIEmhEBHIsQFa+99trK9LH1QVTkp6rczbgqNGchIASEQLYIjBs3zhIT3f4lglggaW200UbZdqbWhEAJEYCceO655xqqETnyk5/8xL4DnTt3LuGINSQhIASEgBAQAkKgmRB45JFHLDGRhPUIdqHjjjvOUE1OIgSaBQGS2hOfzm/BggV22gMGDLDx6fzwuUuEgBAQAkJACDQTAthyb7/9dvPoo49Wpj1mzBjLGRgyZEhDQCGCYsrHWO8ERWf6VDVCCaSyoiM4LlACN91005Qo6XYhIASEgBBwI/Dll19aBQPH8bRp0+yfCEraf//97W+llVYSYEKgIRGYOXOmOfvssw0Z4pD11lvPnHDCCdb4JBECQqC+EZg4caK54IILzJQpU+xE9tlnH/Ozn/3MVpuTCIFGQoDkPtdcc4154IEHKtPi3EyQ+dprr91IU9VchIAQEAJCQAiEIoDuh30DcuIPP/xgrx81apR1oMimHAqfLmgSBObOnWuzn954443m/ffft7Necsklrf6Iw7F///5NgoSmKQSEgBAQAlkgQGKIe++9t4V/iYDOPffc0/z4xz82AwcOzKIbtSEE6goBqrNccskl9r1AWrdubUmKBx54oFlqqaXqai4arBAQAkJACAgBIVD/COA3J2nVP/7xDzuZHj16mMMPP1wJvOv/0WoGKRD4/PPPbXw6yUU+/vhj2xKxJDvttJONUe/Tp0+K1nWrEBACQkAICIFyI/DFF19Ynzo/hzPAiLHn4lfv169fuScQc3QiKMYEzHt5oxAUnXm9/PLL1ll+8803m++++87+5549e1olkOwtyy+/fErEdLsQEAJCoHkR4Bt71113WSXD+cb27t3b7LHHHrZ6bceOHZsXHM28qRC4++67LVHxgw8+sPM+6KCDrEG2TZs2TYWDJisEGgEBgm2pmEg1YGTNNde0xERlaW+Ep6s5VEOAbKc4UZzAJ64lkxVOlB122EHgCQEhIASEgBBoaARIcodtg2AbR6iUSNKlYcOGNfTcNTkhkAaBsWPHWqKi+90hycV2221n/S9K8JIGXd0rBISAEGhsBKi+AjHx73//e2Wi+JcIYoGcKP9SYz9/zS4aAvhhISred9999gaSQvCO8FthhRWiNaKrhIAQEAJCQAgIASGQEIGHH37Y2n0cYmKXLl1sHMzBBx+csEXdJgQaEwF8C8SoP/PMM5UJbrzxxmb77bc3W2yxRWNOWrMSAkJACAiBpkTg+eeftzZd9r7//Oc/FoNevXpZey6/Tp06NSQuIiimfKyNRlB04ICp6xAVp06dWkFp5MiRZssttzRbbbWVSAQp145uFwJCoDkQmDFjhnnwwQftz/093WSTTSwxke+pRAg0IwILFiywJMUrr7zSTr9Dhw6VKqKLL754M0KiOQuBukLg008/tVXk+DkH6JNOOskce+yxdTUPDVYIpEWAzFY4G0ny89lnn9nmOnfubJP88Ft55ZXTdqH7hYAQEAJCQAiUAgESU9xxxx3WgeJUgePshvME+8aAAQNKMU4NQgjUAwIEz5Po4s4776zokIwbkiI/KpFKhIAQEAJCQAhQrfqee+6xQSxOhQlQwa9EgiT5l7RGhIA/Ak8//bQlKo4fP75ywa677mrPLo2WkV5rQAgIASEgBISAECgeAWw8+AonT55sB0PyEEiJkBOp7CwRAkLAH4FJkyZZHzs/J+YEosY222xjfwMHDhR0QkAICAEhIATqDgGKtpA8i9/bb79dGX8zcQZEUEy5bBuVoOiGhewuHKScTHP8jcMTREV+o0ePTomibhcCQkAINBYC8+fPt4TEBx54wJABwRGyc5IRfffddzd9+/ZtrElrNkIgIQJkj/vjH/9onnjiCdsCxiaqbvBr1apVwlZ1mxAQAnkhAAHLISZ+++23thsCaI877jjtbXmBrnbrAoHvv/++kuQHZ4ojVBPFgcJ7IhECQkAICAEhUI8IUK0HuzBVEx0hqBdSIr+ll166HqelMQuB0iAASZHfuHHjKmNabrnlzGabbWZ/6623XmnGqoEIASEgBIRA/ghMnz7d4Jvn98Ybb1Q67N+/vyUl7rjjjqZr1675D0Q9CIEGQOC5554z1113nbnrrrsqs0G/oqLi+uuv3wAz1BSEgBAQAkJACAiBohD4+uuvLSmRAiAffvihHUbPnj3NT37yE7PffvsZJeUu6smo33pE4PPPPze33nqr1dtJ7OYI52CHrIi9VCIEhIAQEAJCoKwIEDPmkBKdOGjG2q1bN2vPJcH96quvXtbhZz4uERRTQtoMBEUHIhTBsWPH2kyNTz31VAU5qkM4VRUHDx6cElHdLgSEgBCoTwR++OGHCimR4D1H2rRpY0mJ/H70ox/V5+Q0aiFQAwTIZHv55ZebiRMn2t7QLxyi4iKLLFKDEagLISAEqiFAhfVrr73WkhO/+eYbe+nWW29tDjnkELPuuusKPCEgBFwIkKWdTI9UmHKkffv2FQfKOuusI7yEgBAQAkJACJQaAYLhcaJQrYfKiY6g/1F1RAnrSv34NLg6RWDmzJmWqHj33Xebt956qzKLFVdc0Wy++eaWrDho0KA6nZ2GLQSEgBAQAtUQIKv23//+d0tKdAdjLrPMMta3RBDL0KFDBaIQEAIJESBbPURF7Nv4cxH0Kt4tfosttljClnWbEBACQkAICAEh0GwIvP7669Z+w+9f//pXRa+AlEjFZokQEALpEHjllVcsUZHfxx9/XGlsxIgRZtNNN7U/Et9LhIAQEAJCQAiUAQG4As6PBBaO7LDDDoYf+1YzigiKKZ96MxEU3VC9++67lqgIYfHNN9+s/KlPnz4VsmLv3r1ToqvbhYAQEALlRwDCNtUS+f3zn/+sDBjFAsfxmDFjbNVZiRAQAtEQePTRR81ll11mIHcgZIOGqIhBVyIEhEDtEfjqq68qFROdg/QWW2xhiYmq5FH756Ee6wsBqmo7DpQXXnihMniyYpHtEX2xV69e9TUpjVYICAEhIAQaFgEyfeNAuf/++w1BAI6sueaa1oHCb4UVVmjY+WtiQqBMCEBO4V3kN2PGjMrQevToYajQvfHGG5sNNtigTEPWWISAEBACQiAmApDRH3/8cfubNGlS5e6lllrKJgXjBzldIgSEQHYIfPLJJ5ak+Je//MXMmzfPNkxFeEiKVCjt27dvdp2pJSEgBISAEBACQqChEMDfBymRCs2OYJ8hjkV6e0M9ak2mRAg88MAD1tdOMkW3jBo1yvrZefc6dOhQohFrKEJACAgBIdAMCFCIhURz+NXdnAESzDk+9Wbfn0RQTPkmNCtB0Q3bSy+9ZMmK/JyS9fwdAy6ZK/gpeDnlQtPtQkAIlAYBKkhR4W3ChAn2X8eBxQCpIAUhEWLicsstV5oxayBCoB4RIGM0FRX/8Y9/2OEvu+yyFSexyBz1+EQ15npDgKo5d9xxh/05FRMx8h566KEKhK23h6nxlgIBMqo6zsuPPvqoMqa111674kDp3r17KcaqQQgBISAEhEDzIMCe5GR1fPbZZysTp1qP40BRtezmWQ+aaTkRIPANoiIBOVTYcqRjx46WrOj82rZtW84JaFRCQAgIASFQQYBvukNKnDZtWuW/k+TSISXy7yKLLCLUhIAQyBmBv/3tb+aWW24xzzzzTKWnYcOGWT/Utttum3Pval4ICAEhIASEgBCoBwTQ2SEl4i8nKSnSrl07s/vuu5vddtvN9O/fvx6moTEKgbpH4PPPP7e2UYpH4M9wC0Th0aNHG0iLJMCXCAEhIASEgBDIGoEFCxZYm+4TTzxhiYlwCBwZNGiQ2WqrrexPhd3+h7wIiilXoQiKLQF87LHHLFERh/mXX35Z+SNMYIesyL+QDCRCQAgIgXpBgEy2DinRHbDH+KkcCyGRH9VwJEJACGSLAAYmiIruTHQ/+tGPbDZb/pUIASGQLQLo8jhZHHIwrfOuUTFxww03zLYztSYEmhQBSPhOkDlVSh0ZPHiwzfQIGXillVZqUnQ0bSEgBISAEMgbgblz51onPg4UdzDuYostZrbccksbHE/yJYkQEALlQwDbyKOPPmp/kydPrgwQIgtBOCSKXH/99c0aa6xRvsFrREJACAiBJkRg9uzZ1sbG78knnzRUb3OkS5cuZpNNNqn8Fl988SZESFMWAsUjQPV4iIq33nqr+de//mUH1KlTpwppmEAziRAQAkJACAgBIdA8CFAFByIUfjy3v5wkbpASISdiR5UIASFQDAKQhXlH+VHByi342rGR8uvXr18xA1SvQkAICAEh0BAIkOTXISVCTPzPf/5TmdfAgQOtTx1S4qqrrtoQ8816EiIopkRUBMVgACHzQFjkN2XKlBYXrrPOOhXC4pprrpnyKeh2ISAEhEC2CKBM8A1zfu+9916LDkaOHGmcDDyrrbZatp2rNSEgBHwRgByMk5ifIz179rRERX5KfqCFIwSSI/D+++9XqiV+/PHHtqGlllrK7LHHHtbJouyPybHVnUKgGgI//PBDxYGCE8WpVso9AwYMqDhQ1lprLQEpBISAEBACQiAVAlOnTrVZHfk9//zzlbYgNeE8cZwoqsCWCmbdLARqigDvtUNWdJONGQSkF4iK/CAtrrzyyjUdmzoTAkJACDQrAgQzO4RE/n377bdbQEHAikNKpFKbRAgIgfIggF3OISq+/PLLlYHhByaJC+em7t27l2fAGokQEAJCQAgIASGQKQLjxo2rEBPx3yEkEdlll10sMXHIkCGZ9qfGhIAQSI8ASYAeeughw/vL79tvv600SjyZQ1YcPnx4+s7UghAQAkJACDQ8Am+88UbFn+62DTHxoUOH2gIPJJ3v27dvw2ORdoIiKKZEUATFaABOnz7dEhXJWsG/zkGOu7t161YhK6IMLrnkktEa1VVCQAgIgQwR+OCDD1qQEinL7EjXrl0tIdEhJS699NIZ9qymhIAQiIPAp59+WiEqugM8dthhB0tUlGE4Dpq6ttkRINMP1RKpnuPI2muvbUmJkBOVub3ZV4jmX0sEvvvuO0PVYIiKOFLcZEWqKeJA2WijjQyJMiRCQAgIASEgBKIgQFC8Q0qcNm1a5ZZFF13UOk8IsOVHYgqJEBAC9Y0AlVEnTJhgq3M99dRThiQ0bundu3eFsAhpsUOHDvU9YY1eCAgBIVAiBEish97Fvy+++GKLkaFnbbjhhgb/N/+qgkOJHpyGIgSqIEBVxbvvvtuMHTvWUAnVEYjFOkdp6QgBISAEhIAQaBwE2POdaonYVhzBHzdmzBiz/fbbmzZt2jTOhDUTIdDACEBOJJmbQ1ak8pUjvMcbbLCBQZ/nX1W7auCFoKkJASEgBGIgQBEHEoA+/fTT9t85c+ZU7iZmEkIiyeb4Fw6BJDoCIihGx8r3ShEU4wP473//u0JUhLA4a9asFo1QKYIKi86vU6dO8TvRHUJACAiBEAQIzsNZ7Py8gTuDBg2qEBL5HkmEgBAoHwKPPPKIJStiNHaEoDuCbfmp6lv5nplGVDwCL7zwgiUk8nMHV5D9EWKisrcX/4w0AiHw/fffV5wnOFLcZ2YS+kBSdBwoytyu9SIEhIAQEAIOAjjcHQfKxIkTzfz58yvgUE0N54nzU6VErRsh0NgIUF0RoqJDWPz8889bTJjENFRWdKosQlyWCAEhIASEQDQE3nzzTUtGdColuhMM0QLBjhAS+fGdlQgBIVDfCGCbg6zI7z//+U9lMk6AGv+2b9++viep0QsBISAEhIAQaCIEICWyv/Oj4IYjxJZASuQn31sTLQhNtWEReP755+17TjGd1157rcU8V1555RaExY4dOzYsDpqYEBACQkAI/A8Biqs5vnT+pWKiW9gfSFTh+NMXW2wxwZcQAREUEwLn3CaCYkoAjTGvvvpqpbric889t1CDq6++egvC4gorrJC+U7UgBIRA0yGA09hNSCT7gVs4bJLB1qmUqG9N0y0RTbiOEXj33XfNzTffbG6//Xbz4YcfVmay2mqrVciK6BMSIdCsCLz88ssVUqKbkN+nTx8DMZFqiQStS4SAECgnApMmTaoQFnGcuoX32J3xUYSTcj5DjUoICAEhkAcCBMe6nSiTJ09u0U3fvn0rDhT2CokQEALNiwCJahyyIv+6pXXr1pZAQ7I2kkcOHDhQQfbNu1Q0cyEgBDwIELSCH5sf53GIiV7f0hprrNGiSiKJhSRCQAg0HgJff/11paoilavdgm8ZoiI/BTc33rPXjISAEBACQqD+EcDP5lRWI7bEkeWXX95su+22lpSoxPX1/5w1AyEQhADJHdHhSezIz10hi3uwia677rr2N2TIENlGtZSEgBAQAg2CALZd/GP8IK7zL0XWHFliiSXMiBEj7I9E8fjWJdkgIIJiShxFUEwJoOd2skxCUsTBw7/8FixY0OKqnj17tiAs8v8lQkAICAEvAi+99FILQqI3UziGpqFDh9ofGcPXXHNNgSgEhEADIIAxiYqK/NzBIgSKOJUVV1lllQaYqaYgBKoj8Prrr1dIiTNmzKhc3KNHD7P11lubrbbaSo4WLSIhUIcIvPfeexUHCo4Ur44LAYUfDhSXT46/AAAgAElEQVQ5U+vwAWvIQkAICIEQBMj0iwOFij2QE7/99tvKHZDUcZ44jhQStkiEgBAQAl4EcL66qytCuvHKqquuWiErEqDTr18/ASkEhIAQaAoEZs2aZYmIblLid99912LuK620UoWQSJVEJbtsiqWhSQqBFggQ0PzQQw/Z3+OPP97ib6NGjbKJYsi437VrVyEnBISAEBACQkAIFIQAMafjx4+3xER3At8VV1zRbLHFFmbLLbe0Vc8lQkAINB8CnPsdsqI3+QhorLXWWhWyIj73Dh06NB9ImrEQEAJCoA4RgJDoEBGdf70cJHxeji+dfxdddNE6nGn5hyyCYspnJIJiSgAj3O4QFR3S4hdffNHiLhw/BF6iGEI+4Lf00ktHaFmXCAEh0CgIUDGNCon8qBJFpUQIz26BzOwQEvmXQBuJEBACjY3AY489Zu6//35LVpw/f35lshw0yGQ7bNgwqz9IhECjIECmHwJNH3nkEfP2229XpoWjBUIixERI+RIhIAQaBwHOy07GR/63WyCquLM9irDYOM9dMxECQqB5EHAIiU5mR69ddO21127hRGkeZDRTISAEskJg7ty5lvBMsjcqCvCvl4xDNTAqK2JPcaosdunSJashqB0hIASEQCEI4ENyExH531RV8AqZs6kyyw/f0uqrr17IeNWpEBAC5UTgk08+qZAVx40b12KQznmNRDLoUBIhIASEgBAQAkIgPwRI6AnhCJ8ZP3d8SPfu3S0pkR9JPiVCQAgIAQcBiCskhHT/ILi4haIXxJY5ttE+ffoIQCEgBISAECgBArNnzzb40rHr8i+8AXdyX4bYv39/Gyu5/vrr2598W7V5cCIopsRZBMWUACa4nQ+Ju8KiuzqS01zv3r0rZEWHtKhMFgnA1i1CoIQIkNnKISM6/+L88QpOYzchceWVVy7hbDQkISAEaoXAww8/XKms+OWXX1a65dABUZHsePyrQ0itnoj6yQIB9kQCSflBTHSv7eWWW65SKXHDDTfMoju1IQSEQMkRwPmK05VvAk6UKVOmtBhxmzZtzJAhQyxpcfDgwdaJwn+TCAEhIASEQDkQ+M9//mMdKJCDyOrIz63fMUpsnjhPOLuQ1RGdTyIEhIAQyBIBAnDcZEX+94wZMxbqguA+h6zoBOco02yWT0JtCQEhkDUC06dPr1RHpFrCG2+8sVAXnTp1sudlyIjOv/IvZ/0k1J4QaFwEPv30U0tWJIEgFZvcWfpJug1R0al6v8QSSzQuEJqZEBACQkAICIEaIUDCXoeQiF/MLauttpqtagwpkdgxiRAQAkIgCgIQW7yExe+//77Fre3bt6+QFR3iYufOnaM0r2uEgBAQAv/X3p3/yFEcbAAe4/vCGAMGG2PHDkRAIiUkCoqSH6L840mkRJ+SkENAIDYB+cABx9gYn9j4+PROVKva3p6j3XvM8ZTU6p6jZ3qe7t3p6aq3isBTCtSdzZVQYgY2apYEEksYMXP/n58SvOdqAoo9AQUUewKuw+rnzp0bZKSI/MMpU7OH37zNyZMn14QWU9GkECAwuwLnz59fE0ase7kqW37kyJFhTzWZ0pt3Li4JGc3ufrVlBLZaICMq/u53vxterL5w4cKqzUnPVyWsmB8pCoFZEsjF0AQRSyixHiUx25ke3NPA4Te/+c3g17/+9Sxtum0hQGALBK5cubKqAqUZWMwmpUOf0qA859KpsFUIECBAYHMEEvgpPTqW0XuaPfOeOXNmVSXKq6++ujkb510IECBQCaSTyGZo8fbt26uMtm/fPkiHcTmfzG/TzDO5RutQIkBgswXu3r07SN1xprNnz64s37hxY82mpD6pDiMaBWGz95b3I7C4AmmvkpDib3/72+H84sWLKx82503pcCYdz6Qeysisi3sc+GQECBAgsL4Cd+7cWan3+sMf/jBIJyR1KfXkqSt//fXX1/fNvRoBAkspkDY677333vDa6D/+8Y/h/PPPP19jkbbpJaxY5jt27FhKMx+aAAEC6yGQa7sliJh69Axm1CzpWC7XdjP9+Mc/Hvz0pz8dJEugbL2AgGLPfSCg2BNwg1YvQcUPP/xwJbR4//79Ne+WRj1lhMVUlqfRz6lTpzZoq7wsAQKjBFJhnAtHmT7++OOVUOLNmzfXrJLRAUoYMUGiLKfHboUAAQJPI5BGKqVXvczrHm337ds3rCDOlB6z33zzzad5C+sQ6CWQHt3/+te/roySWPfOlp7ZSq/Lmeeip0KAAIFRAmlYXnp8/Nvf/jYcOaJZDh48uFJ5UoKLGpU7pggQINBfIJ0tNcOIbR0w5TplKlFKz44Cif3tvQIBAhsjkJHH0iCnBBfbOsPIO6d32jqwWIKLu3bt2pgN86oECCyVQDp8KGHEMk/Hl23l2LFjq8KIOefas2fPUnn5sAQIbJ1Afg+WsGI6365LRlese/d/+eWXt25DvTMBAgQIEJgxgdSTp27r//7v/wZ/+ctfVm1drjkkjFim1HEpBAgQ2GiBjNhVwoplngB1XbZt2zbsJLgOLZ4+fXqjN83rEyBAYC4F0paphBHL/NatW2s+SzqbSxCxhBJ1wD67u1tAsee+EVDsCbiJqyc9nX9cdWgxoahmSc8VCSrmhLBM5fbu3bs3cYu9FYHFE7h27dpKEDFhxE8//XR4+/Lly60fNhUyzTDi8ePHFw/GJyJAYCYEEvyqw4ppbFeXAwcODEdpzQ+dTFlOTywKgfUSuHr16jAwlIuYmbJch2bzPuntp4QSjfK5XvJeh8ByCuT/S2lUXipP6t7ci8qJEydWVaCkMmXnzp3LieZTEyBAYAqBjIJY9+iY5WZv3nmZXPMoPTqWipT9+/dP8Q6eQoAAgdkTSGVxQorpfC5TWf7mm29aNzajlJWwYhl1USh79varLSIwKwLp2KE5ImJu37t3b80mZmSydDSXKSO7lmWBn1nZm7aDAIE0vPv9738/yMhPmdLAuS7535Vr/7/4xS+Gc2FqxwwBAgQILJPAv//975XONhNKvH379qqP/+677w5+9atfDUcjzrJCgACBWRBI2/S63r3Z3izbePjw4cHbb789HOE110PLXJv0WdiDtoEAgc0SSGbgk08+GV7rzTz1SZcuXVrz9hm0qIQRy9z/y83aS/3fR0Cxp6GAYk/ALV49oyaV0GL5Z9c2BHfZzPzDawsuPvfcc1v8Sbw9gdkSyN9RGRGxDiJev369dUMTDM6PrjRMSWVxGRlRhfFs7VdbQ2DZBBKeTmDxj3/84yAjTaVH7mbJRaMSVsw8/8cUAtMK5CJlCSJm3tbDe0aaSCgxFS0JJh45cmTal/c8AgQIdBb48ssvV3p8LJUozcrfvGjp7TFhxdKwPOf0CgECBJZRoIzWU4cSHz58uIoiDUrrHh2znAC4QoAAgUUXSMVyHVjMcupl2kpGOsi5Za6tnDx5ctVkxMVFP1J8PgL/E0jd0oULF1amXI/N/4z8Vm0rCTbXIcSyzJMAAQLzJJB6ghJWzLwZvk6HNj/72c+G9QSZGx1qnvaubSVAgACBSQI5388oiZnee++9Nef+qSv/5S9/OQwkpr48nUorBAgQmHWBjKhYOghOnXuWmx2TlM+Q9uh1YDFtaL/3ve/N+ke0fQQIEBgrcOXKlVVBxJLRuX///pr1cp2jGUaUHZjvA0xAsef+E1DsCTiDq+fkML3xJJmdeb2ckZXaygsvvDAcdTGV5qkMywhvZXrppZdm8FPaJAL9BNLQLsGdMqXSOMsllNjWa23e8dlnnx02MClhxDLP349CgACBWRdIQ5hcGE9YsVwkbzY8To9XGVkxYesS2BBanPU9u/Hb9+jRo2HPP2VKg4OMjpjzzrpkxJx33nln2NCgTDmmFAIECGylQBqRl4qTzD/88MPWzWn29pjvQeGbrdxz3psAgfUWSOVx6dGxVKJknnO9ZknDmXp0xAS6FQIECBD4n8B3333XOtpiKqxHldS7NEOL5XZGS1MIEJgfgS+++GJVCLEOJD548KD1g+SaWduoiDqQnZ/9bksJEJheIJ1mlsBighrNko5+S1gxc50aTm/rmQQIECCw9QKpYyphxMyvXbu2aqPSzjJBxDKpZ9r6fWYLCBBYH4G0r01boX/961+rpidPnqx5g717964ZaTF18S+++OL6bIxXIUCAwDoJpO1jPSJiaRs5ajCjDBSWTubqKdd9lcUSEFDsuT8FFHsCztHqORFsCy0mwNg2okT5aBlStg4sNpedNM7RQbBEm5rGdXUAsbmcCuRxJb0X1EHEsvzKK68skaKPSoDAogvk3KAEFUtoMf8vm2Xnzp0rYcUSWsxcJwaLeYTkGKjDiGW57dOm17M0ICihRA3XF/OY8KkILJrA3bt3V3p8TNg6lSj5rdxW0pNtCS7WPT8KXy/aUeHzEFgsgVu3bq2cz9WBxG+++ab1g+acLpUoOZcrocRDhw4tFopPQ4AAgU0QuHr16nC0xdS5ZNS0emprqFM2KRXao8KL27Zt24Qt9xYECDQFEjiug4f18rfffjsSLHVIObeqpzRQMXKAY4wAgWUVSDuUP//5z4M//elPwynLzfOidJCTeoZ0npnJ/8xlPVp8bgIECMyeQDq3Tz1SpnSAmeB9rr3WJR0Svfvuu4Of//znw3m+1xQCBAgsi0Da6DYDi7mdMGNbyUA6dZ17lnNtVAdOy3LE+JwEtk4g13QvXrw4rL+pO/LNfW0lbYKaQcTcziBHyuILCCj23McCij0BF2T1nBDmn+758+eHJ4eXLl1amb766quxn3LPnj1rAozHjh0b5GQy4cVMGb5WIbCeAjku0+Aj8//+979rwoijhpQv25CGHemlqp5y0ShDzieM6EfPeu4tr0WAwDwJ5BwgYcVcMEqjuszTAGfUhaM6tJGLRvm/Ksw9H3u8nO9l/5YQYhqwj2q4nu/HNKgqP77TYODo0aPz8WFtJQECBCYIZJSLUnlSvv9yO6MPt5V0aNIWXEyoXyFAgMBmCaRRZ12BUpbHVfyWc7n6vG7fvn2btcnehwABAkspkP/XzcBiuZ06mVEl17ATXEynkbnWkinnofXc//ClPKR86J4CaTyXTizze69tnmtl6Tl7VEmnbc0QYrmdkRIVAgQIEBgtkGtwJahY5vfv31+1QkZULGHFdKSTZf9fHVUECBAgsBkCn3322Uog8f333x/885//XPO2aVdWwogJJArWb8ae8R4ECMybwI0bN1qDi6PaIyUIVHfiVpYz13HwvO1920tg6wTSuUQCh7m+W+ZledSgRmnjUwcR09lEbqdeRlleAQHFnvteQLEn4BKsntEl6sBiWS5BxmvXrk1USIixhBVLcLE5z+O5b/v27RNfzxMWUyDHWh08LAHEzOvlPOfx48cTERI4bIYQc7vcr/fpiYSeQIAAgaFAegGsA4tlOReU2squXbtW/v+2/S/eu3cv2U0QyH5rdjxRn9ON+i7NOVlpsF43XM/5nEKAAIFlE8jv3brXxxJeHNVYNWHuU6dOralAcfFy2Y4cn5fA+gqk8XxbZUoCiW3ndLt3717To2PO63Qusb77xasRIEBgPQQePnw4MryY3/CTSjraK6HFtgBjHtOJxiRFjy+aQDq1HBdAzOiIk0rCMSV0mAbIdSBRp6yT9DxOgACBbgIJKmZEqnSemamtw7D8pk1QsQQWcw1OIUCAAAECfQRu3rw5+OCDD4aBxIQRM79+/fqal/zJT34yeOedd4ZTgolp/6AQIECAwNMJ5HpnXfeeTtTTkVtGXh9Vcv0znbjVocXcziS8+HT7wVoE5lkgIcSEDusQYqlHH9UBeT7vjh07htd4z5w5syaQOM8etn1jBAQUe7oKKPYEtPrw5LAZWszodakALNO4E8gmYSr96tEXn3/++eGQuJkOHTrUOhdqnL0DMcMh52JOej3JvF4u9zXDiF2Pk/RSW6a2AMwzzzwzezC2iAABAgskkPBbuXB09uzZlR9/+f4fV/K/uwTI01Cu7rQgy5kOHDiwQFLr/1HyvVp/j5blNL4q52VtFSj1liQsUy7g1SPpZP8oBAgQIDBeICPd1JUnWc534aiS8P6oihPhRUcbAQIRSIVJW2+OuS8VLaNKKlFKT47lnC4jvCoECBAgMP8CGU0oDXRS33L58uXhvDnlOvykko6ImiMwph4mU+pfyrJ6lkmSHt9qgXSWlk5kMuW6V+Y5h2qOhJjg76Ry7NixQab8HivLZZ5OZ9L4TSFAgACBrRHI7+ASVvz73/8+XM6I1HXJKNJvv/32cHrrrbeGc6HFrdlf3pUAAQLzIJC69YyGmOmjjz4azlPP0yz57VzCiJknnJjO4BQCBAgQ2FiBdCaV/8u5Ftqcp3P2USXtyes6+LKctsS5JqoQIDCfAskYpC6kOQpirheM63wunTUmhJjru2VelvP/QSEwrYCA4rRSI54noNgT0OpTCWR0iRJWzEh4dXixudy8uDzNGyTEMCnEWMKNGbUpU0YBas6NqDcYpOI2jRrS+K05z36cFDos4cM0nuhask/q0OG4ZY0luup6PgECBDZPIN8XbT8QS+8133333cSNSeVyW3Cx3Jfv/Xz/19O8fjfEIyH9esr3aUKHbSHE3DfN92wMSwCxeUEutxOWUQgQIEBg/QTy/zxBxbbKk3E9teX/cVuPj7lPT7zrt3+8EoFZEEhnEm3nyblvXAgxlah1RUqpUHnjjTcGOedTCBAgQGB5BXKNoIQWR4UY20bbbRNLIKsZXKwDjPVyrssoBPoK5PynBA3r0OGo5UePHk31ljl3aoYO69sJJaoPnIrSkwgQIDATArnmVoKKCStmhKv8jm4WocWZ2F02ggABAlsuMG0YMXUzGZm3HiEx9TIKAQIECMyWQNqXjwov5n/+qJKgUjrNL1NC6PXtLOdaqEKAwOYKpH1k6sxLx3PNDuhyO21PR5Wcw7XVm6f+3Lnc5u7LRX43AcWee1dAsSeg1dddoBlYTOVkGumnZ9TM25anrWCftLEJyJXgYluIsXlfnpswRKaM1leW63mX+/PcVLA2p3y+p7k/YcO2oOG4+6YJjUxyzOPpQSoNGhIMLfPmciqJM5UgYh5XCBAgQGDxBdJgroQV86Oy7rygLN+9e7czRCqfm6HF5u38SN2xY0fnKRuT79WuU4KEJXiYXr2aQcTcnma0gybGwYMHh9+f9fdoGREh4cNMR48e7WxoBQIECBDYGIFcQG3r8TH3jQsvpuIk/9MTVEwlSVvFSX6XKgQIbL1ArqfUo/fUlSoZeTznv+PO+3Iul4qTtl4dXS/Z+v1rCwgQIDDPAm0jL5ZOkep5l84jc57aHIHx8OHDg1yvaJsSaCz3px5EWSyB0rllrn2NmlLH1wwjjmto0iaUuqZ0XpYpx1/m+Z3UDB8a4WSxji+fhgABAm0COYf54IMPBu+///5wnmlUaPEHP/jBIB38ZF6mnJcoBAgQIDD/AqljOXfu3ODs2bPDKctt3wcljPijH/1oUKYf/vCH8w/gExAgQGDJBdLGrC28eOnSpUE6wJpUcg1pUogx1zwVAgSmE0h7z7bwYV2HPm5U1PIu+c2ea77NevPcPnHixHQb41kEeggIKPbAy6oCij0BrT4TAmVUv0lBxjyecN6oqUsF/Ex88A3YiIQrE/AoI03W8/37968KHI4KHuZ+jWQ3YOd4SQIECCyRQIJ7zdGXS3gx83z3Nxs8rVeHBZvNnMBkflgnTFka66UReh1AbAYRjZSz2XvJ+xEgQGDjBHKRtg4v1su5eDupZCSbcT0/5jGj5k5S9DiB8QLpNGpU+LDcn8aRk0rO79oqUtLLo5GoJul5nAABAgQ2WiCNdtqCi233T9OIYNT2pp5hmiBj/ZzSuWTmaThUbgs7Pv1RkY4T0rFW5mUqHW3V19zarsGt1zW57McSOKxDh6PuSzBWIUCAAAECowRyHlMHFkeFFrN+OgOrA4sJMJ4+fRouAQIECMyoQH6X1CHEspz2f80ijDijO9FmESBAYJMFcp2r2XFb6t7r+77++uuJW5X203VdfK5bpX4+U92BW267djWR0xPmVCB1BOl8rnRAVy/XIyAmozGppH4g4cN0zl06nquXc59680mKHt9oAQHFnsICij0Brb5QAqOCi2kw2vZYKm3bRjZ82vsSrGgbhbHPfaPChjlxbntMw9WFOqR9GAIECCyVQHpdrxtIJeTYbDD14MGDVaMgZqSbelTEUbcDmQtJ9eiL426Xx9Jorm5QV4cQy/35TlYIECBAgECbQH6HJrCYXh5TWdKsNMl9+e6aVMrIIm2jMCYEnwoTPcdPUvT4ogrkHDKVKGnIOKpHxytXrkz8+Ll2M6oS5fjx48Ngor+ziYyeQIAAAQJzIpAGPs0wYxr0pNHouCnXadazg6lcfxkVXmyGGdtupz4kIcdSB1OWu97X9vxt27at1B/lM6feqMzr5Wkeaz4/vwHqUGEzZDjN7fU81HK9K41GmlPOfcp9baMfOjdaz73gtQgQIECgTSC/9z/++OPBRx99NJyXKecyzZJzhddff31w5syZVVM6FVIIECBAYHME8nvy008/XTN9/vnnrRuQ665vvvnmyvTWW28NA+gKAQIECBCYRiDtwktgsVkPX25PE7gq75XrYG3Bxfq+ejnXDxUCWyGQc6620OGoIOK0gz/ld3WpL2+GEMtto5JuxR73nl0FBBS7ijWeL6DYE9DqBAgQIECAAAECBAgQIECAAIEtEsiIw23Bxfq+NGieVBKqb/b22FaBUnqCzMVlhcAsCqRDimkrVPK8NOCfptSVKW0VKgkAKwQIECBAgMBkgdKZ1KQwY3k8z8/3dTrvqIN3ub2eYcfJW75YzyjBznScVYc8R4UN2wKI5T4jWS7WseHTECBAYBkEzp07tyqwmADjqPBLOjRohhbLbQ2Kl+Fo8RkJENgIgVyXbQsijuooLr9Z6iBiWU4dhkKAAAECBDZSIJ3j16Mulk7b8l2W5TLP8jR18vW2tgUX607ws6wj/I3cu/P92qkTbxu8oTmYQzoWbI58OE0n2LVO2ohkSsfYzXnqyEs9eh5TCCyCgIBiz70ooNgT0OoECBAgQIAAAQIECBAgQIAAgRkW+PLLL0f2/nj16tVhxUkuXncp+/fvb+0BsgQYS4VKXXGi4XIXYc8tAnUlSipPmhUoJYxY5nl+l7Jv376VipRmCLEOImp02EXVcwkQIECAwOYIpBHGqPBiHWYc9Zysn4ZDzdEN1+N2epUuIzNmXo+y2Pd2c+TIZsiwvj3qsc3ZQ96FAAECBAjMj8CNGzcGCS5+8sknK/Msjwou5jrB6dOnB6+99trgxIkTw3k95fteIUCAwDIL5DruxYsXh9OlS5dWli9cuDCsk2gr+f2S0WzfeOON4bxM3//+95eZ0mcnQIAAgTkRSBCsDiw2Q4z1Y/mefNqyY8eOQR1kbAsxlsebj6VetHRWlg6Mlc0XSDjw/v37K9e1m4HC3J4meJjXeNqSjufawoajQojaeTyttPXmVUBAseeeE1DsCWh1AgQIECBAgAABAgQIECBAgMCcC2QEmlGVJG0VKU9zwTuhxmavj9NUntQVJ3POvHSbf+fOnUFbpco0FSul4qUrWhrsj6tQqR/LciriFAIECBAgQIAAAQIECBAgQIBAm0CuTzRDiwkynj9/fixYHVpsBhgTwFEIECCwCALpHLEZQCyhxJs3b478iGkUXwcQSyDx5MmTi8DiMxAgQIAAgYkC6dysbTTGfH+mHjXz5nK5nXr99SjpdCUhxQQWy3ya5UnPTV1t6axt1LzuwG3Sc/P4NB3J1p3OPX78eFWndF1vl07t0vFdCROOWp70eL1entt1pM1R+3rXrl3Dthc5rypTfbssl46l6zryrKsQIDBaQECx59EhoNgT0OoECBAgQIAAAQIECBAgQIAAgSUTSMVIKk3G9QKZnh/rypNc+O9TUvFQj8iY5TIiTFtFyKTKkVEVLMvQw332xTQVKl2ek8qwZm+Offd5jpe6QiUVKG3hw/q+Q4cO9TnMrEuAAAECBAgQIECAAAECBAgQmCiQhqWfffbZMKjYnBLOGVeOHj26arTFOsDousZEek8gQGCTBUYFEHN/rh+PKrmue+rUqVVTAoi579ixY5v8KbwdAQIECBBYHIGMwNcWYJwUbMw66Vw239+lDnheVBJSrIOMaTfQDB3Oy2dJgLOMYpm2DqMChrl/XAAxr6EQILAxAgKKPV0FFHsCWp0AAQIECBAgQIAAAQIECBAgQGCiQKkUmaZypK13yKy3GaVUCpSAY6ns6NqTY54/7TqpQGlWojxNL4/j1im9N2b+4MGDzaAcZNTMth4bmxUq4ypXNmVDvQkBAgQIECBAgAABAgQIECBAYJ0Ecn2mLbh44cKF4f1pUDyqHD58eFV48bXXXhu8/PLLwynBRqMvrtNO8jIECKwIpCPCjISY6fLly8MREetpXCd0L7744qCEDksYsdxOp3IKAQIECBAgMLsCGcWxhBXTEW1ZHjWf9JzyeH7vlHrvuu562uW252VbJ5W6Xn7ccpfnlSBh5qXj5Pq+aR5vrrcMnSVP2lceJzDrAgKKPfeQgGJPQKsTIECAAAECBAgQIECAAAECBAhsuEAqMupwY0KM01aEtFWkjFo3lR6LXhK6bFaejKtUGfVY8/5mD48qWBb9SPL5CBAgQIAAAQIECBAgQIAAga4Cly5dWgkwltBiCTRmRJNx5bnnnlsVWKzDiyXEeODAga6b5PkECCyowJUrV4bBwzJvWx4Xmg7L8ePHh6MetgURcz1YIUCAAAECBAhstECzo98EFpudBW/0Nnh9AgSWR0BAsee+FlDsCWh1AgQIECBAgAABAgQIECBAgACBhRHI6IJ1oLFPb45Zd9z65bEySmM9WmOX3hvbRnlsrl9GhEwwMcsKAQIECBAgQIAAAQIECBAgQIDAbAkkRNQMLX7xxReDMuW61aRy8KBlo6wAABUQSURBVODBsSHGBBmFiiYpepzAbAukkX4Z9XBc+HDc6IflEx45cmTwyiuvDKdXX311TRDRteTZPhZsHQECBAgQIECAAAEC6ysgoNjTU0CxJ6DVCRAgQIAAAQIECBAgQIAAAQIECBAgQIAAAQIECBAgQIAAAQIECBAgsIECX3311TCs+J///GcltFjCi+W+e/fuTdyC/fv3D44ePboqyJjbzz///Krp8OHDE1/LEwgQWD+BdJx3/fr1VVP+7uuRDxNIzDRNeemll1bChyWEeOzYsVX3pUM7hQABAgQIECBAgAABAgT+JyCg2PNIEFDsCWh1AgQIECBAgAABAgQIECBAgAABAgQIECBAgAABAgQIECBAgAABAgQIbLHA119/vRJeHBVkvH379lRb+cwzz6wEFhNWbAYY225P9cKeRGBJBBIYbgYOczt/p23337lzZ2qZEjgcFTzM/Tt37pz69TyRAAECBAgQIECAAAECBAQUex8DAoq9Cb0AAQIECBAgQIAAAQIECBAgQIAAAQIECBAgQIAAAQIECBAgQIAAAQIEZl7g5s2bq0ZgTJAxI7Jdu3ZtZcqobTdu3Oj0WbZt29YaYmwLN+a+gwcPDnbv3t3pPTyZwFYJPHnyZHDr1q3h1BYubLvv7t27nTY3fw9HjhxZNb3wwguD5qiHCR8mQKwQIECAAAECBAgQIECAwPoKGEGxp6eAYk9AqxMgQIAAAQIECBAgQIAAAQIECBAgQIAAAQIECBAgQIAAAQIECBAgQGCBBB49ejQMLCasWIcXm8vl8YwK17VkhLcEFTMdOHBg1bztvvKc+rF9+/Z1fVvPXzKBhw8fDoOFGT20bT7NfdOOPFrT7tmzZ03gsA4gJnxY385xrRAgQIAAAQIECBAgQIDA1gkIKPa0F1DsCWh1AgQIECBAgAABAgQIECBAgAABAgQIECBAgAABAgQIECBAgAABAgQILLHA48ePJwYa6zBjQmH379/vLbZ9+/apwo179+4dJDCWUeqmnRulrvfu6fQCDx48GB4T33777ap5233lOSV0OC6AeO/evU7b0fbkjBCaAOGzzz47NnRYAocJHyZQqxAgQIAAAQIECBAgQIDA/AgIKPbcVwKKPQGtToAAAQIECBAgQIAAAQIECBAgQIAAAQIECBAgQIAAAQIECBAgQIAAAQKdBBJIu3nz5nBUuzKvl6d57O7du53es8uTd+3a1RponDbkmPUTckyIsp633dd8zqjb06z75MmTQQKjGQXzaeZPs05GKUyQcFyYsBk8LLfLOnnfjSg7duxYCReWETsTNOy6vBHb5jUJECBAgAABAgQIECBAYHYEBBR77gsBxZ6AVidAgAABAgQIECBAgAABAgQIECBAgAABAgQIECBAgAABAgQIECBAgACBTRdICG9cuLEEHhNkTCBu3FSCcuU5GxWY23SkOXnDBDozuuW0U4Ki04QM9+3bNycCNpMAAQIECBAgQIAAAQIEtlJAQLGnvoBiT0CrEyBAgAABAgQIECBAgAABAgQIECBAgAABAgQIECBAgAABAgQIECBAgMBCCWSEx0mhxnGPZ/0yGmHbaIb1fev5eEZZbI602DYiY33fejw+bbBw1POyzQoBAgQIECBAgAABAgQIENgqAQHFnvI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DiXu81GEyBAgAABAgQIECBAgAABAgQIECBAgAABAgQIECBAgAABAgQIECBAgAABAgQIECBAgAABAgQIECBAgAABAuMEtuEhQIAAAQIECBAgQIAAAQIECBAgQIAAAQIECBAgQIAAAQIECBAgQIAAAQIECBAgQIAAAQIECBAgQIAAAQIECHQVEFDsKub5BAgQIECAAAECBAgQIECAAAECBAgQIECAAAECBAgQIECAAAECBAgQIECAAAECBAgQIECAAAECBAgQIECAwEBA0U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b4fxUuCO/CoV37AAAAAElFTkSuQmCC"/>
          <p:cNvSpPr>
            <a:spLocks noChangeAspect="1" noChangeArrowheads="1"/>
          </p:cNvSpPr>
          <p:nvPr/>
        </p:nvSpPr>
        <p:spPr bwMode="auto">
          <a:xfrm>
            <a:off x="63500" y="-136525"/>
            <a:ext cx="8629650" cy="1914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data:image/png;base64,iVBORw0KGgoAAAANSUhEUgAADigAAAMkCAYAAACYokmNAAAAAXNSR0IArs4c6QAALeV0RVh0bXhmaWxlACUzQ214R3JhcGhNb2RlbCUzRSUzQ3Jvb3QlM0UlM0NteENlbGwlMjBpZCUzRCUyMjAlMjIlMkYlM0UlM0NteENlbGwlMjBpZCUzRCUyMjElMjIlMjBwYXJlbnQlM0QlMjIwJTIyJTJGJTNFJTNDVXNlck9iamVjdCUyMGxhYmVsJTNEJTIyJTIyJTIwcGxhbnRVbWxEYXRhJTNEJTIyJTdCJTI2JTIzMTAlM0IlMjAlMjAlMjZxdW90JTNCZGF0YSUyNnF1b3QlM0IlM0ElMjAlMjZxdW90JTNCJTQwc3RhcnR1bWwlNUNuJTVDbmFjdG9yJTIwU3lzdGVtJTVDbmFjdG9yJTIwVXNlciU1Q24lNUNuU3lzdGVtJTIwLS0lMjZndCUzQiUyMChSZWdpc3RlciklNUNuU3lzdGVtJTIwLS0lMjZndCUzQiUyMChMb2dpbiklNUNuU3lzdGVtJTIwLS0lMjZndCUzQiUyMChTZWxlY3QlMjBNb2RlbCklNUNuU3lzdGVtJTIwLS0lMjZndCUzQiUyMChQcmVkaWN0aW9uKSU1Q25TeXN0ZW0lMjAtLSUyNmd0JTNCJTIwKEdlbmVyYXRlJTIwUmVzdWx0cyklNUNuU3lzdGVtJTIwLS0lMjZndCUzQiUyMChWaWV3JTIwUmVzdWx0cyklNUNuJTVDblVzZXIlMjAtLSUyNmd0JTNCJTIwKFJlZ2lzdGVyKSU1Q25Vc2VyJTIwLS0lMjZndCUzQiUyMChMb2dpbiklNUNuVXNlciUyMC0tJTI2Z3QlM0IlMjAoU2VsZWN0JTIwTW9kZWwpJTVDblVzZXIlMjAtLSUyNmd0JTNCJTIwKFByZWRpY3Rpb24pJTVDblVzZXIlMjAtLSUyNmd0JTNCJTIwKEdlbmVyYXRlJTIwUmVzdWx0cyklNUNuVXNlciUyMC0tJTI2Z3QlM0IlMjAoVmlldyUyMFJlc3VsdHMpJTVDbiU1Q24lNDBlbmR1bWwlNUNuJTI2cXVvdCUzQiUyQyUyNiUyMzEwJTNCJTIwJTIwJTI2cXVvdCUzQmZvcm1hdCUyNnF1b3QlM0IlM0ElMjAlMjZxdW90JTNCc3ZnJTI2cXVvdCUzQiUyNiUyMzEwJTNCJTdEJTIyJTIwaWQlM0QlMjIyJTIyJTNFJTNDbXhDZWxsJTIwc3R5bGUlM0QlMjJzaGFwZSUzRGltYWdlJTNCbm9MYWJlbCUzRDElM0J2ZXJ0aWNhbEFsaWduJTNEdG9wJTNCYXNwZWN0JTNEZml4ZWQlM0JpbWFnZUFzcGVjdCUzRDAlM0JpbWFnZSUzRGRhdGElM0FpbWFnZSUyRnN2ZyUyQnhtbCUyQ1BEOTRiV3dnZG1WeWMybHZiajBpTVM0d0lpQmxibU52WkdsdVp6MGlkWE10WVhOamFXa2lJSE4wWVc1a1lXeHZibVU5SW01dklqOCUyQlBITjJaeUI0Yld4dWN6MGlhSFIwY0RvdkwzZDNkeTUzTXk1dmNtY3ZNakF3TUM5emRtY2lJSGh0Ykc1ek9uaHNhVzVyUFNKb2RIUndPaTh2ZDNkM0xuY3pMbTl5Wnk4eE9UazVMM2hzYVc1cklpQmpiMjUwWlc1MFUzUjViR1ZVZVhCbFBTSjBaWGgwTDJOemN5SWdhR1ZwWjJoMFBTSXhPREZ3ZUNJZ2NISmxjMlZ5ZG1WQmMzQmxZM1JTWVhScGJ6MGlibTl1WlNJZ2MzUjViR1U5SW5kcFpIUm9Pamc0Tm5CNE8yaGxhV2RvZERveE9ERndlRHRpWVdOclozSnZkVzVrT2lOR1JrWkdSa1k3SWlCMlpYSnphVzl1UFNJeExqRWlJSFpwWlhkQ2IzZzlJakFnTUNBNE9EWWdNVGd4SWlCM2FXUjBhRDBpT0RnMmNIZ2lJSHB2YjIxQmJtUlFZVzQ5SW0xaFoyNXBabmtpUGp4a1pXWnpMejQ4Wno0OElTMHRaVzUwYVhSNUlGTjVjM1JsYlMwdFBqeG5JR2xrUFNKbGJHVnRYMU41YzNSbGJTSSUyQlBHVnNiR2x3YzJVZ1kzZzlJak0xTnlJZ1kzazlJakUwSWlCbWFXeHNQU0lqUmpGR01VWXhJaUJ5ZUQwaU9DSWdjbms5SWpnaUlITjBlV3hsUFNKemRISnZhMlU2SXpFNE1UZ3hPRHR6ZEhKdmEyVXRkMmxrZEdnNk1DNDFPeUl2UGp4d1lYUm9JR1E5SWswek5UY3NNaklnVERNMU55dzBPU0JOTXpRMExETXdJRXd6TnpBc016QWdUVE0xTnl3ME9TQk1NelEwTERZMElFMHpOVGNzTkRrZ1RETTNNQ3cyTkNBaUlHWnBiR3c5SW01dmJtVWlJSE4wZVd4bFBTSnpkSEp2YTJVNkl6RTRNVGd4T0R0emRISnZhMlV0ZDJsa2RHZzZNQzQxT3lJdlBqeDBaWGgwSUdacGJHdzlJaU13TURBd01EQWlJR1p2Ym5RdFptRnRhV3g1UFNKellXNXpMWE5sY21sbUlpQm1iMjUwTFhOcGVtVTlJakUwSWlCc1pXNW5kR2hCWkdwMWMzUTlJbk53WVdOcGJtY2lJSFJsZUhSTVpXNW5kR2c5SWpReklpQjRQU0l6TXpVdU5TSWdlVDBpTnpndU56TTBOQ0klMkJVM2x6ZEdWdFBDOTBaWGgwUGp3dlp6NDhJUzB0Wlc1MGFYUjVJRlZ6WlhJdExUNDhaeUJwWkQwaVpXeGxiVjlWYzJWeUlqNDhaV3hzYVhCelpTQmplRDBpTkRVd0lpQmplVDBpTVRRaUlHWnBiR3c5SWlOR01VWXhSakVpSUhKNFBTSTRJaUJ5ZVQwaU9DSWdjM1I1YkdVOUluTjBjbTlyWlRvak1UZ3hPREU0TzNOMGNtOXJaUzEzYVdSMGFEb3dMalU3SWk4JTJCUEhCaGRHZ2daRDBpVFRRMU1Dd3lNaUJNTkRVd0xEUTVJRTAwTXpjc016QWdURFEyTXl3ek1DQk5ORFV3TERRNUlFdzBNemNzTmpRZ1RUUTFNQ3cwT1NCTU5EWXpMRFkwSUNJZ1ptbHNiRDBpYm05dVpTSWdjM1I1YkdVOUluTjBjbTlyWlRvak1UZ3hPREU0TzNOMGNtOXJaUzEzYVdSMGFEb3dMalU3SWk4JTJCUEhSbGVIUWdabWxzYkQwaUl6QXdNREF3TUNJZ1ptOXVkQzFtWVcxcGJIazlJbk5oYm5NdGMyVnlhV1lpSUdadmJuUXRjMmw2WlQwaU1UUWlJR3hsYm1kMGFFRmthblZ6ZEQwaWMzQmhZMmx1WnlJZ2RHVjRkRXhsYm1kMGFEMGlNamdpSUhnOUlqUXpOaUlnZVQwaU56Z3VOek0wTkNJJTJCVlhObGNqd3ZkR1Y0ZEQ0OEwyYyUyQlBHY2dhV1E5SW1Wc1pXMWZVbVZuYVhOMFpYSWlQanhsYkd4cGNITmxJR040UFNJMU55NHdPRE16SWlCamVUMGlNVFU0TGpBNU5UWWlJR1pwYkd3OUlpTkdNVVl4UmpFaUlISjRQU0kxTVM0d09ETXpJaUJ5ZVQwaU1UTXVOVGsxTmlJZ2MzUjViR1U5SW5OMGNtOXJaVG9qTVRneE9ERTRPM04wY205clpTMTNhV1IwYURvd0xqVTdJaTglMkJQSFJsZUhRZ1ptbHNiRDBpSXpBd01EQXdNQ0lnWm05dWRDMW1ZVzFwYkhrOUluTmhibk10YzJWeWFXWWlJR1p2Ym5RdGMybDZaVDBpTVRRaUlHeGxibWQwYUVGa2FuVnpkRDBpYzNCaFkybHVaeUlnZEdWNGRFeGxibWQwYUQwaU5UWWlJSGc5SWpJNUxqQTRNek1pSUhrOUlqRTJNUzQ0TXpjM0lqNVNaV2RwYzNSbGNqd3ZkR1Y0ZEQ0OEwyYyUyQlBHY2dhV1E5SW1Wc1pXMWZURzluYVc0aVBqeGxiR3hwY0hObElHTjRQU0l4TnprdU1qTTBJaUJqZVQwaU1UVTRMakE1TlRZaUlHWnBiR3c5SWlOR01VWXhSakVpSUhKNFBTSXpOaTR5TXpRaUlISjVQU0l4TXk0MU9UVTJJaUJ6ZEhsc1pUMGljM1J5YjJ0bE9pTXhPREU0TVRnN2MzUnliMnRsTFhkcFpIUm9PakF1TlRzaUx6NDhkR1Y0ZENCbWFXeHNQU0lqTURBd01EQXdJaUJtYjI1MExXWmhiV2xzZVQwaWMyRnVjeTF6WlhKcFppSWdabTl1ZEMxemFYcGxQU0l4TkNJZ2JHVnVaM1JvUVdScWRYTjBQU0p6Y0dGamFXNW5JaUIwWlhoMFRHVnVaM1JvUFNJek5TSWdlRDBpTVRZeExqY3pOQ0lnZVQwaU1UWXhMamd6TnpjaVBreHZaMmx1UEM5MFpYaDBQand2Wno0OFp5QnBaRDBpWld4bGJWOVRaV3hsWTNRZ1RXOWtaV3dpUGp4bGJHeHBjSE5sSUdONFBTSXpNVE11T0RnM09DSWdZM2s5SWpFMU9DNHhOemMySWlCbWFXeHNQU0lqUmpGR01VWXhJaUJ5ZUQwaU5qTXVPRGczT0NJZ2NuazlJakUxTGpFM056WWlJSE4wZVd4bFBTSnpkSEp2YTJVNkl6RTRNVGd4T0R0emRISnZhMlV0ZDJsa2RHZzZNQzQxT3lJdlBqeDBaWGgwSUdacGJHdzlJaU13TURBd01EQWlJR1p2Ym5RdFptRnRhV3g1UFNKellXNXpMWE5sY21sbUlpQm1iMjUwTFhOcGVtVTlJakUwSWlCc1pXNW5kR2hCWkdwMWMzUTlJbk53WVdOcGJtY2lJSFJsZUhSTVpXNW5kR2c5SWpnMElpQjRQU0l5TnpFdU9EZzNPQ0lnZVQwaU1UWXhMamt4T1RjaVBsTmxiR1ZqZENCTmIyUmxiRHd2ZEdWNGRENDhMMmMlMkJQR2NnYVdROUltVnNaVzFmVUhKbFpHbGpkR2x2YmlJJTJCUEdWc2JHbHdjMlVnWTNnOUlqUTNNaTR3TXpZM0lpQmplVDBpTVRVNExqRXdOek1pSUdacGJHdzlJaU5HTVVZeFJqRWlJSEo0UFNJMU9DNDFNelkzSWlCeWVUMGlNVFF1TVRBM015SWdjM1I1YkdVOUluTjBjbTlyWlRvak1UZ3hPREU0TzNOMGNtOXJaUzEzYVdSMGFEb3dMalU3SWk4JTJCUEhSbGVIUWdabWxzYkQwaUl6QXdNREF3TUNJZ1ptOXVkQzFtWVcxcGJIazlJbk5oYm5NdGMyVnlhV1lpSUdadmJuUXRjMmw2WlQwaU1UUWlJR3hsYm1kMGFFRmthblZ6ZEQwaWMzQmhZMmx1WnlJZ2RHVjRkRXhsYm1kMGFEMGlOekFpSUhnOUlqUXpOeTR3TXpZM0lpQjVQU0l4TmpFdU9EUTVOU0klMkJVSEpsWkdsamRHbHZiand2ZEdWNGRENDhMMmMlMkJQR2NnYVdROUltVnNaVzFmUjJWdVpYSmhkR1VnVW1WemRXeDBjeUklMkJQR1ZzYkdsd2MyVWdZM2c5SWpZME1DNDVNemcwSWlCamVUMGlNVFUzTGprNE56Y2lJR1pwYkd3OUlpTkdNVVl4UmpFaUlISjRQU0kzTlM0ME16ZzBJaUJ5ZVQwaU1UY3VORGczTnlJZ2MzUjViR1U5SW5OMGNtOXJaVG9qTVRneE9ERTRPM04wY205clpTMTNhV1IwYURvd0xqVTdJaTglMkJQSFJsZUhRZ1ptbHNiRDBpSXpBd01EQXdNQ0lnWm05dWRDMW1ZVzFwYkhrOUluTmhibk10YzJWeWFXWWlJR1p2Ym5RdGMybDZaVDBpTVRRaUlHeGxibWQwYUVGa2FuVnpkRDBpYzNCaFkybHVaeUlnZEdWNGRFeGxibWQwYUQwaU1URXlJaUI0UFNJMU9EUXVPVE00TkNJZ2VUMGlNVFl4TGpjeU9Ua2lQa2RsYm1WeVlYUmxJRkpsYzNWc2RITThMM1JsZUhRJTJCUEM5blBqeG5JR2xrUFNKbGJHVnRYMVpwWlhjZ1VtVnpkV3gwY3lJJTJCUEdWc2JHbHdjMlVnWTNnOUlqZ3hOUzQzT0RJM0lpQmplVDBpTVRVM0xqYzFOalVpSUdacGJHdzlJaU5HTVVZeFJqRWlJSEo0UFNJMk5DNHlPREkzSWlCeWVUMGlNVFV1TWpVMk5TSWdjM1I1YkdVOUluTjBjbTlyWlRvak1UZ3hPREU0TzNOMGNtOXJaUzEzYVdSMGFEb3dMalU3SWk4JTJCUEhSbGVIUWdabWxzYkQwaUl6QXdNREF3TUNJZ1ptOXVkQzFtWVcxcGJIazlJbk5oYm5NdGMyVnlhV1lpSUdadmJuUXRjMmw2WlQwaU1UUWlJR3hsYm1kMGFFRmthblZ6ZEQwaWMzQmhZMmx1WnlJZ2RHVjRkRXhsYm1kMGFEMGlPRFVpSUhnOUlqYzNNeTR5T0RJM0lpQjVQU0l4TmpFdU5EazROeUklMkJWbWxsZHlCU1pYTjFiSFJ6UEM5MFpYaDBQand2Wno0OElTMHRiR2x1YXlCVGVYTjBaVzBnZEc4Z1VtVm5hWE4wWlhJdExUNDhaeUJwWkQwaWJHbHVhMTlUZVhOMFpXMWZVbVZuYVhOMFpYSWlQanh3WVhSb0lHUTlJazB6TXpVdU5ESXNOVEl1TVRNZ1F6STRNaTR3T1N3M01pNHlNaUF4TkRrdU5qZzBPU3d4TWpJdU1EZzFNU0E1TUM0ek56UTVMREUwTkM0ME1qVXhJQ0lnWm1sc2JEMGlibTl1WlNJZ2FXUTlJbE41YzNSbGJTMTBieTFTWldkcGMzUmxjaUlnYzNSNWJHVTlJbk4wY205clpUb2pNVGd4T0RFNE8zTjBjbTlyWlMxM2FXUjBhRG94TGpBN0lpOCUyQlBIQnZiSGxuYjI0Z1ptbHNiRDBpSXpFNE1UZ3hPQ0lnY0c5cGJuUnpQU0k0TkM0M05pd3hORFl1TlRRc09UUXVOVGt5TXl3eE5EY3VNVEV3T1N3NE9TNDBNemt4TERFME5DNDNOemMyTERreExqYzNNalFzTVRNNUxqWXlORE1zT0RRdU56WXNNVFEyTGpVMElpQnpkSGxzWlQwaWMzUnliMnRsT2lNeE9ERTRNVGc3YzNSeWIydGxMWGRwWkhSb09qRXVNRHNpTHo0OEwyYyUyQlBDRXRMV3hwYm1zZ1UzbHpkR1Z0SUhSdklFeHZaMmx1TFMwJTJCUEdjZ2FXUTlJbXhwYm10ZlUzbHpkR1Z0WDB4dloybHVJajQ4Y0dGMGFDQmtQU0pOTXpNMUxqRTNMRFUzTGpnMklFTXlPVGt1TXpRc09EQXVOaUF5TXpNdU9ETTBPQ3d4TWpJdU1UZ3pNaUF5TURFdU1qYzBPQ3d4TkRJdU9EWXpNaUFpSUdacGJHdzlJbTV2Ym1VaUlHbGtQU0pUZVhOMFpXMHRkRzh0VEc5bmFXNGlJSE4wZVd4bFBTSnpkSEp2YTJVNkl6RTRNVGd4T0R0emRISnZhMlV0ZDJsa2RHZzZNUzR3T3lJdlBqeHdiMng1WjI5dUlHWnBiR3c5SWlNeE9ERTRNVGdpSUhCdmFXNTBjejBpTVRrMkxqSXhMREUwTmk0d09Dd3lNRFV1T1RVeE55d3hORFF1TmpNeE15d3lNREF1TkRNd055d3hORE11TXprNU15d3lNREV1TmpZeU5pd3hNemN1T0RjNE1pd3hPVFl1TWpFc01UUTJMakE0SWlCemRIbHNaVDBpYzNSeWIydGxPaU14T0RFNE1UZzdjM1J5YjJ0bExYZHBaSFJvT2pFdU1Ec2lMejQ4TDJjJTJCUENFdExXeHBibXNnVTNsemRHVnRJSFJ2SUZObGJHVmpkQ0JOYjJSbGJDMHRQanhuSUdsa1BTSnNhVzVyWDFONWMzUmxiVjlUWld4bFkzUWdUVzlrWld3aVBqeHdZWFJvSUdROUlrMHpORE11TURRc09EQXVOamtnUXpNek5DNDVOU3d4TURFdU9UVWdNekkzTGpNMU16Y3NNVEl4TGprd01qSWdNekl4TGpRMk16Y3NNVE0zTGpNNE1qSWdJaUJtYVd4c1BTSnViMjVsSWlCcFpEMGlVM2x6ZEdWdExYUnZMVk5sYkdWamRDQk5iMlJsYkNJZ2MzUjViR1U5SW5OMGNtOXJaVG9qTVRneE9ERTRPM04wY205clpTMTNhV1IwYURveExqQTdJaTglMkJQSEJ2YkhsbmIyNGdabWxzYkQwaUl6RTRNVGd4T0NJZ2NHOXBiblJ6UFNJek1Ua3VNek1zTVRReUxqazVMRE15Tmk0eU5qa3hMREV6Tmk0d01EQTRMRE15TVM0eE1EZ3hMREV6T0M0ek1UWTRMRE14T0M0M09USXNNVE16TGpFMU5UZ3NNekU1TGpNekxERTBNaTQ1T1NJZ2MzUjViR1U5SW5OMGNtOXJaVG9qTVRneE9ERTRPM04wY205clpTMTNhV1IwYURveExqQTdJaTglMkJQQzluUGp3aExTMXNhVzVySUZONWMzUmxiU0IwYnlCUWNtVmthV04wYVc5dUxTMCUyQlBHY2dhV1E5SW14cGJtdGZVM2x6ZEdWdFgxQnlaV1JwWTNScGIyNGlQanh3WVhSb0lHUTlJazB6TnpndU5qTXNOalV1TWpVZ1F6UXdNaTR6TVN3NE9DNDFNeUEwTXpVdU1qTXdNeXd4TWpBdU9EYzBPQ0EwTlRRdU56WXdNeXd4TkRBdU1EWTBPQ0FpSUdacGJHdzlJbTV2Ym1VaUlHbGtQU0pUZVhOMFpXMHRkRzh0VUhKbFpHbGpkR2x2YmlJZ2MzUjViR1U5SW5OMGNtOXJaVG9qTVRneE9ERTRPM04wY205clpTMTNhV1IwYURveExqQTdJaTglMkJQSEJ2YkhsbmIyNGdabWxzYkQwaUl6RTRNVGd4T0NJZ2NHOXBiblJ6UFNJME5Ua3VNRFFzTVRRMExqSTNMRFExTlM0ME1qTTVMREV6TlM0eE1Ea3NORFUxTGpRM016WXNNVFF3TGpjMk5UWXNORFE1TGpneE5qa3NNVFF3TGpneE5UTXNORFU1TGpBMExERTBOQzR5TnlJZ2MzUjViR1U5SW5OMGNtOXJaVG9qTVRneE9ERTRPM04wY205clpTMTNhV1IwYURveExqQTdJaTglMkJQQzluUGp3aExTMXNhVzVySUZONWMzUmxiU0IwYnlCSFpXNWxjbUYwWlNCU1pYTjFiSFJ6TFMwJTJCUEdjZ2FXUTlJbXhwYm10ZlUzbHpkR1Z0WDBkbGJtVnlZWFJsSUZKbGMzVnNkSE1pUGp4d1lYUm9JR1E5SWswek56Z3VOeXcxT0M0MUlFTXpPVEF1TURrc05qVXVOekVnTkRBMExqUTJMRGMwTGpJeElEUXhPQ3c0TUM0MUlFTTBOemN1TURJc01UQTNMamt5SURVME1pNDVPVEF5TERFeU9TNHhNRGswSURVNE9DNDRPREF5TERFME1pNDBPVGswSUNJZ1ptbHNiRDBpYm05dVpTSWdhV1E5SWxONWMzUmxiUzEwYnkxSFpXNWxjbUYwWlNCU1pYTjFiSFJ6SWlCemRIbHNaVDBpYzNSeWIydGxPaU14T0RFNE1UZzdjM1J5YjJ0bExYZHBaSFJvT2pFdU1Ec2lMejQ4Y0c5c2VXZHZiaUJtYVd4c1BTSWpNVGd4T0RFNElpQndiMmx1ZEhNOUlqVTVOQzQyTkN3eE5EUXVNVGdzTlRnM0xqRXlNRGNzTVRNM0xqZ3hPVElzTlRnNUxqZzBNRElzTVRReUxqYzNPVFVzTlRnMExqZzNPVGtzTVRRMUxqUTVPRGtzTlRrMExqWTBMREUwTkM0eE9DSWdjM1I1YkdVOUluTjBjbTlyWlRvak1UZ3hPREU0TzNOMGNtOXJaUzEzYVdSMGFEb3hMakE3SWk4JTJCUEM5blBqd2hMUzFzYVc1cklGTjVjM1JsYlNCMGJ5QldhV1YzSUZKbGMzVnNkSE10TFQ0OFp5QnBaRDBpYkdsdWExOVRlWE4wWlcxZlZtbGxkeUJTWlhOMWJIUnpJajQ4Y0dGMGFDQmtQU0pOTXpjNExqWTBMRFU1TGpVZ1F6TTRPUzQ0T1N3Mk5pNDRPU0EwTURRdU1UWXNOelV1TWpRZ05ERTRMRGd3TGpVZ1F6VTFNUzQyTWl3eE16RXVNeklnTlRrekxqY3NNVEV6TGpBM0lEY3pOQ3d4TkRBdU5TQkROelExTGpJMkxERTBNaTQzSURjMU1TNDBPVGN4TERFME15NDVOREF6SURjMk1pNDROamN4TERFME5pNHlNakF6SUNJZ1ptbHNiRDBpYm05dVpTSWdhV1E5SWxONWMzUmxiUzEwYnkxV2FXVjNJRkpsYzNWc2RITWlJSE4wZVd4bFBTSnpkSEp2YTJVNkl6RTRNVGd4T0R0emRISnZhMlV0ZDJsa2RHZzZNUzR3T3lJdlBqeHdiMng1WjI5dUlHWnBiR3c5SWlNeE9ERTRNVGdpSUhCdmFXNTBjejBpTnpZNExqYzFMREUwTnk0MExEYzJNQzQzTVRJeExERTBNUzQzTURnMkxEYzJNeTQ0TkRjMkxERTBOaTQwTVRZNUxEYzFPUzR4TXpreUxERTBPUzQxTlRJMExEYzJPQzQzTlN3eE5EY3VOQ0lnYzNSNWJHVTlJbk4wY205clpUb2pNVGd4T0RFNE8zTjBjbTlyWlMxM2FXUjBhRG94TGpBN0lpOCUyQlBDOW5QandoTFMxc2FXNXJJRlZ6WlhJZ2RHOGdVbVZuYVhOMFpYSXRMVDQ4WnlCcFpEMGliR2x1YTE5VmMyVnlYMUpsWjJsemRHVnlJajQ4Y0dGMGFDQmtQU0pOTkRNMUxqYzFMRFUxTGpnMElFTTBNalV1TXpRc05qTXVPVEVnTkRFd0xqVTFMRGMwTGpJMElETTVOaXc0TUM0MUlFTXlPREl1Tmpjc01USTVMakkwSURJME5TNHhOeXd4TVRJdU5qSWdNVEkxTERFME1DNDFJRU14TVRRdU5EY3NNVFF5TGprMElERXdPQzQ0TmprMkxERTBOQzR5TmpBeklEazRMalF6T1RZc01UUTJMamd3TURNZ0lpQm1hV3hzUFNKdWIyNWxJaUJwWkQwaVZYTmxjaTEwYnkxU1pXZHBjM1JsY2lJZ2MzUjViR1U5SW5OMGNtOXJaVG9qTVRneE9ERTRPM04wY205clpTMTNhV1IwYURveExqQTdJaTglMkJQSEJ2YkhsbmIyNGdabWxzYkQwaUl6RTRNVGd4T0NJZ2NHOXBiblJ6UFNJNU1pNDJNU3d4TkRndU1qSXNNVEF5TGpNd01Ea3NNVFE1TGprM05qa3NPVGN1TkRZNExERTBOeTR3TXpZNUxERXdNQzQwTURnc01UUXlMakl3TkRFc09USXVOakVzTVRRNExqSXlJaUJ6ZEhsc1pUMGljM1J5YjJ0bE9pTXhPREU0TVRnN2MzUnliMnRsTFhkcFpIUm9PakV1TURzaUx6NDhMMmMlMkJQQ0V0TFd4cGJtc2dWWE5sY2lCMGJ5Qk1iMmRwYmkwdFBqeG5JR2xrUFNKc2FXNXJYMVZ6WlhKZlRHOW5hVzRpUGp4d1lYUm9JR1E5SWswME16VXVPVFVzTlRRdU9UY2dRelF5TlM0MExEWXlMamd6SURReE1DNHpOU3czTXk0eU55QXpPVFlzT0RBdU5TQkRNell4TGpRNExEazNMamc1SURJMk1DNDRPRFF6TERFek1DNDROekExSURJeE1TNHdNelF6TERFME5pNDRNekExSUNJZ1ptbHNiRDBpYm05dVpTSWdhV1E5SWxWelpYSXRkRzh0VEc5bmFXNGlJSE4wZVd4bFBTSnpkSEp2YTJVNkl6RTRNVGd4T0R0emRISnZhMlV0ZDJsa2RHZzZNUzR3T3lJdlBqeHdiMng1WjI5dUlHWnBiR3c5SWlNeE9ERTRNVGdpSUhCdmFXNTBjejBpTWpBMUxqTXlMREUwT0M0Mk5pd3lNVFV1TVRFeE1Td3hORGt1TnpJMU15d3lNVEF1TURneE9Td3hORGN1TVRNMU5Dd3lNVEl1TmpjeE9Dd3hOREl1TVRBMk15d3lNRFV1TXpJc01UUTRMalkySWlCemRIbHNaVDBpYzNSeWIydGxPaU14T0RFNE1UZzdjM1J5YjJ0bExYZHBaSFJvT2pFdU1Ec2lMejQ4TDJjJTJCUENFdExXeHBibXNnVlhObGNpQjBieUJUWld4bFkzUWdUVzlrWld3dExUNDhaeUJwWkQwaWJHbHVhMTlWYzJWeVgxTmxiR1ZqZENCTmIyUmxiQ0klMkJQSEJoZEdnZ1pEMGlUVFF6TlM0NU5pdzFOUzQyTnlCRE5ERXdMalU0TERjMkxqYzJJRE0yTVM0NE1UVTBMREV4Tnk0eU56WXhJRE16TkM0NE9EVTBMREV6T1M0Mk5EWXhJQ0lnWm1sc2JEMGlibTl1WlNJZ2FXUTlJbFZ6WlhJdGRHOHRVMlZzWldOMElFMXZaR1ZzSWlCemRIbHNaVDBpYzNSeWIydGxPaU14T0RFNE1UZzdjM1J5YjJ0bExYZHBaSFJvT2pFdU1Ec2lMejQ4Y0c5c2VXZHZiaUJtYVd4c1BTSWpNVGd4T0RFNElpQndiMmx1ZEhNOUlqTXpNQzR5Tnl3eE5ETXVORGdzTXpNNUxqYzBPRGtzTVRRd0xqZ3dOakVzTXpNMExqRXhOakVzTVRRd0xqSTROVEVzTXpNMExqWXpOekVzTVRNMExqWTFNak1zTXpNd0xqSTNMREUwTXk0ME9DSWdjM1I1YkdVOUluTjBjbTlyWlRvak1UZ3hPREU0TzNOMGNtOXJaUzEzYVdSMGFEb3hMakE3SWk4JTJCUEM5blBqd2hMUzFzYVc1cklGVnpaWElnZEc4Z1VISmxaR2xqZEdsdmJpMHRQanhuSUdsa1BTSnNhVzVyWDFWelpYSmZVSEpsWkdsamRHbHZiaUklMkJQSEJoZEdnZ1pEMGlUVFExTnk0eE5DdzRNQzQyT1NCRE5EWXhMak0yTERFd01pNHpOQ0EwTmpVdU1qazFMREV5TWk0MU5UQXpJRFEyT0M0eU9EVXNNVE0zTGprek1ETWdJaUJtYVd4c1BTSnViMjVsSWlCcFpEMGlWWE5sY2kxMGJ5MVFjbVZrYVdOMGFXOXVJaUJ6ZEhsc1pUMGljM1J5YjJ0bE9pTXhPREU0TVRnN2MzUnliMnRsTFhkcFpIUm9PakV1TURzaUx6NDhjRzlzZVdkdmJpQm1hV3hzUFNJak1UZ3hPREU0SWlCd2IybHVkSE05SWpRMk9TNDBNeXd4TkRNdU9ESXNORGN4TGpZek9Td3hNelF1TWpJeU1TdzBOamd1TkRjMU9Dd3hNemd1T1RFeE9TdzBOak11TnpnMkxERXpOUzQzTkRnM0xEUTJPUzQwTXl3eE5ETXVPRElpSUhOMGVXeGxQU0p6ZEhKdmEyVTZJekU0TVRneE9EdHpkSEp2YTJVdGQybGtkR2c2TVM0d095SXZQand2Wno0OElTMHRiR2x1YXlCVmMyVnlJSFJ2SUVkbGJtVnlZWFJsSUZKbGMzVnNkSE10TFQ0OFp5QnBaRDBpYkdsdWExOVZjMlZ5WDBkbGJtVnlZWFJsSUZKbGMzVnNkSE1pUGp4d1lYUm9JR1E5SWswME5qUXVNRFFzTlRJdU16RWdRelE1TlM0NE15dzNNUzR4TWlBMU5qZ3VOVFUyTVN3eE1UUXVNVE0wTnlBMk1Ea3VOVGMyTVN3eE16Z3VOREEwTnlBaUlHWnBiR3c5SW01dmJtVWlJR2xrUFNKVmMyVnlMWFJ2TFVkbGJtVnlZWFJsSUZKbGMzVnNkSE1pSUhOMGVXeGxQU0p6ZEhKdmEyVTZJekU0TVRneE9EdHpkSEp2YTJVdGQybGtkR2c2TVM0d095SXZQanh3YjJ4NVoyOXVJR1pwYkd3OUlpTXhPREU0TVRnaUlIQnZhVzUwY3owaU5qRTBMamMwTERFME1TNDBOaXcyTURrdU1ETXhNU3d4TXpNdU5ETTBOU3cyTVRBdU5ETTJPQ3d4TXpndU9URTBMRFl3TkM0NU5UYzBMREUwTUM0ek1UazNMRFl4TkM0M05Dd3hOREV1TkRZaUlITjBlV3hsUFNKemRISnZhMlU2SXpFNE1UZ3hPRHR6ZEhKdmEyVXRkMmxrZEdnNk1TNHdPeUl2UGp3dlp6NDhJUzB0YkdsdWF5QlZjMlZ5SUhSdklGWnBaWGNnVW1WemRXeDBjeTB0UGp4bklHbGtQU0pzYVc1clgxVnpaWEpmVm1sbGR5QlNaWE4xYkhSeklqNDhjR0YwYUNCa1BTSk5ORFkwTGpNMUxEUTRMalF6SUVNMU1UWXVOelVzTmpRdU5qRWdOamt6TGpFME56RXNNVEU1TGpBMk9Ua2dOemN5TGpZMU56RXNNVFF6TGpZeE9Ua2dJaUJtYVd4c1BTSnViMjVsSWlCcFpEMGlWWE5sY2kxMGJ5MVdhV1YzSUZKbGMzVnNkSE1pSUhOMGVXeGxQU0p6ZEhKdmEyVTZJekU0TVRneE9EdHpkSEp2YTJVdGQybGtkR2c2TVM0d095SXZQanh3YjJ4NVoyOXVJR1pwYkd3OUlpTXhPREU0TVRnaUlIQnZhVzUwY3owaU56YzRMak01TERFME5TNHpPU3czTnpBdU9UY3dOeXd4TXpndU9URXlPQ3czTnpNdU5qRXlOU3d4TkRNdU9URTBPU3czTmpndU5qRXdOU3d4TkRZdU5UVTJPQ3czTnpndU16a3NNVFExTGpNNUlpQnpkSGxzWlQwaWMzUnliMnRsT2lNeE9ERTRNVGc3YzNSeWIydGxMWGRwWkhSb09qRXVNRHNpTHo0OEwyYyUyQlBDRXRMVk5TUXoxYlVFOTFiakpwT1RBME5FNTRSbE5OUzAxclIwRnFXazlCWVZnemVGQldRemt3ZG1scGNEaDNPR3B3VlRsdFdsbHVYMFZmYm5WVFRXRklVVmg0VEZOTFMzVmFVbmN5VjJSWVYzZFlaa3BrU0dWRFZrRnZka1ZhWldaUGJYbFZla2RZT0c5aVZHOTFNMmx3UzNGdFV6VTRhMnQ1VTFCRGIwZG5aelJNZWxCQmRGVjBXR0pHUTNNMGFuTnVVMUF0WDA5UGVUTk9ObFp5YTBOZlpsVlBVMjV5YkYwdExUNDhMMmMlMkJQQzl6ZG1jJTJCJTNCJTIyJTIwdmVydGV4JTNEJTIyMSUyMiUyMHBhcmVudCUzRCUyMjElMjIlM0UlM0NteEdlb21ldHJ5JTIweCUzRCUyMi0yMCUyMiUyMHklM0QlMjIxNjAlMjIlMjB3aWR0aCUzRCUyMjg4NiUyMiUyMGhlaWdodCUzRCUyMjE4MSUyMiUyMGFzJTNEJTIyZ2VvbWV0cnklMjIlMkYlM0UlM0MlMkZteENlbGwlM0UlM0MlMkZVc2VyT2JqZWN0JTNFJTNDJTJGcm9vdCUzRSUzQyUyRm14R3JhcGhNb2RlbCUzRX5QZa0AACAASURBVHhe7N1viKdV3T/wj7elY7WKsU4lbeCINNmQxoQ90EWlqXwgijP+wYUNKn0gC6shLCyuqLnLwoKQS4sP3BJccFHbCUFIbEBlFETaaGWUIWiEtqTGrUBDV838cX25lfv+3VflmTNzfb/fc15fkHlyPtc5n9fn8uyjN9cJ4UeAAAECBAgQIECAAAECBAgQIECAAAECBAgQIECAAAECBAgQIECAAAECBAgQIECAAAECBAgQIECAAAECBAgQSBQ4IXG95QQIECBAgAABAgQIECBAgAABAgQIECBAgAABAgQIECBAgAABAgQIECBAgAABAgQIECBAgAABAgQIECBAgACBEFD0E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gYEPKL7//vvvGxMBAgQIECBAgAABAgQIECBAgAABAgQIECBAgAABAgQIECBAgAABAgQIECBAgAABAgQIECBAgAABAgQIEKhN4IQTThjoDOBAH655WQQUa/tfRr8ECBAgQIAAAQIECBAgQIAAAQIECBAgQIAAAQIECBAgQIAAAQIECBAgQIAAAQIECBAgQIAAAQIECBAg0AgIKGa+Bw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KFCCwtLcVvfvObePnll+N3v/tdHD16NF577bV4/fXX4+233+51efLJJ8epp54aZ5xxRmzYsCHOPvvsOPfcc+P888+PsbGxQiS0QYAAgeEWcJ8P9/ycngABAgQIECBAgAABAgQIECBAgAABAgQIECBAoFsBAcVMbwHFTEDlBAgQIECAAAECBAgQIECAAAECBAgQGGKBubm5ePLJJ+Ppp5/uBRJzfk1g8ZJLLolvfetbMTU1lfMotQQIECCQKOA+TwSznAABAgQIECBAgAABAgQIECBAgAABAgQIECBAgMB/CwgoZr4KAoqZgMoJECBAgAABAgQIECBAgAABAgQIECAwZALNl7UeeuihePTRR2N5efnD069fv773JcTmi4jNlxE///nPx+joaO+Lic2XE5tf8yXF5ouKTd0f/vCH3pcWmy8uNl9ePHbs2IfPauquueaa2LRpky8rDtn74bgECAyPgPt8eGblpAQIECBAgAABAgQIECBAgAABAgQIECBAgAABAoMrIKCYORsBxUxA5QQIECBAgAABAgQIECBAgAABAgQIEBgSgcXFxbjvvvvikUce+fDE4+PjvS8eXnzxxTExMZHVycLCQjzzzDO9LzI2e33wu/baa+Omm26KZi8/AgQIEMgXcJ/nG3oCAQIECBAgQIAAAQIECBAgQIAAAQIECBAgQIAAgQ8EBBQz3wUBxUxA5QQIECBAgAABAgQIECBAgAABAgQIEBhwgTfeeCP27NkT+/fv//Ck09PTcfXVV8fk5OSanP7w4cPxs5/9LGZnZz98/g033BDbtm2LdevWrcmeHkqAAIHSBdznpU9YfwQIECBAgAABAgQIECBAgAABAgQIECBAgAABAv0QEFDMVBdQzARUToAAAQIECBAgQIAAAQIECBAgQIAAgQEWaAKCd911VywvL/dOef3118f3vve9+MIXvtDJqY8ePRo/+clP4uDBg739RkdH44477ogmIOlHgAABAh9dwH3+0a2sJECAAAECBAgQIECAAAECBAgQIECAAAECBAgQIJAiIKCYotWyVkAxE1A5AQIECBAgQIAAAQIECBAgQIAAAQIEBlSg+VrhgQMHeqfbuHFj3HLLLTExMdGX0y4sLMSPfvSjmJ+f7+2/efPm3lcd/QgQIEDgPwu4z/+zkRUECBAgQIAAAQIECBAgQIAAAQIECBAgQIAAAQIEViogoLhSuf+uE1DMBFROgAABAgQIECBAgAABAgQIECBAgACBARNYWlqKrVu3xuHDh3sn27FjRy8QOAi/JjC5c+fO3lEmJydj7969MTY2NghHcwYCBAgMnID7fOBG4kAECBAgQIAAAQIECBAgQIAAAQIECBAgQIAAAQIFCggoZg5VQDETUDkBAgQIECBAgAABAgQIECBAgAABAgQGSOCFF16IG2+8MZaXl2N8fDx27drVt68m/iuW5muKt912WywuLsbo6Gjcf//9ccEFFwyQoqMQIECg/wLu8/7PwAkIECBAgAABAgQIECBAgAABAgQIECBAgAABAgTqEBBQzJyzgGImoHICBAgQIECAAAECBAgQIECAAAECBAgMiMD8/Hx85zvfiePHj8fU1FTcc889MTIyMiCn+9/HaM546623xtzcXO+MDz74YGzcuHEgz+pQBAgQ6FrAfd61uP0IECBAgAABAgQIECBAgAABAgQIECBAgAABAgRqFhBQzJy+gGImoHICBAgQIECAAAECBAgQIECAAAECBAgMgEDzpa3rrruuF06cnp6O3bt3D8Cp/vMRtm/fHrOzs72Q4sMPP+xLiv+ZzAoCBAoXcJ8XPmDtESBAgAABAgQIECBAgAABAgQIECBAgAABAgQIDJyAgGLmSAQUMwGVEyBAgAABAgQIECBAgAABAgQIECBAoM8CS0tLcdVVV8Xy8vJQhRM/YPsgpDg6Oho///nPY2xsrM+itidAgEB/BNzn/XG3KwECBAgQIECAAAECBAgQIECAAAECBAgQIECAQN0CAoqZ8xdQzARUToAAAQIECBAgQIAAAQIECBAgQIAAgT4LXH755XH48OGYmpqKffv29fk0K9t+y5YtMTc3F5OTk/H444+v7CGqCBAgMOQC7vMhH6DjEyBAgAABAgQIECBAgAABAgQIECBAgAABAgQIDKWAgGLm2AQUMwGVEyBAgAABAgQIECBAgAABAgQIECBAoI8C27ZtiwMHDsT4+Hg8/PDDMTIy0sfTrHzr48ePx3XXXReLi4uxefPm2LNnz8ofppIAAQJDKOA+H8KhOTIBAgQIECBAgAABAgQIECBAgAABAgQIECBAgEARAgKKmWMUUMwEVE6AAAECBAgQIECAAAECBAgQIECAAIE+CczOzkbz5cHmd+jQoZiYmOjTSVZn24WFhZiZmek9rPkS5PT09Oo82FMIECAw4ALu8wEfkOMRIECAAAECBAgQIECAAAECBAgQIECAAAECBAgULSCgmDleAcVMQOUECBAgQIAAAQIECBAgQIAAAQIECBDog8Abb7wRF110USwvL8eOHTt6Xx0s4dd8DXLnzp0xOjoazz77bKxbt66EtvRAgACBfyngPvdyECBAgAABAgQIECBAgAABAgQIECBAgAABAgQIEOivgIBipr+AYiagcgIECBAgQIAAAQIECBAgQIAAAQIECPRB4Pbbb4/9+/fHxo0be39L+t1www0xPz8fzd+77767pNb0QoAAgf8j4D73UhAgQIAAAQIECBAgQIAAAQIECBAgQIAAAQIECBDor4CAYqa/gGImoHICBAgQIECAAAECBAgQIECAAAECBAh0LLC4uBiXXnppb9dDhw7FxMRExydY2+0WFhZiZmamt8lTTz0V4+Pja7uhpxMgQKBPAu7zPsHblgABAgQIECBAgAABAgQIECBAgAABAgQIECBAgMD/EBBQzHwdBBQzAZUTIECAAAECBAgQIECAAAECBAgQIECgY4Gbb745Hnnkkbj++uvjzjvv7Hj3brZr+jp48GBce+21ce+993azqV0IECDQsYD7vGNw2xEgQIAAAQIECBAgQIAAAQIECBAgQIAAAQIECBBoERBQzHwtBBQzAZUTIECAAAECBAgQIECAAAECBAgQIECgQ4GlpaW48MILezvOzc3Fhg0bOty9u61+//vfxze/+c3ehs8991yMjY11t7mdCBAg0IGA+7wDZFsQIECAAAECBAgQIECAAAECBAgQIECAAAECBAgQ+AgCAoofAenfLRFQzARUToAAAQIECBAgQIAAAQIECBAgQIAAgQ4Fdu7cGfv27Yvp6enYvXt3hzt3v9X27dtjdnY2tmzZEjt27Oj+AHYkQIDAGgq4z9cQ16MJECBAgAABAgQIECBAgAABAgQIECBAgAABAgQIJAgIKCZgtS0VUMwEVE6AAAECBAgQIECAAAECBAgQIECAAIEOBc4777xYXl6Ohx56KCYnJzvcufutDh8+HJs2bYrR0dE4cuRI9wewIwECBNZQwH2+hrgeTYAAAQIECBAgQIAAAQIECBAgQIAAAQIECBAgQCBBQEAxAattqYBiJqByAgQIECBAgAABAgQIECBAgAABAgQIdCQwNzcXmzdvjvHx8Xjsscc62rW/21x55ZWxuLgYBw4ciKmpqf4exu4ECBBYJQH3uft8lV4ljyFAgAABAgQIECBAgAABAgQIECBAgAABAgQIEFgFAQHFTEQBxUxA5QQIECBAgAABAgQIECBAgAABAgQIEOhIYNu2bb2g3tatW2PLli0d7drfbfbt2xd79+7tBTP37NnT38PYnQABAqsk4D53n6/Sq+QxBAgQIECAAAECBAgQIECAAAECBAgQIECAAAECqyAgoJiJKKCYCaicAAECBAgQIECAAAECBAgQIECAAAECHQlccMEFcfTo0Th06FBMTEx0tGt/t1lYWIiZmZnYsGFDvPDCC/09jN0JECCwSgLuc/f5Kr1KHkOAAAECBAgQIECAAAECBAgQIECAAAECBAgQILAKAgKKmYgCipmAygkQIECAAAECBAgQIECAAAECBAgQINCBwNLSUlx44YWxfv36eO655zrYcXC2aPo+duxYr++xsbHBOZiTECBAYAUC7nP3+QpeGyUECBAgQIAAAQIECBAgQIAAAQIECBAgQIAAAQJrKCCgmIkroJgJqJwAAQIECBAgQIAAAQIECBAgQIAAAQIdCMzOzsaWLVtiamoq9u3b18GOg7NF0/fc3Fyv7+np6cE5mJMQIEBgBQLuc/f5Cl4bJQQIECBAgAABAgQIECBAgAABAgQIECBAgAABAmsoIKCYiSugmAmonAABAgQIECBAgAABAgQIECBAgAABAh0I7Ny5sxfQ27p1ay+oWNOv6Xvv3r29vnfs2FFT63olQKBAAfe5+7zA11pLBAgQIECAAAECBAgQIECAAAECBAgQIECAAIGhFhBQzByfgGImoHICBAgQIECAAAECBAgQIECAAAECBAh0IPDd7343nnjiibj33nvjsssu62DHwdmi6fvmm2/u9f3AAw8MzsGchAABAisQcJ+7z1fw2ighQIAAAQIECBAgQIAAAQIECBAgQIAAAQIECBBYQwEBxUxcAcVMQOUECBAgQIAAAQIECBAgQIAAAQIECBDoQGBqaipeeumlOHToUExMTHSw4+BssbCwEDMzM/HlL3855ubmBudgTkKAAIEVCLjP3ecreG2UECBAgAABAgQIECBAgAABAgQIECBAgAABAgQIrKGAgGImroBiJqByAgQIECBAgAABAgQIECBAgAABAgQIdCBw3nnnxfLycszPz8fo6GgHOw7OFk3fGzdu7PV95MiRwTmYkxAgQGAFAu5z9/kKXhslBAgQIECAAAECBAgQIECAAAECBAgQIECAAAECayggoJiJK6CYCaicAAECBAgQIECAAAECBAgQIECAAAECHQicddZZcfz48V5Ab2RkpIMdB2eLpu8m0NP0/corrwzOwZyEAAECKxBwn7vPV/DaKCFAgAABAgQIECBAgAABSsdC6AAAIABJREFUAgQIECBAgAABAgQIEFhDAQHFTFwBxUxA5QQIECBAgAABAgQIECBAgAABAgQIEOhA4Mwzz4z3338/FhcX44QTTuhgx8HZoul7fHy81/err746OAdzEgIECKxAwH3uPl/Ba6OEAAECBAgQIECAAAECBAgQIECAAAECBAgQIEBgDQUEFDNxBRQzAZUTIECAAAECBAgQIECAAAECBAgQIECgAwGBFoGWDl4zWxAg0IGA+9x93sFrZgsCBAgQIECAAAECBAgQIECAAAECBAgQIECAAIEEAQHFBKy2pQKKmYDKCRAgQIAAAQIECBAgQIAAAQIECBAg0IHAWWedFcePH48jR47EyMhIBzsOzhZN3+edd16v71deeWVwDuYkBAgQWIGA+9x9voLXRgkBAgQIECBAgAABAgQIECBAgAABAgQIECBAgMAaCggoZuIKKGYCKidAgAABAgQIECBAgAABAgQIECBAgEAHAk1Ab3l5Oebn52N0dLSDHQdni6bvjRs39vpuApp+BAgQGGYB97n7fJjfX2cnQIAAAQIECBAgQIAAAQIECBAgQIAAAQIECJQoIKCYOVUBxUxA5QQIECBAgAABAgQIECBAgAABAgQIEOhAYGpqKl566aU4dOhQTExMdLDj4GyxsLAQMzMz8eUvfznm5uYG52BOQoAAgRUIuM/d5yt4bZQQIECAAAECBAgQIECAAAECBAgQIECAAAECBAisoYCAYiaugGImoHICBAgQIECAAAECBAgQIECAAAECBAh0IPDd7343nnjiibj33nvjsssu62DHwdmi6fvmm2/u9f3AAw8MzsGchAABAisQcJ+7z1fw2ighQIAAAQIECBAgQIAAAQIECBAgQIAAAQIECBBYQwEBxUxcAcVMQOUECBAgQIAAAQIECBAgQIAAAQIECBDoQGDnzp2xb9++2Lp1a2zZsqWDHQdni6bvvXv39vresWPH4BzMSQgQILACAfe5+3wFr40SAgQIECBAgAABAgQIECBAgAABAgQIECBAgACBNRQQUMzEFVDMBFROgAABAgQIECBAgAABAgQIECBAgACBDgRmZ2d7Ab2pqaleULGmX9P33Nxcr+/p6emaWtcrAQIFCrjP3ecFvtZaIkCAAAECBAgQIECAAAECBAgQIECAAAECBAgMtYCAYub4BBQzAZUTIECAAAECBAgQIECAAAECBAgQIECgA4GlpaW48MILY/369fHcc891sOPgbNH0fezYsV7fY2Njg3MwJyFAgMAKBNzn7vMVvDZKCBAgQIAAAQIECBAgQIAAAQIECBAgQIAAAQIE1lBAQDETV0AxE1A5AQIECBAgQIAAAQIECBAgQIAAAQIEOhK44IIL4ujRo3Ho0KGYmJjoaNf+brOwsBAzMzOxYcOGeOGFF/p7GLsTIEBglQTc5+7zVXqVPIYAAQIECBAgQIAAAQIECBAgQIAAAQIECBAgQGAVBAQUMxEFFDMBlRMgQIAAAQIECBAgQIAAAQIECBAgQKAjgW3btsWBAwdi69atsWXLlo527e82+/bti71798bmzZtjz549/T2M3QkQILBKAu5z9/kqvUoeQ4AAAQIECBAgQIAAAQIECBAgQIAAAQIECBAgsAoCAoqZiAKKmYDKCRAgQIAAAQIECBAgQIAAAQIECBAg0JHA3NxcL6g3Pj4ejz32WEe79nebK6+8MhYXF3vBzKmpqf4exu4ECBBYJQH3uft8lV4ljyFAgAABAgQIECBAgAABAgQIECBAgAABAgQIEFgFAQHFTEQBxUxA5QQIECBAgAABAgQIECBAgAABAgQIEOhQ4Lzzzovl5eV46KGHYnJyssOdu9/q8OHDsWnTphgdHY0jR450fwA7EiBAYA0F3OdriOvRBAgQIECAAAECBAgQIECAAAECBAgQIECAAAECBBIEBBQTsNqWCihmAionQIAAAQIECBAgQIAAAQIECBAgQIBAhwI7d+6Mffv2xfT0dOzevbvDnbvfavv27TE7OxtbtmyJHTt2dH8AOxIgQGANBdzna4jr0QQIECBAgAABAgQIECBAgAABAgQIECBAgAABAgQSBAQUE7DalgooZgIqJ0CAAAECBAgQIECAAAECBAgQIECAQIcCS0tLceGFF/Z2/OUvfxlf+MIXOty9u62OHj0aU1NTvQ2fe+65GBsb625zOxEgQKADAfd5B8i2IECAAAECBAgQIECAAAECBAgQIECAAAECBAgQIPARBAQUPwLSv1sioJgJqJwAAQIECBAgQIAAAQIECBAgQIAAAQIdC9x8883xyCOPxPXXXx933nlnx7t3s13T18GDB+Paa6+Ne++9t5tN7UKAAIGOBdznHYPbjgABAgQIECBAgAABAgQIECBAgAABAgQIECBAgECLgIBi5mshoJgJqJwAAQIECBAgQIAAAQIECBAgQIAAAQIdCywuLsall17a2/XQoUMxMTHR8QnWdruFhYWYmZnpbfLUU0/F+Pj42m7o6QQIEOiTgPu8T/C2JUCAAAECBAgQIECAAAECBAgQIECAAAECBAgQIPA/BAQUM18HAcVMQOUECBAgQIAAAQIECBAgQIAAAQIECBDog8Dtt98e+/fvj40bN/b+lvS74YYbYn5+Ppq/d999d0mt6YUAAQL/R8B97qUgQIAAAQIECBAgQIAAAQIECBAgQIAAAQIECBAg0F8BAcVMfwHFTEDlBAgQIECAAAECBAgQIECAAAECBAgQ6IPAG2+8ERdddFEsLy/Hjh07YvPmzX04xepveeDAgdi5c2eMjo7Gs88+G+vWrVv9TTyRAAECAyTgPh+gYTgKAQIECBAgQIAAAQIECBAgQIAAAQIECBAgQIBAlQICipljF1DMBFROgAABAgQIECBAgAABAgQIECBAgACBPgnMzs7Gli1bersfOnQoJiYm+nSS1dl2YWEhZmZmeg/bt29fTE9Pr86DPYUAAQIDLuA+H/ABOR4BAgQIECBAgAABAgQIECBAgAABAgQIECBAgEDRAgKKmeMVUMwEVE6AAAECBAgQIECAAAECBAgQIECAAIE+Cmzbti2arw6Oj4/Hww8/HCMjI308zcq3Pn78eFx33XWxuLjY+xrknj17Vv4wlQQIEBhCAff5EA7NkQkQIECAAAECBAgQIECAAAECBAgQIECAAAECBIoQEFDMHKOAYiagcgIECBAgQIAAAQIECBAgQIAAAQIECPRZ4PLLL4/Dhw/H1NRU78uDw/hrvgQ5NzcXk5OT8fjjjw9jC85MgACBbAH3eTahBxAgQIAAAQIECBAgQIAAAQIECBAgQIAAAQIECBBIFhBQTCb73wUCipmAygkQIECAAAECBAgQIECAAAECBAgQINBngaWlpbjqqqtieXk5pqenY/fu3X0+Udr227dvj9nZ2RgdHY2f//znMTY2lvYAqwkQIFCIgPu8kEFqgwABAgQIECBAgAABAgQIECBAgAABAgQIECBAYKgEBBQzxyWgmAmonAABAgQIECBAgAABAgQIECBAgAABAgMg8MILL8R1110Xx48fH6qQ4gfhxJGRkXj44YfjggsuGABNRyBAgED/BNzn/bO3MwECBAgQIECAAAECBAgQIECAAAECBAgQIECAQJ0CAoqZcxdQzARUToAAAQIECBAgQIAAAQIECBAgQIAAgQERmJ+fj+985zu9kOLU1FTcc8890QT/BvHXnPHWW2+Nubm53hkffPDB2Lhx4yAe1ZkIECDQuYD7vHNyGxIgQIAAAQIECBAgQIAAAQIECBAgQIAAAQIECFQsIKCYOXwBxUxA5QQIECBAgAABAgQIECBAgAABAgQIEBgggebLWzfeeGMsLy/H+Ph47Nq1KyYmJgbohBELCwtx2223xeLiYoyOjsb999/vy4kDNSGHIUBgEATc54MwBWcgQIAAAQIECBAgQIAAAQIECBAgQIAAAQIECBCoQUBAMXPKAoqZgMoJECBAgAABAgQIECBAgAABAgQIECAwYAJLS0uxdevWOHz4cO9kO3bsiM2bNw/EKQ8cOBA7d+7snWVycjL27t0bY2NjA3E2hyBAgMCgCbjPB20izkOAAAECBAgQIECAAAECBAgQIECAAAECBAgQIFCigIBi5lQFFDMBlRMgQIAAAQIECBAgQIAAAQIECBAgQGBABbZt2xZNILD5bdy4MW655Za+fU2x+Wrij370o5ifn++dpwlM7tmzZ0DlHIsAAQKDJeA+H6x5OA0BAgQIECBAgAABAgQIECBAgAABAgQIECBAgEBZAgKKmfMUUMwEVE6AAAECBAgQIECAAAECBAgQIECAAIEBFpidnY277rorlpeXe6e8/vrr4/vf/35s2LChk1P//ve/j5/+9Kdx8ODB3n6jo6Nxxx13xPT0dCf724QAAQKlCLjPS5mkPggQIECAAAECBAgQIECAAAECBAgQIECAAAECBAZNQEAxcyICipmAygkQIECAAAECBAgQIECAAAECBAgQIDDgAm+88Ubva4X79+//8KRNQPDqq6+OycnJNTn94cOH42c/+1k0gZoPfjfccEM0XwFbt27dmuzpoQQIEChdwH1e+oT1R4AAAQIECBAgQIAAAQIECBAgQIAAAQIECBAg0A8BAcVMdQHFTEDlBAgQIECAAAECBAgQIECAAAECBAgQGBKBxcXFuO++++KRRx758MTj4+PxrW99Ky6++OKYmJjI6mRhYSGeeeaZePLJJ6PZ64PftddeGzfddFM0e/kRIECAQL6A+zzf0BMIECBAgAABAgQIECBAgAABAgQIECBAgAABAgQIfCAgoJj5LggoZgIqJ0CAAAECBAgQIECAAAECBAgQIECAwJAJLC0txUMPPRSPPvpoLC8vf3j69evXx/nnnx/nnntunH322fH5z38+RkdH49RTT42TTz65t+7tt9+O119/vVf3hz/8IX73u9/Fyy+/HL/5zW/i2LFjHz6rqbvmmmti06ZNMTY2NmRCjkuAAIHhEHCfD8ecnJIAAQIECBAgQIAAAQIECBAgQIAAAQIECBAgQGCwBQQUM+cjoJgJqJwAAQIECBAgQIAAAQIECBAgQIAAAQJDLDA3N9f74uHTTz8dR48ezepkw4YNcckll/S+yDg1NZX1LMUECBAgkCbgPk/zspoAAQIECBAgQIAAAQIECBAgQIAAAQIECBAgQIDABwICipnvgoBiJqByAgQIECBAgAABAgQIECBAgAABAgQIFCLQfImr+RJi80XE5suITWDxtdde630x8fjx470umy8pnnbaaXHGGWdEE0hsvrTYfHGx+fKiLyUW8iJogwCBoRf4KPf5yMhI7wu57vOhH7cGCBAgQIAAAQIECBAgQIAAAQIECBAgQIAAAQIEMgUEFDMBBRQzAZUTIECAAAECBAgQIECAAAECBAgQIECgcIG33nqr92XEU045Jfbu3Rtf+cpXCu9YewQIEChT4J133umFyT/xiU/Er3/96/jUpz5VZqO6IkCAAAECBAgQIECAAAECBAgQIECAAAECBAgQIJAgIKCYgNW2VEAxE1A5AQIECBAgQIAAAQIECBAgQIAAAQIEChdoAopXXHFFnHjiibFr166YnJwsvGPtESBAoEyBN998s/fV2+ZruM8//3ycfvrpZTaqKwI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OAvf/lLXH755fGJT3wifvzjH8eXvvSlwjvWHgECBMoUeO+99+Kss86KkZGRePHFF3t//QgQIECAAAECBAgQIECAAAECBAgQIECAAAECBAjULiCgmPkGCChmAionQIAAAQIECBAgQIAAAQIECBAgQIDAvxD461//Gn/+85/j7bffHlqjU089NX71q1/F9u3bY926dbFr16744he/GH//+9+HtqeTTjopPvvZz8anP/3poe3BwQkQ6Fagucv/9Kc/xfvvv9/txqu423/913/F+vXrY3JyMj72sY/FU089FcePH49//OMfq7hL948688wzY3R0tPuN7UiAAAECBAgQIECAAAECBAgQIECAAAECBAgQIFCMgIBi5igFFDMBlRMgQIAAAQIECBAgQIAAAQIECBAgQKBF4J133okbb7wxfvvb30YTChnWXxNceeutt+LYsWNxwgknxGmnndYLKjbhlmH9NYHRr371q/HDH/4wPve5zw1rG85NgECHAt/4xjd6d2FzDw7z78033+wFLZvfZz7zmd6XcYe5p+aLkGeccUY89thjQ/1v7TC/U85OgAABAgQIECBAgAABAgQIECBAgAABAgQIEChBQEAxc4oCipmAygkQIECAAAECBAgQIECAAAECBAgQINAi8O6778bMzEz88Y9/jFNOOWVojZowS/MlyA++AnnyySf3vjzYhFqG9fe3v/0tvva1r8Xu3buj+fKWHwECBP6dQPPVxK9//eu9ANwwh7P/+c9/xquvvvrhfd7829SEFE888cShfQGa0Gjzb9IvfvGLoZ7N0A7AwQkQIECAAAECBAgQIECAAAECBAgQIECAAAEChQgIKGYOUkAxE1A5AQIECBAgQIAAAQIECBAgQIAAAQIE/oVA8xXF5r9h/jpVE2iZn5+PH/zgB70vJ27bti0uueSS+OQnPznUc29CRk3Y0o8AAQIfRaAJNp900kkfZenArmnu81deeSW+/e1v90LmBw8ejPHx8aEOKDbYTYD0U5/61MC6OxgBAgQIECBAgAABAgQIECBAgAABAgQIECBAgMDgCwgoZs5IQDETUDkBAgQIECBAgAABAgQIECBAgAABAgQKF2i+UNWEEkdGRmL//v1xzjnnFN6x9ggQIFCmwHvvvRdnn312L6D94osvCmqXOWZdESBAgAABAgQIECBAgAABAgQIECBAgAABAgQIJAoIKCaC/f/LBRQzAZUTIECAAAECBAgQIECAAAECBAgQIECgcIEmoHjFFVf0vrK1a9eumJycLLxj7REgQKBMgTfffDPOPffcXjDx+eefj9NPP73MRnVFg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h7VU+YAAAgAElEQVQ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agsovvvuu/Hxj3+8mvlqlAABAgQIECBAgAABAgQIECBAgAABAgQIECBAYGUCAoorc/uwSkAxE1A5AQIECBAgQIAAAQIECBAgQIAAAQIEChcQUCx8wNojQKAagZoCis8//3xcddVVcc4558Q111wTV199dXzuc5+rZtYaJUCAAAECBAgQIECAAAECBAgQIECAAAECBAgQ+OgCAoof3ap1pYBiJqByAgQIECBAgAABAgQIECBAgAABAgT+H3v3AR1Vuf19fIfee0eqdKQjilQp0puICCr9UlRaFAG5CKL0ItKkCQrSBCmiEkKQXiSANCnSe5FepMO79vN/yRVykpzkTJIp32etWXhvnvo5kzOTteY3GwEvFyCg6OUXmOMhgIDPCPhSQLF9+/aydOnSp65t6tSpQ8KKRYoU8ZnrzkERQAABBBBAAAEEEEAAAQQQQAABBBBAAAEEEEAAAQTCFyCg6PAZQkDRISDDEUAAAQQQQAABBBBAAAEEEEAAAQQQQAABLxe4evWq1K1bVxImTCijRo2SYsWKefmJOR4CCCDgnQJ37tyRfPnySaJEiWTr1q2SIkUK7zyoiFSuXFkOHDgQ7vlef/11U1nx1Vdf9VoHDoYAAggggAACCCCAAAIIIIAAAggggAACCCCAAAIIIBCxAAHFiI3C7UFA0SEgwxFAAAEEEEAAAQQQQAABBBBAAAEEEEAAAS8X2L59uzRv3lwSJ04skyZNkjJlynj5iTkeAggg4J0CFy9elKJFi0q8ePFk06ZNkjVrVq886OrVq6VZs2aROlvFihVNWFEffn5+kRpLZwQQQAABBBBAAAEEEEAAAQQQQAABBBBAAAEEEEAAAc8WIKDo8PoRUHQIyHAEEEAAAQQQQAABBBBAAAEEEEAAAQQQQMCLBR49eiR9+/aVGTNmmFO+/fbb0qdPH0mePLkXn5qjIYAAAt4n8PDhQ+nSpYssXLjQHK5hw4YyZswYiR8/vvcd9v+faNWqVfLrr7+ax+XLl22fs1ChQiao2KRJE0mXLp3tcXREAAEEEEAAAQQQQAABBBBAAAEEEEAAAQQQQAABBBDwTAECig6vGwFFh4AMRwABBBBAAAEEEEAAAQQQQAABBBBAAAEEvFhg2LBhMm7cOEmSJIncuXPHVN3SgMt7771n/puGAAIIIOD+Aho2Hz58uIwePdoE7jSseOXKFenatat8/PHHEidOHPc/hMMd7ty5MySseOjQIduzZciQISSsWKBAAdvj6IgAAggggAACCCCAAAIIIIAAAggggAACCCCAAAIIIOA5AgQUHV4rAooOARmOAAIIIIAAAggggAACCCCAAAIIIIAAAgh4qcC0adPk008/lWTJksmoUaPk4sWLMnbsWLl9+7ZocLF27dpeenKOhQACCHiPwOPHj2XWrFnSq1cv0aDi/PnzTTixQ4cOJmg+YsQIE8Dz8/PznkNHcJKTJ0+GhBW3bNli+9wa5NSqiupVvnx52+PoiAACCCCAAAIIIIAAAggggAACCCCAAAIIIIAAAggg4N4CBBQdXh8Cig4BGY4AAggggAACCCCAAAIIIIAAAggggAACCHihwPLly6V9+/aiwZbBgwdL8+bNzSmnTp0qAwcOlESJEsmkSZOkUqVKXnh6joQAAgh4j0BQUJAJIz4Jl7/zzjvmcN9884307dtXUqRIIZMnT5aKFSt6z6EjcZKbN2+GhBX1tS8yrWrVqias2LBhw8gMoy8CCCCAAAIIIIAAAggggAACCCCAAAIIIIAAAggggICbCRBQdHhBCCg6BGQ4AggggAACCCCAAAIIIIAAAggggAACCCDgZQJ//PGHNG3aVDS00aNHD+nevXvICR8+fChffPGFCSqmTZtWpk+fLiVKlPAyAY6DAAIIeIfAzp07RQOJWgH3/fffl//+979PHUyrJ3755ZeSKVMmmTlzphQqVMg7Du7gFBro/PXXX83j2rVrtmcqVqyYCStqhcWUKVPaHkdHBBBAAAEEEEAAAQQQQAABBBBAAAEEEEAAAQQQQACB2BcgoOjwGhBQdAjIcAQQQAABBBBAAAEEEEAAAQQQQAABBBBAwIsETpw4IY0bN5ZTp06ZUMuwYcPEz8/vqRPevXtX/P39ZeHChZIlSxb58ccfJWfOnF6kwFEQQAABzxc4d+6cuZ8fOXJEGjVqJOPHjw91P9cquZ07dzb38bx588oPP/xgwoq0/xPYvn17SFjx6NGjtlmyZs0aElZ8/vnnbY+jIwIIIIAAAggggAACCCCAAAIIIIAAAggggAACCCCAQOwIEFB06E5A0SEgwxFAAAEEEEAAAQQQQAABBBBAAAEEEEAAAS8RuHHjhrz++uuyZ88eqVy5ssyaNUvixIljebrr169LmzZtZMOGDaaC4nfffSfp06f3EgmOgQACCHi2gAbJ33zzTdmyZYuULVvW3M8TJ05seahbt25Jy5Ytzf28dOnSMnfuXEmaNKlnA0TD7o8dOxYSVty2bZvtFRImTBgSVnzppZdsj6MjAggggAACCCCAAAIIIIAAAggggAACCCCAAAIIIIBAzAkQUHRoTUDRISDDEUAAAQQQQAABBBBAAAEEEEAAAQQQQAABLxDQKlpvv/22rFq1SooUKWKqaSVPnjzck128eFGaN28uu3fvltdee00mTJhAqMULngscAQEEPFvg/v370rZtW1mxYoXkz59f5s2bJxkzZgz3UFptUe/n+/btkzp16sjXX38t8ePH92yIaNy9hvR//fVX81DnyLQaNWpIkyZNjDMNAQQQQAABBBBAAAEEEEAAAQQQQAABBBBAAAEEEEDAPQQIKDq8DgQUHQIyHAEEEEAAAQQQQAABBBBAAAEEEEAAAQQQ8AIBf39/mTNnjmTLlk0WLlwozz33nK1TaUWpZs2ayYkTJ0y4ZfDgwRIvXjxbY+mEAAIIIOBagUePHkmPHj1k9uzZkilTJnNfL1CggK1FDhw4YO7jZ8+eNYH1IUOGSNy4cW2N9fVOgYGBIYFFrUZst5UqVcqEFRs3bizJkiWzO4x+CCCAAAIIIIAAAggggAACCCCAAAIIIIAAAggggAACLhYgoOgQlICiQ0CGI4AAAggggAACCCCAAAIIIIAAAggggAACHi4wduxYGTRokKRKlUrmzp0rxYoVi9SJtm3bZqp1Xbp0Sbp37y4adqQhgAACCMS8wJdffikjR46URIkSyYwZM+SVV16J1CY2b94s77zzjty5c0e6desmH374ofj5+UVqDl/vvHXrVhNW/OWXX0x4327LkSOHCSu+8cYbov9NQwABBBBAAAEEEEAAAQQQQAABBBBAAAEEEEAAAQQQiDkBAooOrQkoOgRkOAIIIIAAAggggAACCCCAAAIIIIAAAgi4jcBff/0l+fLlc5v9eMJGlixZIh07djRVsqZPny7Vq1eP0rYDAgJMMPHu3bum6paGLGgIIIAAAjEnMG/ePOnVq5doFcVRo0aZqnxRafq6oMHEx48fy6effiotW7aMyjSMEZHDhw+HVFbcsWOHbROtpqhBRX1olUUaAggggAACCCCAAAIIIIAAAggggAACCCCAAAIIIIBA9AoQUHToS0DRISDDEUAAAQQQQAABBBBAAAEEEEAAAQQQQCBWBa5evSq//fZbyGPMmDFSrVq1WN2Tpyy+bt06effdd02ocMCAAfKf//wnylvXQMz3338vn332mam2NXHiRK5DlDUZiAACCEROYPXq1dKlSxfR18TevXtLp06dIjfBM701sK738yRJkohWZaxRo4aj+WJjsAY2mzZtGhtLW6555cqVkLCivm+JTKtbt64JK3ridYjMOemLAAIIIIAAAggggAACCCCAAAIIIIAAAggggAACCMSWAAFFh/IEFB0CMhwBBBBAAAEEEEAAAQQQQAABBBBAAAEEYkVgw4YNJpS4cuVKOXDgQMgetHKfhhRp4Qvs3r3bhBPPnz8vHTp0kP79+zsmu3fvnrHXR9KkSWXx4sWSP39+x/MyAQIIIIBA2AI7d+6U9957T06fPi3t27eXnj17mqq4Ttr9+/dNNVwN+WXLlk0GDRokJUqUcDJljI5duHChvP/++1KlShXp3r27lC5dOkbXj2gxrU6plYd//fVX8/jnn38iGhLy85dfftlUKW7YsKEJkNIQQAABBBBAAAEEEEAAAQQQQAABBBBAAAEEEEAAAQScCxBQdGhIQNEhIMMRQAABBBBAAAEEEEAAAQQQQAABBBBAIMYEDh06ZAKJGkxcu3at5brx48eXwMBAKVCgQIzty9MWOn78uLRu3Vr27dsn9erVk0mTJpmqh65oGrLo27evzJkzR5577jlZunSpZMyY0RVTMwcCCCCAwDMCx44dMyHz/fv3S+PGjeWLL75wWWjtxo0bMnDgQPnhhx/k+eefl2nTppmwors3DVfWr19fduzYEbJVrRCsQcXUqVO75fZ///33kLDiqVOnbO8xT548Jqyo1RWzZMliexwdEUAAAQQQQAABBBBAAAEEEEAAAQQQQAABBBBAAAEEnhYgoOjwGUFA0SEgwxFAAAEEEEAAAQQQQAABBBBAAAEEEEAgWgU0IPEklKjBxEuXLoW7Xu7cuaVRo0by0UcfReu+PHXyixcvygcffCDr1q0TrcI0d+5c0VCnK9uVK1dMFa/169ebilu6RooUKVy5BHMhgAACPi/w999/S8eOHSU4OFgqVqwoo0ePlnTp0rnU5dy5cybYp/fzsmXLmkC7u4b8nhx8woQJ8qqaB14AACAASURBVPnnn4dy0LC8nqVly5YuNXL1ZAcPHgwJK+7atcv29KlSpQoJKxYtWtT2ODoigAACCCCAAAIIIIAAAggggAACCCCAAAIIIIAAAgiIfqmza77VOZow3XpzemYCitF05ZkWAQQQQAABBBBAAAEEEEAAAQQQQAABBBwJbNq0yVRK1HCiVvoLryVIkMCEEl9//XUT0qBZC9y6dUt69+4tixYtEq26NHv2bMmcOXO0cJ05c0aaNm0qWvWybt26Mm7cOEmYMGG0rMWkCCCAgK8JPH78WDp16mSCbIULF5YxY8ZI3rx5o4VBqzNqsP3AgQNSu3ZtmThxosuq7kbHhvX9g1Z7/Pnnny2nf+WVV0xQsXz58tGxvEvn1C9l0Gusj9WrV0dqbn1fpJUVq1SpEqlxdEYAAQQQQAABBBBAAAEEEEAAAQQQQAABBBBAAAEEfFGAgKLDq05A0SEgwxFAAAEEEEAAAQQQQAABBBBAAAEEEEDAZQJHjhwJCSXa+SB+uXLlTChRH4kSJXLZPrxxoocPH8rAgQNl6tSpolWkNGBSqlSpaD3q4cOHTTUnrcDVrl076d+/v8SJEyda12RyBBBAwBcE+vbtKzNnzpSsWbOayokvvvhitB77999/l86dO8v58+elbdu28umnn0breq6YXKv3alBx9+7dltO9++674u/vL5kyZXLFctE+x4MHDyQgICAksHj37l3ba1aoUMGEFRs0aMCXBdhWoyMCCCCAAAIIIIAAAggggAACCCCAAAIIIIAAAgj4kgABRYdXm4CiQ0CGI4AAAggggAACCCCAAAIIIIAAAggggIAjAa3qp1UStVqiPv7+++9w58uRI0dIKFGrANLsCcyYMcMEBDXIOWLECFMFKybaxo0bTZhFr3OfPn2kQ4cOMbEsayCAAAJeK6DVEkeNGiXJkyeXL7/8UqpVqxYjZw0KCjKBvps3b0qPHj1MBUd3bxcvXjQhxW+++UauX78earspU6Y01RQ98bVJX1+fVFc8e/as7UtRsGBBE1bUR4YMGWyPoyMCCCCAAAIIIIAAAggggAACCCCAAAIIIIAAAggg4M0CBBQdXl0Cig4BGY4AAggggAACCCCAAAIIIIAAAggggAACURLQakxPQol79uwJd464ceOGhBIrV64cpfV8edDixYtNmOTx48fy3//+V1q1ahWjHIsWLTKhFl1/woQJMRaOjNFDshgCCCAQAwJz5syRzz77TLQqrobO33777RhY9X9LLFiwwITN9XV5wIABJuTmCW3btm0mqLhw4ULL7ZYsWdIEFWMq7Olqs/3794eEFf/880/b06dPn95cQ612rMFFGgIIIIAAAggggAACCCCAAAIIIIAAAggggAACCCDgqwIEFB1eeQKKDgEZjgACCCCAAAIIIIAAAggggAACCCCAAAK2BY4dO2ZCiU8qJkY0sGzZstKoUSMTTkyaNGlE3fm5hcD69eulc+fOolWkPvjgA+nZs2eMOz169MhU+dKKXylSpDABEYIQMX4ZWBABBDxcYMWKFSZsfuPGDfNvx44dY/xEej+fPHmyqcSrFRxHjx4tlSpVivF9RHVBDcxrNUUNLFo1DeppoD5nzpxRXSLWx124cCEkrLhu3Trb+/Hz8zNBRQ0sVqhQwfY4OiKAAAIIIIAAAggggAACCCCAAAIIIIAAAggggAAC3iBAQNHhVSSg6BCQ4QgggAACCCCAAAIIIIAAAggggAACCCAQrsDt27dDAokaTjx//ny4/bNlyxYSSsyfPz+6DgR27dolXbp0kSNHjsibb75pAiWx1e7duye9e/cWrf6VOXNm0ZBI9uzZY2s7rIsAAgh4lMCOHTtMyPzUqVPSvHlzUz0xQYIEsXKGu3fvyhdffCEzZ86U5557zgQWCxUqFCt7icqiGvDUkKI+NLz/bEuYMKGppti1a9eoTO9WY/RaLV++PCSweP/+fdv7q1Kligkr1q1bV+LHj297HB0RQAABBBBAAAEEEEAAAQQQQAABBBBAAAEEEEAAAU8UIKDo8KoRUHQIyHAEEEAAAQQQQAABBBBAAAEEEEAAAQQQsBQIDg421RL1oUG58JpW7XlSKbFq1aqIukDg+PHjJlyhVaJeffVV+fbbbyVOnDgumDnqU9y6dUv+85//yKpVq6RkyZIyffp0yZAhQ9QnZCQCCCDgAwLnzp2Ttm3byp49e6RWrVoyePBgSZ06daye/OrVqyZ0/vPPP0vRokXNa0z69OljdU+RXVw9NaQ4d+5cy6EautRqinXq1Ins1G7bX6sq//rrr+YR0RdG/PsQeo01rKjv1dKlS+e252NjCCCAAAIIIIAAAggggAACCCCAAAIIIIAAAggggEBUBQgoRlXu/48joOgQkOEIIIAAAggggAACCCCAAAIIIIAAAgggECJw4sQJE0hcuXKleTx+/DhcnTJlysjrr79uHsmTJ0fSRQKXL182wZGAgAApUqSIqW6VJUsWF83ubBrdm1Zz/PPPP6VmzZoyevRoSZkypbNJGY0AAgi4QGD//v0yatQoc890l6YV8Nq1ayerV6+Wl19+2dwzs2bN6hbbO3v2rKnSu2nTJilXrpzMnj1b4saN6xZ7i8wmfvnlF5k2bZps3LjRcli9evVMULFAgQKRmdbt++7du9cEFfX8+ty32/T9hIYVmzRpInny5LE7jH4IIIAAAggggAACCCCAAAIIIIAAAggggAACCCCAgFsLEFB0eHkIKDoEZDgCCCCAAAIIIIAAAggggAACCCCAAAI+LqDhiSehRP1XAwvhNf1guwYStQqPVieiuVbg9u3bMnDgQBMUyZkzp3z99deSP39+1y7icLbTp0+bKmCXLl2SFi1ayKeffiqJEyd2OCvDEUAAgagLLFmyREaOHCkHDx40FQpbtWoV9clcOFIDgD/++KPky5fP3M/dLSSnXloZ96+//jKhtTFjxrjw9DE3lb6X0WqKGlTU1yir1r17d+nWrZskSJAg5jYWQyvpe7cnlRXDCmpabUUtnoQVNUBLQwABBBBAAAEEEEAAAQQQQAABBBBAAAEEEEAAAQQ8VYCAosMrR0DRISDDEUAAAQQQQAABBBBAAAEEEEAAAQQQ8FGBbdu2mWCiPnbs2BGhQsOGDU0o8bXXXouwLx2iJvDw4UMTDhk3bpykTZvW/Le7Bga2bt1qwom3bt2Snj17Svv27SVevHhROzijEEAAgSgK3L9/31RN1MqE/27ff/+9VK1aNYqzumaYBiXHjh0rGTJkMFUdteqwOza9n7du3VouXrxoKg326NHDHbdpa08atNSQ4nfffWfZP3fu3OaMjRs3tjWfJ3b6559/ZPny5SGBxUePHtk+hr7H08qK+iUEnlhN0/ZB6YgAAggggAACCCCAAAIIIIAAAggggAACCCCAAAJeJ0BA0eElJaDoEJDhCCCAAAIIIIAAAggggAACCCCAAAII+JDAqVOnQkKJQUFBooG48Frp0qVNKFErJqZKlcqHpGLnqBqo+OyzzyRJkiQydOhQqVOnTuxsxOaqWrFMK1JpMFH3qyFWPz8/m6PphgACCDgT2LNnj6maGBAQEGoirTw7adKkWKtAO336dOnbt68kTJhQxo8fLzVr1nR22GgeHRgYKG3btpXHjx/L8OHDpVmzZtG8YvROr+9xtKLi6tWrLRfSIJ6+fhUvXjx6N+IGs69ZsyYkrKghVLutZMmSJqxYv359SZMmjd1h9EMAAQQQQAABBBBAAAEEEEAAAQQQQAABBBBAAAEEYkWAgKJDdgKKDgEZjgACCCCAAAIIIIAAAggggAACCCCAgJcLaHUprZK4cuVK8+/p06fDPXHGjBlNIFEfL7zwgpfruM/xfv31V+natas8ePBA+vTpI+3atXOfzYWzk6+//lq0SpgGWPW/y5Ur5xH7ZpMIIODZAgsWLDDhxGPHjoU6iIbOli1bFmsH1FBcmzZt5M6dOybs9/bbb8faXiKzsFad/PjjjyVx4sSmCmGlSpUiM9wt+2pIUR9Hjx613F+nTp1MUDF58uRuuX9Xb2r37t0hYUWtNmm3Zc+e3YQVtfJkrly57A6jHwIIIIAAAggggAACCCCAAAIIIIAAAggggAACCCAQYwIEFB1SE1B0CMhwBBBAAAEEEEAAAQQQQAABBBBAAAEEvFTgjz/+CKmWuH379ghPWa9ePRNKdPcqTxEexAM7BAcHS+vWreXq1avSoUMHU3XLU9qjR4+kf//+JsySOXNmmTNnjuTJk8dTts8+EUDAwwRu375tgolalTC8psHAd955J8ZPt2/fPmnatKn8/fff4u/vLz169IjxPThZcODAgTJu3DhJmzatzJ8/XwoWLOhkOrcYe/z4cRNS1Ncpq8rRWbJkMdfKU4KkrkLVqtoa5NUvSNi8ebPtaZMmTSpvvPGGeWilbRoCCCCAAAIIIIAAAggggAACCCCAAAIIIIAAAggg4A4CBBQdXgUCig4BGY4AAggggAACCCCAAAIIIIAAAggggIAXCZw5cyYklBgUFCRaPTG8VqJECRNKbNSokQkj0GJe4ODBgyacePjwYalfv75MmDBB4saNG/MbcbDivXv3pHPnzrJ06VLJnz+/aBWurFmzOpiRoQgggEBoAQ3eazhRKwJH1Bo2bGiqusZku3Dhgui6Wq1Pw1tjxowRPz+/mNyC47U0dN6lSxf58ccfTaU8va97y/uDtWvXmqBiYGCgpVPFihVNNcWXX37ZsaOnTXDjxg3jomFFfUSm1alTxzzfa9So4XHP98ick74IIIAAAggggAACCCCAAAIIIIAAAggggAACCCDg3gIEFB1eHwKKDgEZjgACCCCAAAIIIIAAAggggAACCCCAgIcLaDWg3377zQQ29N+TJ0+Ge6L06dOHhBKLFSvm4af37O2fP39e2rVrJ9u2bZPy5cvLzJkzJWHChB55qOvXr0vz5s3NWV566SWZPn26pE6d2iPPwqYRQMD9BObOnStDhgwRvW9G1EqVKiU///xzRN1c+nOt7KghLa1YrPfzWbNmSYIECVy6RkxNdufOHVNNcOPGjaKWGlb01NcmKzN9rdVqivv377ck1S8N0KCivl/y1abvJ5+EFa9cuWKbQV//mzRpInXr1pWUKVPaHkdHBBBAAAEEEEAAAQQQQAABBBBAAAEEEEAAAQQQQMCpAAFFh4IEFB0CMhwBBBBAAAEEEEAAAQQQQAABBBBAAAEPFdi1a1dIKHHr1q0RnkIr3GilRP2XFvsC//zzj3Tq1ElWrFghGhTV8I2nf5j/3Llz5jl2/PhxU0VsxIgRkiRJktjHZgcIIOCxAhp+HjVqlEyaNMnWGVq2bGmCjDHdWrVqJcuXL5e8efPK4sWLJU2aNDG9BZeup6G0WrVqmft5vXr1ZOLEiRInThyXrhGbk509e9aEFLWiooZLn21aNVJDim3bto3NbbrF2jt27AgJK2q1Z7vt+eefN2FFfV+QPXt2u8PohwACCCCAAAIIIIAAAggggAACCCCAAAIIIIAAAghESYCAYpTY/jeIgKJDQIYjgAACCCCAAAIIIIAAAggggAACCCDgQQIaANOqNvoICgqSu3fvhrv7okWLmmqJ+vDlSkDudokfP34sPXv2lO+//16ee+45mTdvnuTKlcvdthml/ezbt89UEbt69ap07NhRevXqJfHjx4/SXAxCAAHfFggODpahQ4fKhg0bIoTQ+8zYsWOlQYMGEfZ1dYdPP/1UpkyZIhpq++WXXyRHjhyuXiJW5jt48KAJJ167ds3cz/Wcfn5+sbKX6Fp08+bNJqi4dOlSyyXKlCljgoqVK1eOri141LwaWF22bJkJLOrvp92mX8CgYUV9f0D1brtq9EMAAQQQQAABBBBAAAEEEEAAAQQQQAABBBBAAIHICBBQjIyWRV8Cig4BGY4AAggggAACCCCAAAIIIIAAAggggICbC2iY7UkoceXKlaaaUXhNAxJarUZDiSVKlHDz0/nm9kaPHi3Dhg0zFROnT58uL7/8sldBaJioTZs2JkDbu3dvad++vdeFWrzqgnEYBNxQYObMmfLFF1+IVlCMqGXIkMFUo9V/Y7pNnTpV+vbta4LYWjmxZMmSMb2FaF1v48aN0qxZM7l//77069dPOnToEK3rxdbkP/zwg6mmqNWprZoa+Pv7my8VoP2fgH4RQWBgoAkravXQyDStsqxhxapVq0ZmGH0RQAABBBBAAAEEEEAAAQQQQAABBBBAAAEEEEAAgTAFCCg6fHIQUHQIyHAEEEAAAQQQQAABBBBAAAEEEEAAAQTcVGDPnj2igUQNJ27ZsiXCXdasWdOEErXakSc2PasvfFB9/vz5phpTggQJRIOK9evX98TLFeGeNajz4YcfmmDi8OHDTWiWhgACCEQkcPnyZRPg/u677yLqan5eunTpMKvf2ZrAQaclS5bI+++/L48ePRINKtauXdvBbO47VO/nnTp1MiHMMWPGiIbLvLHpc09DivrQqpHPtqRJk5rXb73mtKcF9Ms09H2chhX1YeUXlln58uVNWFF/f5InTw4tAggggAACCCCAAAIIIIAAAggggAACCCCAAAIIIBAlAQKKUWL73yACig4BGY4AAggggAACCCCAAAIIIIAAAggggIAbCVy4cCGkWmJQUJDcvn073N298MILJpSo4a9MmTK50Unsb0WrY2mVrM2bN8uMGTMkZ86c9gd7WE+tRPXmm2+aXWslqrZt20qcOHE87BT2tquBnYkTJ5qgkYY6pkyZIq+88oq9wfRCAAGfFNB75MCBA2X79u22zt+yZUsZMmSIrb6u7qR71Xu4BrH++9//ynvvvefqJdxqPg0mDh061FT+nTRpklSoUMGt9ufKzfzxxx8mpPjjjz9aTlu0aFFTTbFGjRquXNar5tLf4SdhxaNHj9o+W4ECBUxYsUGDBlSrtK1GRwQQQAABBBBAAAEEEEAAAQQQQAABBBBAAAEEEFABAooOnwcEFB0CMhwBBBBAAAEEEEAAAQQQQAABBBBAAAE3EFi1apUJJmr1mYg+yJ06dWpTvUiDiVo5ypObVhPUcKIGM7XpmcaPH+/JRwpz7/v37zdB0qtXr5ogyyeffCJx48b1yrM+OdTdu3dl8ODBMn36dMmcObMJoObLl8+rz8zhEEAgagIaYtbXg3v37tmaQF8r9DUjNtq+fftEw5EnT56UNm3amFCltzetkNe7d29zH8+WLZtMmzZNChcu7NXH1sqRes7g4GDLc+prugYV8+TJ49UOTg935MgRCQgIkF9++cV2+FjXTJcunQkr6sPbn2tOjRmPAAIIIIAAAggggAACCCCAAAIIIIAAAggggAACBBQdPwcIKDomZAIEEEAAAQQQQAABBBBAAAEEEEAAAQRiRWDv3r0mkKjBRK0eGFGrXr26CWNoONHTm4YwNYii1XWebVOnTpU6dep4+hGf2v/Zs2fNtTt27Jj598svv5QECRJ41RnDOoxWF9Mw5pIlS0yIY9GiRaIhW29r3377rWTIkEFq167tbUfjPAhEq8D58+dl0KBB8sMPP9haRyv4zZo1S0qVKmWrv6s7nTt3Tlq1aiW7du0yv+8TJkzwmfv5nTt3TMA+MDBQihQpYsJ7Gj735nbr1i3R9yV61idfpvDv8+oXDXTv3l26devm9V864IrrfOnSJfP80fd/Wik8Mk2Dik2aNJGKFStGZhh9EUAAAQQQQAABBBBAAAEEEEAAAQQQQAABBBBAwEcEqKDo8EITUHQIyHAEEEAAAQQQQAABBBBAAAEEEEAAAQRiUEA/mP0klKgfzNYPvofXChYsaAJt+siSJUsM7jT6lpo4caIJJz58+DDUIlqV6T//+Y95eEvTa/zWW2/J1q1b5aWXXpI5c+ZI4sSJveV4ts6hAaTOnTvLhg0bpEyZMvL9999L0qRJbY31hE76e924cWM5cOCA+bdnz56mwhgNAQTCF9Dqwfp6oIF9O+2FF14w91CtrBYb7caNGyagp/vW+7lWfUyTJk1sbCXW1tT7eYcOHcxrWtWqVU1A05vu52HB/vnnnyakOHv2bMsuWh1Yqyk2aNAg1q6Npy384MED855Yw4r6uHnzpu0jvPrqq6ayYo0aNXzi+Wcbho4IIIAAAggggAACCCCAAAIIIIAAAggggAACCPiwAAFFhxefgKJDQIYjgAACCCCAAAIIIIAAAggggAACCCAQAwJr1qwxlRL1g9iHDx8Od0WtDqVVEjWUqGEub2nbtm0zQZSwqkU2bdrUBBMLFy7sLUeW+/fvm8DCggULTPXAxYsXS9q0ab3mfJE5iFbN1OurQSStkKmhlvjx40dmCrftO2LECBk5cmTI/hIlSiS9evUyIR4aAghYC4wdO9ZUTrTb3nzzTfnqq6/sdnd5v3v37pnw8fz580W/PGDy5MmSK1cul6/jCRNqGLtjx45y8OBBExIbPXq0J2zbJXvUIJ0GFTVwb9Vq1aplXvc1TEuLnEBwcHBIWPHEiRO2B2s1T30e1q1b12u+zMP24emIAAIIIIAAAggggAACCCCAAAIIIIAAAggggAACIQIEFB0+GQgoOgRkOAIIIIAAAggggAACCCCAAAIIIIAAAtEksH///pBQ4saNGyNcRSsRNWrUyAQT/fz8IuzvSR00hKJhFKumHyzX4FqTJk086UgR7vXx48cyZMgQc26t9vXjjz9K3rx5IxznzR127dol7dq1k7Nnz0qrVq1kwIABHv9c16BO5cqVLS+bBow1qFi2bFlvvqycDYFICZw8edKE1X/66Sfb4zQY2K1bN9v9o6Pj559/bkKJmTNnlq+//lpKlSoVHct4zJybNm2STp06ycWLF819vX///h6zd6cb1cp/U6dOlW+++UZOnTplOZ1WDe7atSvV/aKIreHXgIAAE1jcsWOH7Vn091PDivp+WoPENAQQQAABBBBAAAEEEEAAAQQQQAABBBBAAAEEEPAdAQKKDq81AUWHgAxHAAEEEEAAAQQQQAABBBBAAAEEEEDAhQJXrlwxVRK1WmJQUJDcuHEj3Nnz588fEkrMli2bC3fiHlMFBgaaIIp+0PzZFidOHBNM1EfWrFndY8Mu3MW3334r//3vf0Wr6WmQIawQmwuX9IipNKzbvn17uXXrlnzyySfm+nt60+e5hi3Dqo7atm1b+eijjyRVqlSeflT2j4AjgWXLlokG/bSiqt2mYUCtKhybTfcwbNgwcz/XKo6vvfZabG7HbdZeunSpfPjhh6KBvT59+oje63ypHTp0yIQU9fXeqmXPnt1UU9QK0bSoC1y4cEFWrFhhwor6/tpu0yrNGlbUL8DgiwLsqtEPAQQQQAABBBBAAAEEEEAAAQQQQAABBBBAAAHPFSCg6PDaEVB0CMhwBBBAAAEEEEAAAQQQQAABBBBAAAEEXCCwbt0686Fpffz111/hzpg8eXJp0KCBqZTorR+Y1qCmBhNnz55taVG+fHkTTPPWkIc+D9q0aSNPqig2a9bMBc8y75hCTebNm2dCSilSpJDevXtL/fr1PfpwGlJp3ry5aGU4DTDduXMn1Hm0qpNWU3zzzTc9+qxsHoGoCNy7d0+GDh0qEyZMsD08S5YsJtxdokQJ22Oio6NWv9X71P3796Vfv36m+ivtfwIa0Bs4cKAkSZLEVA2uW7euz/HoF1Oow6pVqyzPXqVKFenevbuULl3a52xcfeC7d++a99oaVtTHP//8Y3uJ6tWrm7BitWrVJHHixLbH0REBBBBAAAEEEEAAAQQQQAABBBBAAAEEEEAAAQQ8Q4CAosPrREDRISDDEUAAAQQQQAABBBBAAAEEEEAAAQQQiKKABhH1Q9L6wfT169dHOItW0NNQoj7ixo0bYX9P7TB37lwTTrx06VKoI6RJkyakamLSpEk99Yjh7nv79u2igUStnqmVpbR6kp+fn1eeNaqH0qCPhjnGjBljfhf0v8uUKRPV6WJ9nF7nf4dxEyZMKBqisGo1atQwz4siRYrE+r7ZAAIxIbBhwwYTTgwODra9XLly5WTy5Mmirxmx2dauXWvu4RcvXpROnTpJz549Y3M7bru2BhMnTZokGTNmlFGjRskrr7zitnuNzo1NmzZN9BFWNV39YoZu3brF+vM6Og1ieu7NmzeHhBVPnz5te3kNPmtYsVatWpIpUybb4+iIAAIIIIAAAggggAACCCCAAAIIIIAAAggggAAC7itAQNHhtSGg6BCQ4QgggAACCCCAAAIIIIAAAggggAACCERC4Nq1ayaQqMHEoKAg0f8dXsuTJ48JJDZq1Ehy5swZiZU8r6tWkdNg4vLlyy03r1WV9MP5nhxEi+iqqIFW19JwQtOmTWXkyJFeHUaNyCO8n2vVI62iOHPmTMmWLZssWLBAsmbN6mTKWBm7ePFiE1yyaloh8vr165Y/++ijj6Rr164SL168WNk3iyIQEwJfffWVCSdq5VS7TauR6r0zttvu3btNmEzv57qnzz77TOLHjx/b23LL9W/fvm185s+fL/q+Z/To0VKwYEG33Gt0b+rEiRMmdK9BxQcPHoRaTkOcWk2xZcuW0b0Vn5t///79EhAQYAKL+vtrt+l7EA0ranXzfPny2R1GPwQQQAABBBBAAAEEEEAAAQQQQAABBBBAAAEEEHAzAQKKDi8IAUWHgAxHAAEEEEAAAQQQQAABBBBAAAEEEEDAhoBWgNJQoj70A9DhNa0MqB9y1lBi+fLlbczu+V3Gjx8vgwYNkkePHoU6TK5cuUwwsXXr1p5/0HBOcPbsWfnggw9k06ZN5rrPmjWLMEsEV/zKlSvSpUsXE/rNnz+/LF26VJIlS+ZxzxMNokyZMkWOHTsWau9aIVLDWVa/G4UKFRINKmoFJxoC3iSg4SANJurvdmRa7969zT0htpuGzPr16ycbN26UChUqmMBkypQpY3tbbr2+3s979eolgYGBUqpUKVMhN0uWLG695+jc3Lp160xIaCXrFwAAIABJREFUUQNzVk2rTGpQ0VfeJ0antdXc+p5sxYoVJqy4Zs0a28snSZJE3njjDfN48cUXbY+jIwIIIIAAAggggAACCCCAAAIIIIAAAggggAACCMS+AAFFh9eAgKJDQIYjgAACCCCAAAIIIIAAAggggAACCCAQhoBWw9NAogYs1q5dG6FTxYoVTShRKyYmSJAgwv7e0GHLli2mamJwcLDlcd555x0TTvT2ijQazOjTp48J2OXNm1d++uknjwzaxcZz8tSpU9KmTRtT7ahGjRoyadIkSZgwYWxsxdGaGlzWkOLs2bMt50mdOrXo88SqvfXWWyaUpWFeGgKeLjB9+nQTToyowvC/z+nn5ydff/21CffHdrt69ar4+/uLfjFB2bJlTaVXrbBGi1jg+PHjpjLsjh075LXXXpMRI0aIVpL15aZfVqAVFfft22fJ8O6775pKnb4c5ozu54dWbNb38xpW1Mfdu3dtL1m7dm0TVqxatarPvLe3jUNHBBBAAAEEEEAAAQQQQAABBBBAAAEEEEAAAQTcTICAosMLQkDRISDDEUAAAQQQQAABBBBAAAEEEEAAAQQQ+JfAjRs3QkKJWnlFgwrhtdy5c4eEEvW/faVpRTgNJk6YMMHyyCVKlDDBRA1senu7ffu2DBkyRL777jsTMPj222+9PpDp6mt64MAB0ZDGyZMnTaXNAQMGSLx48Vy9TIzMt2DBAhNU3LVrl+V6WiHy5s2boX6WPHly6dGjh/m9oSHgiQIaTtNg4qJFiyK1/ezZs8vkyZOlWLFikRoXXZ0/+eQTEzTWfWkVwOLFi0fXUl45r4YTtTLg0aNHpXnz5qa6sq+38+fPm5CiPjQs92zT6pxq1qFDB1+nipHza2XUJ2FFrbRot5UpU0aaNGlivkwhffr0dofRDwEEEEAAAQQQQAABBBBAAAEEEEAAAQQQQAABBGJIgICiQ2gCig4BGY4AAggggAACCCCAAAIIIIAAAggggICIbNq0KSSYGFaVmydQiRMnlvr165tKiVo10dfasmXLTDjxyJEjoY4eP358ad++vQlZZcyY0etpHj58KBMnTpRRo0ZJ0qRJZfz48VKhQgWvP3d0HHDnzp3md0orG/Xu3Vs6deokceLEiY6lon3Oc+fOmUqQGlTU58izLU2aNHL58mXLfZQrV85UION5FO2XiQVcKPDjjz+acKKGjCPT9Hmu4cRUqVJFZli09dUzaCXHtGnTyrBhw0zVNFrkBVavXi0ffvihuc9pdUC9p9FEtOq0hhS1yrJVK1mypAkqVqtWDa4YEvjzzz9l+fLlJrCo/2236ZeSaFixbt26kidPHrvD6IcAAggggAACCCCAAAIIIIAAAggggAACCCCAAALRKEBA0SEuAUWHgAxHAAEEEEAAAQQQQAABBBBAAAEEEPBZAQ3Y/fbbb+axatWqCB00OKQBKq0KqCFFX2sXL140wcR58+ZZHv3VV1+Vdu3aSZUqVXyGZsmSJdKzZ0/RipIDBw6UN954w2fOHh0H1YCABhP9/PxM6FN/3zy5BQYGmpDi+vXrLY+RLl060d8rq6ZB3w8++IAqTZ78BPCBvV+5csUEE7WC7LNNf4/13hhWe+edd2T48OFuo/T9999L3759RYP2ej/X8BEt6gJaSbNXr15y7949+eyzz6RFixZRn8zLRs6fP98EFTWYb9X0uadBxVy5cnnZyd37OKdOnZKgoCATVly3bp3tzaZIkcLcL/Tvg1KlStkeR0cEEEAAAQQQQAABBBBAAAEEEEAAAQQQQAABBBBwrQABRYeeBBQdAjIcAQQQQAABBBBAAAEEEEAAAQQQQMCnBG7duhVSKXHFihVhVjF7gpIzZ07zgWN95M2b16es/n3YWbNmmXDi1atXQxlkyJDBVEzUR8KECX3GSENn77//vty8edNUinrvvfd85uzReVCtpqZhlpQpU8qMGTOkdOnS0blctM+t4RytrKlBRQ1zPdu0cpw+hx48eBDqZ9mzZzfVx5o1axbt+2QBBCIroK+hGk6MTNWxJ2v06dPHBHDdpWkFNQ2EaQVXDZ1rQJjmXEArDA8aNMhUGP7yyy+lZs2azif1khmuXbtmXhemTZtm+dqg76f0OdmlSxcT2qfFrMCNGzfM3wsaVtSH1Wt0WDtq0KCB+cKKypUrS7x48WJ246yGAAIIIIAAAggggAACCCCAAAIIIIAAAggggIAPCxBQdHjxCSg6BGQ4AggggAACCCCAAAIIIIAAAggggIBPCPz+++8hwcSIwhT6ofD69eubUKJWBfTlduDAARNM1IoyVq1hw4YmmFiyZEmfYtq1a5cJsJw+fVratm0r/fr1I0DgomeAVlzTgKIGN7JlyyazZ8+W3Llzu2j22JsmODhYNKyjQQerliVLFjlz5ozlz2rXrm3CXCVKlIi9A7AyAv9f4OHDhyaYOHbs2FAmEVVN1LDOhAkTpF69em7juXXrVlO59fz589K5c2fp0aOH2+zN0zeiz5Vhw4aZa54+fXpzX6fC3NNXdceOHSakqFUVrVqhQoXE399f6tSp4+lPB4/ev1ZUfBJWvHDhgu2zaPV1DStWr15d0qZNa3scHRFAAAEEEEAAAQQQQAABBBBAAAEEEEAAAQQQQCDyAgQUI2/21AgCig4BGY4AAggggAACCCCAAAIIIIAAAggg4LUCx44dM6FEfaxcuTLCc7788svy+uuvm4dW+/H1NmbMGBk8eLAlg1aT1GDiu+++63NMBw8eNOFE/VeDrOpEhRzXPg3u379vqlMuXbpU8ufPL4sWLZLUqVO7dpFYmu2bb74xIZ3jx4+H2kGyZMnMc8mqUmmcOHFMNUUNKiZOnDiWds+yvi6gYX8NJ27atCnSFDly5BCtkFq0aNFIj42uAUePHpU2bdqY+3njxo1l+PDhkiBBguhazifn1fu5VgH86aefzLWfOnWqZM2a1Sctwjv0kiVLTFBxy5Ytlt001KsVFQsWLIhdLAvs3r1bAgICTGBx//79tnej72c0rKhfOuANX7xg++B0RAABBBBAAAEEEEAAAQQQQAABBBBAAAEEEEAghgQIKDqEJqDoEJDhCCCAAAIIIIAAAggggAACCCCAAAJeJXD79u2QQOKKFSvk4sWL4Z4ve/bsolUANZSoHxymiQmeaNXE7du3W3K0atXKhBN98cPVZ8+eNQExNdIqUD/88ANhsWj6pblx44YJwGogqnz58jJ9+nTRAJ83tCNHjpjqc3PnzrU8jt6XTpw4YfmzIkWKmCpv7lSBzhuuCWeIWGDcuHEmnPjgwYOIOz/To1KlSiacmCJFikiPja4Beo/R1zO9n2u15K+//tqt9hdd546Nea9cuWIC1ps3b5YXXnhBZsyYwRdBWFyIO3fumAC7Btm1oqdV05CiBj4TJUoUG5eSNZ8R0C8b0CrjGlbcuHGjbR+tpqhhxQYNGlAd2bYaHRFAAAEEEEAAAQQQQAABBBBAAAEEEEAAAQQQCF+AgKLDZwgBRYeADEcAAQQQQAABBBBAAAEEEEAAAQQQ8AqBrVu3miqJ+tDKJuG1+PHjm3CPhhKrVq3qFed3xSE0dKLBxEmTJllO9+KLL5pgoq8GozTM0rNnT1MFqkCBAiZgkSVLFlfQM0cYAufOnTNVKk+ePClNmjQx1c0SJkzoNV5aGVJDUVb3LL1PpU+fXs6cOWN5XvXQoKJWM6UhEJ0C+/btM8HE5cuXR2mZFi1amPHu1B4+fGjC5k+q+mnlusyZM7vTFr1uL6dOnRJ9LujzSe/rYb3X8LqDR+FAaqQhxVmzZlmO1i+I8Pf3N1U/ae4joNWPV61aZcKK+nj06JHtzem11MBixYoVRSsm0xBAAAEEEEAAAQQQQAABBBBAAAEEEEAAAQQQQCDyAgQUI2/21AgCig4BGY4AAggggAACCCCAAAIIIIAAAggg4LECWmHst99+Mw+tlhhRK1OmjAklNmrUiCpJz2D9/PPPJpyolWCebYkTJ5b27dubcKJWfPHFdv/+fRkxYoRMnDjRhMY0NEDFzZh5Jvz5559St25d0cpSGsj7+OOPJV68eDGzeAysopXFxowZY8I6jx8/DrVijhw5RCt33rt3L9TPUqdObUJW7733XgzslCV8UUCD2BouvHz5cpSO37dvX7d8fvbq1Uu+++470WqlM2fOlHz58kXpfAyKnIDez9955x3R8HnHjh2lX79+kZvAx3oHBASYoOL69estT/7aa6+JVlQsXry4j8m4/3H19Xzt2rUhYcWIKrr/+0SVK1c2YcUqVaqIvs7TEEAAAQQQQAABBBBAAAEEEEAAAQQQQAABBBBAwJ4AAUV7TmH2IqDoEJDhCCCAAAIIIIAAAggggAACCCCAAAIeJXD37t2QUGJgYKBcuHAh3P0/99xz0qBBAxNMLFSokEedNSY2e/78eRNMXLBggeVy1atXN8HEChUqxMR23HIN/ZD55MmTZcKECZI8eXIZOHCgVKpUyS336q2b0nDG22+/bQJ8/fv3l1atWnldhaE1a9bI2LFjZcOGDZaX8fnnn5fDhw9b/kzD1++//75oWIWGgCsETp8+bYKJ8+fPDzVd3LhxRSsQhtcSJEhg7pl16tRxxXZcOsf48ePN617KlClNSPGll15y6fxMFr7Ak/u5hq4HDBhg3mPQwhZ48h5Eq3zqF3NYtU6dOkmXLl0kVapUULqpwI4dO0QDp1pZ8eDBg7Z3+cILL5iwYo0aNSRnzpy2x9ERAQQQQAABBBBAAAEEEEAAAQQQQAABBBBAAAFfFCCg6PCqE1B0CMhwBBBAAAEEEEAAAQQQQAABBBBAAAGPENi+fbusXLnSPHbu3BnunjU8oRXXNJRIYCdsKq2MNWjQILl27VqoTlmyZDGhAX2opy83/TC5hr/ixIljAjv6QXFazAvMmzdPPvzwQ0mUKJGpOFi7du2Y30QMrKhn02CX1e9ltmzZTCXJv//+23InGuLU52quXLliYKcs4a0CixcvNve6Y8eORemIuXPnNhVBNVjjbu2XX36Rdu3amfu57lHfK9BiXmDu3Lmm8p+fn5+pYFm1atWY34SHrXjkyBGZOnWqTJ8+3XLn+r7N39/fhPlp7i2g1zIoKMiEFX///Xfbm82UKZN5D6r3rWLFitkeR0cEEEAAAQQQQAABBBBAAAEEEEAAAQQQQAABBHxFgICiwytNQNEhIMMRQAABBBBAAAEEEEAAAQQQQAABBNxW4NSpUyHVEpcvXx7hPkuVKmVCifqgikzYXHv37jXVo1atWmXZST/8rMHEokWLRmju7R30g+MtWrSQW7duyccffywffPCB11Xu86RrOHr0aBkxYoSkTp3ahFqKFy/uSdu3vdfdu3fLV199JRqmsmoFCxaUffv2Wf4sffr0JqTYoUMH2+vREQEVuH79ugwbNky++eabUCDx4sWTBw8eRAhVuXJlU3FWq826W9u2bZupqKzVH/v06WPu57TYE9CAqFbETZIkiSxatIj3HDYvxW+//SZaTVG/sMOqVaxY0YQ/X375ZZsz0i02BS5dumTej2tYcdmyZba3ovdkfb+uf/P4cpVz22B0RAABBBBAAAEEEEAAAQQQQAABBBBAAAEEEPAJAQKKDi8zAUWHgAxHAAEEEEAAAQQQQAABBBBAAAEEEHArgfv374eEEgMDA+XcuXPh7k8rxmjgQD+g647VmtwKV0S+/PJLE0CxaoUKFTLBxLfeesvdth0r+zl69Kh5Xp0/f17effddGTBggCRMmDBW9sKi/yegAalevXrJDz/8IDlz5jQhjTx58ngtz/fff2+qRZ48eTLUGTNmzGiC2AcOHLA8/yuvvGKCilWqVPFaHw7mOoEVK1bI8OHDRcOxUW0tW7aUIUOGRHV4tI7T+3mjRo1C7udhvQ5G6yaYPJSA3s+/++47yZw5s2jlzuzZs6NkU0ArKepr4KFDhyxHtG7dWrp27Sr6WkHzDAF9j7N27VoTVtTHlStXbG+8WrVq0qRJE6lUqZKkTJnS9jg6IoAAAggggAACCCCAAAIIIIAAAggggAACCCDgTQIEFB1eTQKKDgEZjgACCCCAAAIIIIAAAggggAACCCDgFgI7duww1WD08ccff4S7Jz8/P6lbt64JG9SqVcst9u/um1i/fr2pmrhz507LrbZr186EEwkH/I9nxowZMnToUNFqRBrcSZYsmbtfZp/Y37Vr18Tf31927dplqlrqB/K9uZ0+fdpUU9SKkVZNqylqBaYLFy5Y/lwrgGpQkd9tb36WRP1s9+7dM6H18ePHh5okTpw48ujRI1uT9+vXTzp27Girb2x0mjdvnnTr1k1q1qwpGuyiuY9AmzZtTOU4fQ7qlwLQ7Avo68PUqVNN1VP9go9nW9q0aU01xbZt29qflJ5uI6BVX7WCvIYVDx8+bHtfWl1a3xtVr15dsmXLZnscHRFAAAEEEEAAAQQQQAABBBBAAAEEEEAAAQQQ8HQBAooOryABRYeADEcAAQQQQAABBBBAAAEEEEAAAQQQiDWBs2fPmkDib7/9JgEBAfL48eNw91KiRAkTStQPsOuHrmkRC9y9e1c+//xz8+F1q1a2bFkTTCToaW25b98+U6kvceLEEWPTI8YEtKqlhvLy5csn8eLFi7F1Y3MhDShoNcWwQsZFixY1oU2rlilTJhNS1CAyDYEnAuvWrTPhxK1bt4ZC0d8rreb172b1/yVKlEgmTJjgEa8hS5cuNV9uoF9yQHMfAQ2db9iwQWrXru0+m/Kwnaifvs/ToKdVK1OmjAkqVq5c2cNOxnafCBw8eND8zaTvBYKDg23DPPfccyasqL9fVJq3zUZHBBBAAAEEEEAAAQQQQAABBBBAAAEEEEAAAQ8VIKDo8MIRUHQIyHAEEEAAAQQQQAABBBBAAAEEEEAAgRgVePjwoQkk6iMwMFDOnDkT7voarKlfv74JJRYrVixG9+rpiy1ZskQGDhwoJ0+eDHWU5MmTS4cOHUxgKWXKlJ5+VPaPgE8I3L5921RT1IdVy5Ili+jv9oEDByx/XqFCBRNUrFSpkk94cciwBUaMGCEjR460TaQhbX3+/bvlyZNHJk2aJIUKFbI9Dx0RQCD6BGbPnm2Cinv37rVcpFmzZtK1a1fJkSNH9G2CmaNdQCsmr1692oQVtcKi3aaBcg0rNmjQQMqVK2d3GP0QQAABBBBAAAEEEEAAAQQQQAABBBBAAAEEEPAYAQKKDi8VAUWHgAxHAAEEEEAAAQQQQAABBBBAAAEEEIgRAa3spaHEoKAg2bZtW4RraqUPDSXWqVMnwr50eFpAQ59ffPGFLFq0yJJGqyVq1UStnkhDAAHPE9DqSePHjw8zmKCBsYsXL4qGGKxamzZtTFBRA4003xLYsmWLDB8+XNavXx/q4AkSJJB79+6F+v+14uCzFY6rVKkikydPlqRJk/oWIKdFwM0F9N4/ZcoUmTZtmty8eTPUbvV3Vqsp6msAzfMFtFL62rVrTVhRH9evX7d9KP174I033pCKFStKsmTJbI+jIwIIIIAAAggggAACCCCAAAIIIIAAAggggAAC7ipAQNHhlSGg6BCQ4QgggAACCCCAAAIIIIAAAggggAAC0SZw/vx5WblypQkmBgQEiFZPDK8VL15cGjZsKI0aNZIMGTJE2768eeLp06fL4MGD5caNG6GOmS1bNmnfvr2pmkhDAAHXCmjVQg1xFShQwLUThzPbnDlzZMKECXLo0CHLXlp1dufOnZY/y5o1qwmotG7dOsb2y0KxKzB27FgTTrx//76tjWgF43PnzoXqq8+ZQYMG2ZqDTgggEDsCGmTXaopaTduqFS1aVPz9/aVGjRqxs0FWjRYBDaFrVUUNKx47dsz2Gi+++KIJK1atWlX0/QENAQQQQAABBBBAAAEEEEAAAQQQQAABBBBAAAFPFCCg6PCqEVB0CMhwBBBAAAEEEEAAAQQQQAABBBBAAAGXCmhARwOJ+ggMDJRTp06FO78GEevXr29CiSVLlnTpXnxpst27d5uqiVpFxaq99dZbpmqiVlajIYCAawU0nNihQwd59OiRfP3111K4cGHXLhDObJcvXzYhRa2oaNW0SmLKlCll3759lj+vXLmyCSqWL18+xvbMQjEroCFVDSbqFwY82+LHj28ZWMyTJ49l8LV///7muU5DAAHPEFiwYIGppvjHH39Ybljff3fr1k3y5cvnGQdil7YF9u/fb+77Glbcvn277XG5cuWSJk2amPAqfzfYZqMjAggggAACCCCAAAIIIIAAAggggAACCCCAgBsIEFB0eBEIKDoEZDgCCCCAAAIIIIAAAggggAACCCCAgEsE9uzZY0KJQUFBolVbImo1a9Y0oUQNJ9KcCYwYMUJGjhxpOYlWyNFgolZFoSGAgOsFnoQT9V9tuXPnlokTJ0qRIkVcv1g4M+p9V0OKWjnJqmnIQMOMVhXxtL/eJzSomDFjxhjdN4tFr8DkyZNNOPHmzZu2FsqZM6doaPHgwYNP9U+aNKl5flFtzRYjnRBwKwGtqj1lyhRTUVFfB55tcePGle7du0vnzp0lQYIEbrV3NuMagbNnz8rq1atNWFH/VrPbkidPbsKKdevWlbJly9odRj8EEEAAAQQQQAABBBBAAAEEEEAAAQQQQAABBGJFgICiQ3YCig4BGY4AAggggAACCCCAAAIIIIAAAgggEGWBv//+21Tm0GBiQECAZRWmf0+uYbkGDRrI66+/LpkyZYryugz8P4E1a9aYqokaDrVqHTt2NKEjraBGQwAB1ws8G058soKGvLSSYvHixV2/aAQzzpkzx1RUPHTokGXPYsWKiVbUs2rZs2c3IcUWLVrE+L5Z0LUC+twcNmyYCaM82zSM9PDhw1D//6uvvipacUuDLP9uWllt0qRJUqBAAdduktkQQCBGBbTa9tSpU+WHH36wXFd/1/39/c17dZr3Cvzzzz+m4vqyZcvMa4TdALuKPKl6X7FiRUmSJIn3InEyBBBAAAEEEEAAAQQQQAABBBBAAAEEEEAAAY8UIKDo8LIRUHQIyHAEEEAAAQQQQAABBBBAAAEEEEAAgUgLrFq1yoQSAwMD5cSJE+GOT58+vam6oaHE0qVLR3otBoQWuHXrlgkmfvvtt5Y8FSpUMMHE6tWrw4cAAtEsoEHA9u3by759+55aKVu2bCakWKpUqWjeQejptUKWhhS14p1Vy5o1q6RIkSLUnp/0rVq1qgkqUi0pxi+dSxacMWOGCSdeunTJ1nzPP/+8eZ5ahZaqVasmWoUxceLEtuaiEwIIuL/A0qVLTTXF33//3XKztWrVkm7duol+sQjN+wU2bdpk/qbTsGJEf9f9W+OVV14xFdorV64smTNn9n4oTogAAggggAACCCCAAAIIIIAAAggggAACCCDg9gIEFB1eIgKKDgEZjgACCCCAAAIIIIAAAggggAACCCBgS2Dv3r0mlBgUFBTmB5r/PZGG4zSU2LBhQ1vz08mewMKFC2Xw4MFy6tSpUANSpUolT6omUtXEnie9EHCFwNGjR01I8dlqplq9dOLEifLiiy+6YplIzxEcHGxCisuXL7ccW7hwYdEw47MV85501vuJBhXTpUsX6bUZEPMCx44dk+HDh4u+Tjzb4sSJI48ePQr1/zdv3ly0ouLMmTND/axt27YmDE9DAAHvE7h3754JH2tQ8dy5c5YH7Ny5s+gjefLk3gfAiSwF9O89/VtPw4phVVu2GqjVNzWsqH//UW2XJxcCCCCAAAIIIIAAAggggAACCCCAAAIIIIBAbAkQUHQoT0DRISDDEUAAAQQQQAABBBBAAAEEEEAAAQTCFNDqSytXrjTBxICAALl79264Wi+88II0aNBAGjVqJFqhi+Y6gZMnT5qgyE8//WQ5ab169UzVxNgKQrnupMyEgGcKaNUhDSk++4H+TJkymUqKL7/8cqwdbM6cOaaiolZ7tGrFixeXHTt2WP4sd+7cJqSoQTaa+wrMmzfPhBNPnz5ta5Na4VNfM7Zu3Wr5ujJgwADzcxoCCHi3wF9//SVTpkyR77//3vKg2bNnF39/f2natKl3Q3C6UAL6ZSirV682YcVVq1bZFkqTJo0JK9auXVteeukl2+PoiAACCCCAAAIIIIAAAggggAACCCCAAAIIIICAUwECig4FCSg6BGQ4AggggAACCCCAAAIIIIAAAggggEAogTVr1phQYmBgoGhFpvBa2rRppW7duiaUyIdQo+fJNHXqVBkyZIjcunUr1AK5cuUyoahWrVpFz+LMigACtgU0HKa/j9u3b39qTPr06U1IsVy5crbncnVHrZSoIUWtqGjVNFSeMmVK0epJVu21114zQcUyZcq4emvM50BAq19qMFFDqM82Pz8/efz4caj/v0mTJlKzZk3znNSA4r+bVkobN26c6PWmIYCA7whopd1p06bJ2rVrLQ9dpUoV6datG1+E4TtPiadOeuPGDfPcWLZsmQks3r5927bE66+/br7ApmLFipIoUSLb4+iIAAIIIIAAAggggAACCCCAAAIIIIAAAggggEBkBQgoRlbsmf4EFB0CMhwBBBBAAAEEEEAAAQQQQAABBBBAwAjs37/fhBKDgoJk06ZNEapUrVrVhBL1Q6cagqC5XkArmmnVxA0bNlhO/u6775oKV3nz5nX94syIAAJREtDAmIYUnw1+aUUhDYTpB/RjswUHB5uQooZRrFrhwoXlypUrcubMGcufd+zYUfSRMWPG2DwGa4vI4sWLTTjxyJEjtjy0mmePHj1EQ4iffvqpnDt37qlxBQsWNM/R/Pnz25qPTggg4H0CkydPNkHF48ePWx5O33d27txZNHhP812B9evXmy+y0bCi3cq9qlWpUiVTXbFChQq8j/Ddpw8nRwABBBBAAAEEEEAAAQQQQAABBBBAAAEEok2AgKJDWgKKDgEZjgACCCCAAAIIIIAAAggggAACCPiwgIZQNJS4cuVKCQgIiLDESVL5AAAgAElEQVQaRqFChaR+/fomlJgtWzYflov+ow8dOlRGjx5tuVDJkiVNMLFhw4bRvxFWQACBSAtcuHDBhBR///33p8ZqhcKJEydK5cqVIz2nqwdoxT2tqHjo0CHLqUuUKCF//PGH5c+ee+45E1Js27atq7fFfDYE9LV72LBh8u2334bqHVbVRK1epeFE/RKC/v37hxqnFRM1mJQwYUIbO6ALAgh4s4CGE6dMmSLffPON5TE1oN69e3dp2bKlNzNwNpsCu3fvNn9LalhR/9tu0y9E0LCiVufMly+f3WH0QwABBBBAAAEEEEAAAQQQQAABBBBAAAEEEEAgTAECig6fHAQUHQIyHAEEEEAAAQQQQAABBBBAAAEEEPBBgXXr1plgola+iKjyUurUqaVOnTomlFi2bFkf1IrZI+t1GThwoOzduzfUwnHjxpVOnTqZcGKGDBlidmOshgACkRK4dOmSCSlu3LjxqXFavU6r1GkV2thuly9fNiFFraho1bJmzSr6GrBnzx7Ln+trggYVNdxGixkB/TIBDSfu27fP1oJauVODiS1atDDBRA0dPdv0NWXAgAG25qMTAgj4jsDq1atNSFGDzVbtlVdekW7duplqeDQEVEDDrWvWrDFhRf3XbtPQq4YVa9asKaVLl7Y7jH4IIIAAAggggAACCCCAAAIIIIAAAggggAACCDwlQEDR4ROCgKJDQIYjgAACCCCAAAIIIIAAAggggAACPiLw119/mVCifsh4w4YNEZ761VdflUaNGplHvHjxIuxPB2cC169fly+++EJmzpxpOZFWF9EQiTtUXnN2UkYj4DsCV69eNSFFDYX/uyVJksSEFN0l2BccHGxCisuXL7e8OC+88IJcu3ZNTp48afnzJk2amKCiVtmlRY/AuXPn5KuvvrKsmhjWirVr1zbhxGTJkplw4i+//BKqq77uUAkzeq4ZsyLgLQLfffedCSoePHjQ8kjvvvuudOnSRbS6Lg2BJwL6Hmjt2rWiwXp9/bl3754tHP1CFg0r1qtXz4RfEyRIYGscnRBAAAEEEEAAAQQQQAABBBBAAAEEEEAAAQQQIKDo8DlAQNEhIMMRQAABBBBAAAEEEEAAAQQQQAABLxbQQImGEleuXGk+HHrr1q1wT1ugQAHzYVCtlpgzZ04vlnGvo82fP1+GDBkiZ86cCbWxdOnSmeCPhhP5gK57XTd2g4AdgZs3b0q7du1CVRJKmDChTJw40VQLcpc2Z84cU1Hx0KFDllsqUaKEqdx3586dUD/X0KXeq/ShVSJprhOYN2+ejB49Wo4dO2ZrUvX/6KOPTDh2y5Yt0q9fP9mxY8dTY1OlSiVjx46VatWq2ZqTTggg4NsCGpKePHmyTJs2Te7evRsKI2XKlNK9e3fp0KGDb0NxekuBx48fm7BiYGCgqa6ozye7TStO69+mFStWFP27iIYAAggggAACCCCAAAIIIIAAAggggAACCCCAQFgCBBQdPjcIKDoEZDgCCCCAAAIIIIAAAggggAACCCDghQJaIVGDifoh0LCCJk+OrR8o1ipL+sHP8uXLe6GG+x5JwyZavcqqqpXuWqtXajBRQ0E0BBDwXAENc7Rp08bcl//d4sePbyop1qlTx20Od/nyZRNS1IqKVi1NmjSSNWtW2b17t+XP8+fPbwIqzZo1c5szeepGDhw4YIKJixcvtn0EDRxq1cSiRYuacX379pWLFy8+Nb5w4cLmeZc3b17b89IRAQQQUIFNmzbJ1KlTTcjMqpUsWdIEFQk/83wJT0BD8/oFOvo82rt3r22sYsWKiVZt1oryzz//vO1xdEQAAQQQQAABBBBAAAEEEEAAAQQQQAABBBDwDQECig6vMwFFh4AMRwABBBBAAAEEEEAAAQQQQAABBLxEQIOIGn4JCgqSdevWRXiqSpUqScOGDU0wkcp8EXK5vMOkSZNk6NChcvv27VBza2hEK1+98847Ll+XCRFAIHYEHj16JK1atZIVK1Y8tYE4ceKYsFj9+vVjZ2NhrBocHGxCisuXL7fskT17dtGA5eHDhy1/rhWPtJoiwfeoXVZ9jfjqq6/kypUrtibQipwaTHz//fdNfw2Zfv7556HG1qhRw1RB43XfFiudEEAgDAGtuKvVFPfs2WPZQ0NkXbp0kTx58mCIQLgCR44cMVWmNay4fv1621r6ZQn6PKtevbpoMJaGAAIIIIAAAggggAACCCCAAAIIIIAAAggggAABRYfPAQKKDgEZjgACCCCAAAIIIIAAAggggAACCHiwwI0bN0woUStQBAQEiP7v8Fq+fPmkXr16JpSYO3duDz65525927ZtMnDgQFOBxqq1bt3aVE3MlSuX5x4yhneuwa+TJ0+KVg7Vx759+2Tnzp2ileCeNK1CmSNHDnnxxReldOnS5t/UqVPH8E5ZDgER/R3X+/WzTUOKGhp3t6YhFA207d+/33JrGqjWEN2zVfqedG7ZsqUJKubMmdPdjuaW+9myZYupmrhq1Srb+9MvHNBwYqlSpeTBgwfSv39/+eabb0KN18qW+jMaAggg4AoBvfdrmFqDilZ/g2hwWqspfvDBBxI3blxXLMkcXi5w6dIlWbt2rXmfpIFFfU2z0/S5pmHF2rVrS8WKFXm+2UGjDwIIIIAAAggggAACCCCAAAIIIIAAAggg4IUCBBQdXlQCig4BGY4AAggggAACCCCAAAIIIIAAAgh4oMDmzZtNKDEwMFD++uuvcE+QPHly82HNRo0aiYYYaLEnMGjQIBk7dqzlBsqUKWOCiXXr1o29DXrYyrdu3ZIlS5bIxIkTbVUNffZ4at2tWzfzexEvXjwPOz3b9WSBtm3bmg/eP9vGjRsnjRs3druj/fPPPzJ16lSZMmVKmEHE/Pnzy4EDByz3ni5dOhNS1AchFevLe+/ePRNM1Mfjx49tPQf8/PxMMFEDQNqOHz8un332mSxbtizUeH390XCsLzetKPnpp58+RTBgwADp27evS1k0KP9s5VCtXDlr1ixJmzatS9diMgTcQWD79u3mNWLRokWW2ylUqJC5T/Ee1x2ulufsQcOJGlbUytP6nunChQu2N1+zZk1p0KCBCSumSZPG9jg6IoAAAggggAACCCCAAAIIIIAAAggggAACCHi2AAFFh9ePgKJDQIYjgAACCCCAAAIIIIAAAggggAACHiJw5MgRUy0xKChI1qxZE+GuK1SoYD6YqdUSEydOHGF/OkSfgH6wdvDgwaay37MtQYIE8t5775lwIh+gtXcNtGKi/i588sknEhwcbG9QOL30A/Ma6tEqixr48cX2999/y+zZs6VFixZUloyhJ0D79u1l6dKloVb76quv5M0334yhXURumRMnTpiQogZRrJrez7JlyyaHDx+2/Ln+jmkVP31tov1PQL9sQK+7hnzsNn2N18BP2bJlzRCtytuvXz/ZvXv3U1Po64oG46tUqWJ3aq/tR0DRay8tB3MTgYULF5rqrWHdy7SKe9euXaVw4cJusmO24UkCWoVe3/9rWDGsqs5W59HK6W+88YYJK1Kh3pOuOHtFAAEEEEAAAQQQQAABBBBAAAEEEEAAAQQiL0BAMfJmT40goOgQkOEIIIAAAggggAACCCCAAAIIIICAGwtohTj9IKY+tCLStWvXwt1tnjx5THUSDSXmzZvXjU/mG1u7cuWKfPHFFyb4ZdVee+01E0x8ttKSb+hE7ZRaTeXLL78UDZrcuHEjapNYjHoS4nnrrbckTpw4LpvX3Se6e/eu/Pjjj6JVxHLmzEmFrxi+YJ06dZLFixeHWnXUqFHSrFmzGN6N/eU0fKJBRau96yxaMVHDimfOnLGcVEMqWk2xZMmS9hf1wp5aDUqDidOmTbN9OrXt3LmzaMD1SdPfYa0CqK85/25FixaVCRMmyPPPP297fm/uSEDRm68uZ3MXAa24O2nSJBNUvHTpkuW2NFz9/vvvS9KkSd1l2+zDwwQOHTokq1evNmFFDejbbfpet0mTJia0X7x4cbvD6IcAAggggAACCCCAAAIIIIAAAggggAACCCDgIQIEFB1eKAKKDgEZjgACCCCAAAIIIIAAAggggAACCLihwJYtW2TlypWiVZUiqhChH+6tVauWCSW++uqrbnga39zS3LlzZejQoXLu3LlQABkzZhQNJmk40ZfCcE6fCRpOHDlypPTq1SvMqXLkyGEq82iltuTJk4f0098jfWzevDnMsdp/4sSJJhjm7ZUUHz9+LH/88YepuPbzzz8bkxo1ahBQdPokjcL4Dz74wIREn20jRoyQt99+OwozxtwQfY3SoOL69estF82aNasJ1t+8eTPUz/Xep9UUNaiYIUOGmNu0m6w0f/58GT16tGh1ZLtNA9QaTsydO3fIEK2OOGjQoFBT6PuCyZMnS7x48exO7/X9CCh6/SXmgG4k8Oeff5rXh3nz5lnuSu9j/v7+0rhxYzfaNVvxRAEN+69du1YCAgJMYFHf49ppyZIlM2FFff+r1RW9/b2/HRP6IIAAAggggAACCCCAAAIIIIAAAggggAACni5AQNHhFSSg6BCQ4QgggAACCCCAAAIIIIAAAggggICbCBw7dsxUSgwKCpJVq1ZFuKty5cpJgwYNpFGjRqIfsKS5h8Dhw4dN1UT9kKxV0w/CajCxSJEi7rFhD9rFhg0bTGDr+PHjT+1aqx927dpVWrRoIRpQDO8DxlqVVD/ErFXLli9fHur0On7BggVSunRpD5KJ/FZv374tWsFIqxw9aQQUI+/oqhFdunQRDaw92zTkrM9rd29aJVaDKGEF6rNnzy4nTpywPIb+TEOKrVu3dvdjumR/Bw8eNMHEhQsX2p5PqzxpkLVOnTohY7T6af/+/eXbb78NNY96aviY9rQAAUWeEQjEvMAvv/wiU6dODfMLIrSauL4GlipVKuY3x4peJ6Cvjfo+f8WKFSasGFYVT6uDa3XnunXrmrBiqlSpvM6GAyGAAAIIIIAAAggggAACCCCAAAIIIIAAAr4gQEDR4VUmoOgQkOEIIIAAAggggAACCCCAAAIIIIBALApoSEhDifpYtmyZXLlyJdzdaLUR/eCkhhILFCgQiztnaSuBCRMmyPDhw+XOnTuhfqzXS0MjTZs2BS8KAtevXzeVw2bMmPHUaA3qashOqyZGpukHmLW6WJ8+feTGjRtPDW3VqpWMGzdOtDqptzYCiu53ZTUwqpVXn21aHc8Twnv//POPCaFoUPHixYuWwFpR8fTp05Y/099lrahYvXp197s4LtqR2mg42m5gImHChCaYqPc+/e8n7ejRoyaAqAGMZ9uQIUOkZcuWLtqxd01DQNG7rien8RyBhw8fmgrV06ZNkzNnzlhuXCuL6/1Ov3SChoCrBLZs2WL+ztawon5BgN1WtmxZ8/e2hhX1y0toCCCAAAIIIIAAAggggAACCCCAAAIIIIAAAp4hQEDR4XUioOgQkOEIIIAAAggggAACCCCAAAIIIIBALAhs3bpVVq5cKYGBgbJ3795wd5A4cWKpVauW+ZBktWrVYmG3LBmRgH74VUNEv//+u2VXrZioj2zZskU0FT8PQ0CrJ+rvwb/DhC+99JJMnz5dChYsGCW3Bw8eyMiRI6VXr15PjU+ePLksWrRIqlatGqV5PWEQAUX3vEofffSRzJo1K9TmtCpr27Zt3XPTz+xKKyVqEE/DilYtSZIkkihRIrl8+bLlzzXErWFubwrh62u+Vk3U1327TaslalhHqyf+u+m9sG/fvrJv376n/v906dLJ2LFjpXLlynaX8Ll+BBR97pJzYDcTOHTokHl9ePbLJp5sM0uWLOLv72+qZdMQcLXAgQMHZM2aNSasGNbfbFZr5s37/9i7E3Cbyj7+/7eQUCQRMiuZy5ioB5l6jBkKSaNkJpWHSHOEDA3mNKhMqZAeY3iOKRIhUkQRRaVSikq//+f+/fb+77P32nuvc9be5+xzzvt7XfvqeZx7rXWv11577XXOtT7re7np2LGj/X6tVq1arKfF+hBAAAEEEEAAAQQQQAABBBBAAAEEEEAAAQRiKEBA0SMmAUWPgCyOAAIIIIAAAggggAACCCCAAAIIpJHAoUOHbDhh5cqVrkIK6tzQpk0b0759e5MvX740miWbSYnAP//8YxQcUudEp9J72KNHD3PDDTekZLWMdRAYOXKkeeihh5L9ROFCdZ3Lli1bqs3CdWZUAEgdyrJnz57qdSfyggQUE/fd+c9//uMY3njsscfs+SSj1Mcff2yDKO+++67jlAsWLGj0+fvzzz9Dfn7++efbbooKZRYoUCCj7HLIPBWCVjBRL3UQc1PqlKyOiZ07dw4ZPm/ePBtOlFtgKcSo76EyZcq42USWHUNAMcu+9ex4ggnodyGF2BUWcyp1rRswYICpV69egs2c6WQWgaNHj5qkpCSzdOlS89///tf1bumaRGFFdXu+7rrrXC/HQAQQQAABBBBAAAEEEEAAAQQQQAABBBBAAIG0ESCg6NGZgKJHQBZHAAEEEEAAAQQQQAABBBBAAAEE4ihw+vRp88EHH9iXujWE6xjlm0Lp0qWNuiYplFipUqU4zoxVexXQDa2jRo0y6sYRXOoQ1qdPH9s1Ud34KG8CTmG6okWLmsWLF5uaNWt6W7kx5u233zYdOnRIth59DmfNmpWhw1GRYAgoej5s4rqCoUOHmldeeSVkGyNGjDC9evWK67ZjvXJ1ClZQcd26dY6rLly4sDl27Jjjz/SdeNddd9lXRgsLK4CjYOLWrVtdkyqAqnCiuiEGl9b1zDPPhPy7zlXTpk0z55xzjuvtZNWBBBSz6jvPfieqgEKKL730kjl48KDjFO+8807bSVadFSkE4iVw6tQp87///c8+REi/r584ccL1ptq1a2d/d1dYkQcKuWZjIAIIIIAAAggggAACCCCAAAIIIIAAAgggEDcBAooeaQkoegRkcQQQQAABBBBAAAEEEEAAAQQQQCAOAuocpVDismXLzK5duyJuIVeuXObf//630Q2OzZo1i8NsWGUsBb7//nvbNXHu3LmOq23RooUNJtatWzeWm83S6/rhhx9M165d7efJV1deeaV9D6644grPNl999ZW55ZZbzIYNG/zrUvBxzpw55rLLLvO8/kRcAQHFRHxXks9p+PDhNrgRXMOGDbOBjYxWb775pg0qfvbZZ45TV0dFfdadqlq1ajak2KlTp4Tf7SNHjpgXX3zRzJw50/VcFWxQMNGpG5OCE48++qgNTAdX7969bUdFyp0AAUV3ToxCIC0FDh8+bKZOnWq/79SZPLj03aBu2eqoSyGQFgIbN270P1zoyy+/dL1JfYffeOON9ru8RIkSrpdjIAIIIIAAAggggAACCCCAAAIIIIAAAggggEDsBAgoerQkoOgRkMURQAABBBBAAAEEEEAAAQQQQACBGAl88803ZtWqVbb7wooVK6Ku9eqrrzZt2rSxwcQCBQpEHc+A9Bd44403zOjRox27fV166aW2sxk3UMf+fVInk27dupklS5b4V3755Zebt956yyi45LV+/vln0717d7N//35TqFAhkzNnThsw1b8VKVLE6+oTcnkCign5toRM6pFHHrHd8YJLHRb79++fMXYiYJYK26ljloKKCnsHl7oAqgPtr7/+6rhv1157rQ0qKtSfiPXyyy/bcKKuB9yUOiUqmKjOiU61b98+o2NADzwILnVTvO2229xshjH/T4CAIocCAokrkJSUZL8bwv0OVadOHTNgwABz/fXXJ+5OMLNMJ7B7926zdu1a21nxo48+cr1/lSpVMh07djT/+te/TOXKlV0vx0AEEEAAAQQQQAABBBBAAAEEEEAAAQQQQAABbwIEFL356WmSoY+T9LhOFkcAAQQQQAABBBBAAAEEEEAAAQQQcCfw559/2uCAXrpx0SlwEbimkiVLmpYtW9pQYtWqVd1thFHpLvD555+bp556yixfvtxxLuq+p66JFSpUSPe5ZsYJOIXptJ8KbilEmC1btrjutm6WD+5uescdd5gXXnjB5M2bN1XbduraqMCZArDqqhpYv/zyi9GN+7pBetOmTWb79u3m5MmTdkipUqXsjc+1a9c2DRs2tP8NNycFbG+99dYUzbd58+ZGy6mDUbg6duyYPQdqjuoeqzn6qnr16kbdLrUehQoKFy7savtOXTNff/1120nTV3/99Zf58MMPzbx588zmzZv9273oootMvXr1TOPGjW0nGxmFO0b053V9vhcuXGg/31qPbC+44AKjMESDBg3s+Vo3mis8lx71+OOPm8mTJ4dsevDgwbarVEasr7/+2gZRFFZ0Kh3DZ86cMfqOdSp1qlUYXO9zIpSO/UmTJpk1a9a4nk7nzp1tOLFs2bKOy/zvf/+z3RF1fAbWJZdcYiZOnGiPTSplAhkloBirc75bHX3H6lyq41fn7y1btpgff/zR/x2jc3ijRo3seVxdi92eC53O4+vWrTP169e369Z54LXXXjNvv/222bZtm/Gdu/X5btWqlSlevHjcv9/dGjEu7QR0TKgD7d69ex032qVLF3vuLFOmTNpNii0hYIxRt0993y9dujTs74ROULr2VVhR16WJct3CG4oAAggggAACCCCAAAIIIIAAAggggAACCGRWAQKKHt9ZAooeAVkcAQQQQAABBBBAAAEEEEAAAQQQSIWAAkIK5OgGxZ07d0Zcg7qxqduTgjKJ2vUpFQRZZpHnnnvOPPvsszYsE1xVqlQxPXv2NB06dMgyHum1o+PHjzeDBg1Ktnl1IVXHsooVK8Z1WkePHrWdytQd1VdeOzgqkBF83CxYsMC0b9/ev43jx4+bCRMmmClTpvjDItF2VAEPHZMDBw603SADK9YBxYMHDxqF59TJ0heYjDQ/hf50g/aIESNM6dKlI+5KpICiQoWrV682Q4YMsUGaaNtUkEFjtf3A0vzVnU5hiGil9//JJ580JUqUiDY0Lj/XttWZL7juv/9+88ADD8Rlm2mxUgVaFVR89913HTenborquhiuFFRRR0Wdi9Ojvv32W/u+hAtaOs3pqquuMn379rUPKwhXc+bMMcOGDQvZ9xo1atggpEK3VMoFEj2gGOtzfjSh3377zQb9FXhVaN5NXXfddfYcrsB5tKBiuICiAjrLli2z31PhQmg6X+u8lxE7xbpxZExkAX0WdO2joOIff/wRMlghdgX0e/fuTYiVgyldBHTdqwcJ6HcDPaRIwXI3pfOmroVvuOEG210xtQ86cbMtxiCAAAIIIIAAAggggAACCCCAAAIIIIAAAllRgICix3edgKJHQBZHAAEEEEAAAQQQQAABBBBAAAEEXAoopLRq1SqjbmrhOukFrkqdzFq3bm0DR5G6j7ncPMPSWGDjxo1m5MiRYQNQvXr1sl0TixYtmsYzy5qbU2c7hXz1OQwsdXYaM2aM7UoSLSyRWjkF4hSQVBgssBRc1Q3yKe3g6NQRskmTJjYop+NJ21O3RAUNw4U3ou2Lulwp3KiOV775xSqgePr0aRvIUkjF12Ur2nwCf64QpYKN6n4Z3C3SNy5cQFE3dStMo+CKm1Ckb33dunWzQWOFNlPrm1aB2HCWOh8pMB1cOgbVTTEjl75TFVRUdzWnyp07t9Hnxqn0EACFFPVSl+K0qldffdWGEw8dOuRqkzrWFUxUYDbcca8V6TgdO3ZsyDrbtGljpk6d6mpbDHIWSNSAYmrPSYF76XTOD3ccaHu6xlFAMFrIO9w69HlTZ+kiRYqEPdzCBRTV/fb222+PGIrUd6GCy+pkS2VdAV376bvhvffec0SoVq2aPY55AEzWPUYSZc91/aKHZyisqAdguC2FvfX3AoUVixUr5nYxxiGAAAIIIIAAAggggAACCCCAAAIIIIAAAgiEESCg6PHQIKDoEZDFEUAAAQQQQAABBBBAAAEEEEAAgQgCZ8+etaFEdUvUDYfHjh2L6FW8eHHTokULG0pUcIrKeAK6cV7hp3BBEHUP6tGjh1GgjEo7AYXi1FFM4R2n0vuiwGjTpk3NJZdckuLQYLQ92bp1q72BODAg2a5dO/PSSy+ZAgUKRFs82c8//fRTc9NNN5k9e/b4//3hhx+23fyyZ89uw4nRwhtuNqguawpRNWjQwA5fuHCh7b6m0rntiy++SBYQUXBQ5y0FvnylwNfo0aP9+6iOW3ofFBL0Wg899JDRy6l7jFOw5ZVXXjHqWKduiKkphZO07Pr161Ptq/dc54bg7pSpmU9qltF7obBscKnL2NChQ1OzyoRa5s033zR6n8N1JlawT+cCp9KDAHxBxQsvvDBu+6XjR58jXRe4LXVLVDhR3RPDlQK3jz76qJFBcGlZfe4obwKJGlCM1znfSUvhxLlz55o+ffqkKmAeuM5mzZqZF154waijsFM5nccnT55sP+MffvhhxDdT5zSd7yKFeb0dDSydkQR0zOp6K9x3g76bFf6Od0ftjGTGXNNPQMepuivqbwfqFO22FLjV3xAUVuRYdqvGOAQQQAABBBBAAAEEEEAAAQQQQAABBBBAILkAAUWPRwQBRY+ALI4AAggggAACCCCAAAIIIIAAAgg4COzYscOGD5YuXWo++eSTiEYKFKlzh7q7KYRAZVyBJUuWmGeeecYGt4IrX7589oZ+heDUzYtKewEF+u68886owQZ1utNnUV1JqlSpYvLnz+95sgrmKSSkYIWvLrjgAvPf//7X1K9fP0XrV8BN3RF9Fdgp6vjx4+bee+8177zzTrJ1Kmx46623mkaNGhl1yvIdg7/88ovtOjdv3jzHDkOBnRkDV+jUxVHdFtVlMVzHVy2j8O7TTz8dsr+yaNWqlencubOpUaOGnZ9CkJ9//rk1ev311x27ZY0aNcp2psyRI0eydToFW+rWrWsU7vR1TlSgUp0RFfYsX7687aCprjX6HCtAGdzdUTd7KwSqgJ8vHKN1dOnSxag7ncKZmoeC6Dr3631y6mC5YMECewN5elW4Dns6Pw0fPjy9plVtht8AACAASURBVBWz7f7999+2m6jCteE6iJ577rnmzJkzjtssU6aMufvuu21YMaXdTSPthI4LdUycNm2a633Vcaluu/pcRCrtp45NBdWCSx1i9dmnvAskYkAxrc75Pj11JVTHua+++ioEVEF/nQ8bNmxoChcubH+u437NmjVm9uzZJikpKWSZtm3b2nOlHgwQXE7ncX3f+YL+Ov8OGDDAnk/179qWuqnqs+/rjOz9XWcNmUVA1ztTpkyxQUX97+DS72PqKKzvwvPOOy+z7Db7kcEFdK7VuVPXlXrokdtSN0Vd3+p8rOtfCgEEEEAAAQQQQAABBBBAAAEEEEAAAQQQQMCdAAFFd05hRxFQ9AjI4ggggAACCCCAAAIIIIAAAggggMD/E/juu+9sKFE3R+smwmhVs2ZNG8jRjdW+G7mjLcPPE1NA7/1TTz1l5s+f7zhBhZcUTKxVq1Zi7kAWmtXGjRtt4CdacDiQRIG+xo0bGwXw6tSpk+oOiwrvBQeFAjsfunkbfv75Z9O9e3fz1ltv+YcrZKfgk0J+b7/9tunQoUOyVenn6iRVpEiRsJtQGFDBuQcffDAkeOIUqEtpQFFdtxRQUbDSFxD0TUaBFoUWS5cuHXZ+CniOGzfOhk4Cl9c+z5o1yyjkElhOwZbAn0fb5q5du6xzpC5d6rg0duxYU7ZsWcd566ZyBR0UeAysO+64w3YNc+r86OYYiMUYhSx1TASXPhsjRoyIxSbSfR1//PGHDSoprPjll186zkeBUnW9dSp1K1RIUTf4ey0do/qMOoW6nNZ9/vnn26CxXjrGI9Xq1auNziP79+9PNkyBLQVtFRqjYiOQiAHFtDrnSzBcyF/hbF8gUEFvp9J3jMLmCpQHB4f1b7qGCu52GOk8rgcJzJgxwz5EILgUUlYpcEYhECyg6z8FxfXZcSoFwxXC1Xc8hUAiCfz000+2s+LKlSttd0VdG7spPZRB1zLqEq/uijwox40aYxBAAAEEEEAAAQQQQAABBBBAAAEEEEAgqwoQUPT4zhNQ9AjI4ggggAACCCCAAAIIIIAAAgggkOUF1M1AL914/e2330b0UDcDdUtUKFFdwqiML6Dwi0JK6mIUXOpap8DP7bffnvF3NBPtgcJKDzzwQEiXQbe7qMCibvRt3bq1UYhJN/66qQMHDtjuUoGht3AdCsOtb/Pmzbbbqq+DlMYppKGOb+oIN2TIENvhz1cKcSgYqK5w0SpciFAhKa0z8IbmlAYU1ZlQ4cz169cnm8ajjz5qBg8e7OpmaQVc3nzzTdO7d+9kIUUnw0jBFi2vcF60gKBToNQ3+UhdvwJ3UN101f1OwR5f1atXz+6Hzg/pWc8995wZOXJkyBR69OhhHnvssfScWky3rUCrL6h46NAhx3UrVKXjy6l0M7+Cigoop7Q2bdpkg4kKE7gtnSP0mdN5JlrpGB02bJg5ffp0sqG1a9e2IdiSJUtGWwU/T4FAogUU0/Kcr2NMx5o6sAaWug3rGHd7PnMKfyuEq66/ehBAYIU7jyt8q6666nJMIZBaAXUD1fXT1q1bHVeh39f69+9vr/MoBBJNQNfsCivqIQUKK4a7vnGat65nWrRoYcOKkR5ekmj7zHwQQAABBBBAAAEEEEAAAQQQQAABBBBAAIG0ECCg6FGZgKJHQBZHAAEEEEAAAQQQQAABBBBAAIEsKaAbrNUtUZ0St23bFtEgW7ZsNpSoQIs66VGZQ0CBI3V9Cxc8ue2222zXxMsuuyxz7HAm2wuFLdQ9RwGtnTt3pnrvFMpQoEvvdaFChSKuR12d1OksOBSmrqvqahKtdDOyukxpHb4KDCA6dVd0ChdG2s6JEyds2FFhEV85BepSElDUvBVwVJeswJKZ/j1aUDBwGXW7GzVqVDID/dwX0vSNDRdsUaevuXPnugp/qdvdLbfcYjZs2JBs3hUrVjRz5swx1apVi/aWmVOnTpkBAwbY+flK4ZrFixcbddFN71Kw6MknnwyZho4Bp39P7/l62b6OCQXKFVZU19uUljoeK6h4zTXXRF30+++/t6GtKVOmRB3rG9CgQQN7LnEbulLHOnUVDS4FmCdPnux6uwx0L5BoAcW0POc7heN1PlUAXufElJSunxVYDwzaO3WWDXceT4QutCnZX8YmroCuBXW+nDlzpuODRjTzfv362QcjXHjhhYm7I8wsywts377dBhYVVkxJl3hdi+pvFAorunkwQpaHBgABBBBAAAEEEEAAAQQQQAABBBBAAAEEMr0AAUWPbzEBRY+ALI4AAggggAACCCCAAAIIIIAAAllGQB3ydFO1wkTqlqjQTaSqXr26UaBB3RLpTpC5DhOFqhQMUVgquHTDvrom6mZPKvEF9B6qo6FCFnr9+OOPqZr0RRddZB5//HHTvXt3kytXrrDrULfVdu3aJesAeN9999nQXbROjApzKPgaGIpVdx91A9Q2ncIc2tZLL71kChQo4Gq/dF5T8HbZsmWmXLlypnLlyqZKlSqmfv36Rl2ufJWSgKLCWt26dbOBbl8p2PnWW2+ZWrVquZpX4CCnTpRavwJhvjmGC7Yo3PnII4+Y7NmzR92uU7hQCwWaR12JMcYp1LRu3TprmgilEJ1Tx0SFgJw6LCbCnL3MQZ2OfR0VU/N579q1qw0qVqpUyXEa6mqoY1HHqZtSiF1BYgW23NRPP/1k1HlUQdvg0rE5dOhQN6thTCoEEi2gmFbnfKdwvPgmTJhgz4d6EEdKSqEwdc5VF1dfXX755fY7ITD4He48rnOWPjMUArES+Oyzz8zUqVPtwwecSt1oBw4caLtgUwgkuoCuPxRW1LW8Oiy6LV2bd+zY0YYV69Sp43YxxiGAAAIIIIAAAggggAACCCCAAAIIIIAAAplKgICix7eTgKJHQBZHAAEEEEAAAQQQQAABBBBAAIFML6Ab+xQqUijxyJEjEfdXQUR1S1QoqHbt2pneJqvtoEJFzzzzjPnoo48cd11dVtx00stqbhllf8+cOWO7Kerzrg4ka9euTfHUFZR79tlnw3ZTdOpQGNgFMdIGV6xYYZo1a+YfojCeOh02btzY/tsff/xhuxROmjQp2WoUOBw0aFDE4GRKdzQlAcVNmzbZeZ88edK/GS8dsNyEW8IFW9x2q9REdTwMGTLEdnkMLIXbFBR1Wwo99OzZM9nwRAooamLTpk2zwc3g0n7qnJcZ69ChQzaoqNevv/6aol1UIFghRb2KFy9ul1WHOQUTdYy5qTx58tiQlV758+d3s4jZvXu3GTFihFm/fn3IeJ131PGTip9AogUU0+qcr+8tfbctWbLEj6uuifPnz7ch9tSUOhh36NAh2aLBwUOn87i+9/QZq1u3bmo2yzIIRBTQ73rqeBzcOdm3kDrc6lqf448DKaMI6DyqsKLvdxtdv7spdTe/6aabbFdnBRYjPXzFzfoYgwACCCCAAAIIIIAAAggggAACCCCAAAIIZBQBAooe3ykCih4BWRwBBBBAAAEEEEAAAQQQQAABBDKlgEIA6paojl9bt26Nuo833HCDadOmjQ0mUplPQIGoJ5980t607FQNGza0AaQGDRpkvp3Pwnukm3h1LkhKSrJdSBQKCgzZhaNR90yF0i655JKQIepEpcCbgoSB9frrrxt1ZgtXTqG8Jk2amNdee80ULVrUv5i6JaqLY3A1b97c9O7d23btU7fHlHa8Cl5fSgKKTgE9rx2wnNa5cOFCex5WOQVbqlataubNm2cqVKjg+qiORfdDddQL7o6XaAFFgejYGT58eIiNjsuxY8e6NstoA/fv328/Rwoq6nOWkipUqJDp1KmTUbfNmTNnul5UyyiYqJCX21LnVL0/X331VbJFLr30UjNx4sSE6cjpdn8y4rhECyj6PrfxPufv2LHDdtX64osv/G9bcNfalL6fTusM7ibsdB6vWbOm7XKnzqMUAvESmDx5sv1O/Oabbxw3oYeR9OnTx/E6L15zYr0IeBVQ13iFFdesWWMfxBLu+HbaTqtWrYz+3nHdddeZwoULe50KyyOAAAIIIIAAAggggAACCCCAAAIIIIAAAgkrQEDR41tDQNEjIIsjgAACCCCAAAIIIIAAAggggECmEdCN0AolqjOLOmj8/fffEfftyiuvNC1btjTt27c3CghQmVNg0aJFZvTo0UYhluAqUKCA6du3r+2amDNnzswJwF75BRTKU4fFxYsX285Re/fuDaujAOJTTz3l2HHk008/tV1J9uzZ418+WkfBAwcOmC5dupgPP/zQv4w6pinQERg2PHjwoA3DOXVY8y1YvXp1e+7SjcZVqlRx3b0tcGfdBhR1Hn344YfNyJEjk1kpENaiRYtUH13qbCvDwBo3bpz1UDkFWxQkVliwWLFirrcbHEi6/PLLzVtvvWWqVavmeh0ZJaCoHXrllVfM0KFDQ/atc+fOIZ0kXQNkkIGfffaZDSnq2Dx79mxcZq0b+3v06GEULk5JaU7Dhg0zChcElrqvvvDCC/4ujilZJ2NTLpCIAcW0OOcHd++VnB7KoG6e5557bsoh/7/lv/32W/tZCOxUpxCkHgTh6yjqdB5X2F7n1IIFC6ZquyyEgFsBXXfpYQj6XnAqPYRi4MCBRtdvFAIZUUAPYVJgUWHFXbt2ud4FdRBt3bq1DSvquphCAAEEEEAAAQQQQAABBBBAAAEEEEAAAQQykwABRY/vJgFFj4AsjgACCCCAAAIIIIAAAggggAACGV5AN+apM5FCiYcPH464P+oYoFDNjTfeaBQMoDKvwJEjR8zTTz9tFixY4LiT6papm+uvuuqqzIvAnoUVUFBo7dq1ZsyYMba7YnBdcMEF5p133jGNGzcO+dlvv/1mg60Kg/lKndQUeqxcubLjNoM7I4YLyqlD4+zZs214xE23R21MnT91XlN3lPLly5scOXJEfefdBhSdxkVdeSoHPPLII0YvBTZjFWwJDiQpmD537lxzxRVXuJ5lRgooaqdmzZplBg8eHLJ/N998s+3Ul9lLIWQFUvS+xarKli1rOybedtttKV7lqFGjHN07dOhgw4lU2gkkYkAxLc75TueweKgruPvmm28adSZVOZ3Hg0OM8ZgH60QgUEAPr5k+fbrtOudU9erVM/3796eLOodNhhbYt2+fDSvqdxr9122pm60e1qSwYq1atdwuxjgEEEAAAQQQQAABBBBAAAEEEEAAAQQQQCBhBQgoenxrCCh6BGRxBBBAAAEEEEAAAQQQQAABBBDIkALqlKQbTpcuXWq2bNkSdR/UsUWdAhRKO+ecc6KOZ0DGFnj55ZeNutPp5vjgUtCkT58+5pZbbsnYO8nsYyKgAJ6OFXXZDA4E6oZ1/XuuXLlCtvX2228bBYwCa8qUKTbEFFxOgcZIHRfV/W3OnDmmX79+5scff0zRfpYqVcq0adPGdOrUyYaww4UV3QYUf/75Z9O9e3fbdTDeJbvx48eb3LlzE1D0iK1A0gMPPBCylqwUilNnIXUunDdvXqo1zzvvPPuZ1ksdd1NS+uwqcOv02RkwYIAZMmRISlbH2BgIqJuawt+B9fjjj9susbEsdcC99tprk61SXW8VHnY6juJ9ztd5ddCgQbHcRcd1BQfAnQKKgef5uE+IDSAQIDBz5kzb4VOdFZ2qW7du9vcDXUdRCGRkgWPHjpmkpCT7ACd1Vzxz5oyr3bnwwguNQuSNGjWygcWcOXO6Wo5BCCCAAAIIIIAAAggggAACCCCAAAIIIIBAIgkQUPT4bhBQ9AjI4ggggAACCCCAAAIIIIAAAgggkGEETpw4YUOJy5cvt90S//zzz4hzr1q1qtEN4QollixZMsPsJxNNvcCuXbvMyJEj7XHiVHfddZe55557TOnSpVO/EZbMdALqpqguZ8EhFXXVUTcop5vVv/rqKxty3bBhg98jXGcoBaUUkD569Kh/rDp7qmNJpDp48KCZMGGCDbWkNKio9ermYu3XNddcY7sSBpbbgKJTwCReBwABxdjKKuR63333haxUHYQnT54c240l8No2bdpkpk2bZq8bUlqVKlUyvXr1sjfsp6T0XaTzibYdWHpAggLRnTt3TsnqGBsjAadOgkOHDjXqrJg9e/YYbcXYLq3B77GbYF68zvlOnSNjtrMBKyKgGA9V1hlLAXVX18MkFFb8+++/Q1adP39+M3DgwJAgcyznwLoQSEuB06dP246K6iCqsOK3337revO6XmzWrJn9feLiiy92vRwDEUAAAQQQQAABBBBAAAEEEEAAAQQQQACB9BQgoOhRn4CiR0AWRwABBBBAAAEEEEAAAQQQQACBhBdYt26d7QCgcMHXX38dcb66ea5Fixambdu2RuEiKusIjB071oa5nG44rlmzpg2ZKLBKZSwBBXwUON25c6cN6SkYqNCVU6dCL3umjjpdunQxH374oX81F1xwgQ1E161bN2TVOs4ee+wxG2zxVdGiRc27775r6tSp4/+3f/75x3YFvP/++/3/ps6Gs2fPNmXKlHE15V9++cXeWKzOoKtWrQrp9BhpJRdddJF58cUXbUfFwJAiAcUrXNlrkFOoSd9L9evXd72O9Bo4f/58o06gwaXArEJ7WaFeeuklM336dHvuSG3pvVbX01atWkVdxbJly8zw4cPN4cOHk43VgxL0HaXAMJU+Ak6fZTfBwZTO1ut2Yn3OJ6CY0neQ8ZldQA+X0HegztdOVaNGDfvd2bx588xOwf5lMYHNmzfbwKL+rrJ7927Xe6+uwPo9+l//+pcpW7as6+UYiAACCCCAAAIIIIAAAggggAACCCCAAAIIpLUAAUWP4gQUPQKyOAIIIIAAAggggAACCCCAAAIIJKTA559/bkNJS5cuTRYYCjfZpk2b2uCAOpLlyJEjIfeJScVHYO3atWb06NHm448/DtmAjgXdYNy9e3dToECB+EyAtcZVYNGiRTZwHFgKKKoz4Lnnnhuzbf/xxx82RDhp0qRk69TxpZtxnWr9+vXm3//+d7LAoIIgw4YN84cBv//+e9OtWzd7LvOVOqs98sgjqerYdebMGbN9+3Z7U73CippftFIHSAVmAgN1bgOKTuOCu2RF235qfu7UuVFBAe1HwYIFXa8yOJiTmrln5ICioN5++23Tp0+fEDPdaD5jxgzXlhlt4JIlS2wARTfjx6oaN25sbr/9dqNrDqdSiPihhx4K+ZFCiS+88IIpVqxYrKbCelIhsGLFCtsNKrB0fTBx4kSTJ0+eVKzReRGF0gcNGpTsh6nt1BiLc77TOez11183Xbt2jdk+O63I6Twej0BoXHeClWdqAX029D342WefOe7nTTfdZPr27WvKly+fqR3YuawpsHfvXhtW1MNY9OANt1WxYkX7u5l+P6pevbrbxRiHAAIIIIAAAggggAACCCCAAAIIIIAAAgikiQABRY/MBBQ9ArI4AggggAACCCCAAAIIIIAAAggkjMDPP/9sQ4m6SU5P9T99+nTEuVWpUsWGgxRKLF26dMLsBxNJG4FTp06Zp556ysycOdNxg02aNDE9e/bMEF3O0kYsY25FHRQVKDl58qR/B2644QYza9Yso46psSynLlM6H4ULI504ccLcfffd5p133vFPQ8fda6+9ZtRNUaUQYbt27fzzV1dGnd9i1X1PAUJ1QNF2FEQL7AAZaKPubwpI5c2b1/6z24CiU3AzUmfJWL0fBBRjJfl/16POnuoiG1z6LClUl5nqo48+ssHExYsXx2231KlZn6nrrrvOvw19H+kzFlwKuDz33HNxmwsrdi/g9H2SmuBzpC2qu65C6CNHjkw27OmnnzYKKXqt1Jzz586dazp37hyX+UTaHwKKXt9tlk8LAR2nU6ZMMeq2q89XcOXKlct27tZ3aCwfjJEW+8Y2EHArcPToUZOUlGRWrlxp3n//faPvMjdVqFAh07FjRxtW1Oucc85xsxhjEEAAAQQQQAABBBBAAAEEEEAAAQQQQACBuAkQUPRIS0DRIyCLI4AAAggggAACCCCAAAIIIIBAugts2LDB3gyn0M7BgwcjzkedsxRK1FP7r7322nSfOxNIHwEFwsaOHWu+/PLLkAnoRkl1O7nnnnv8XezSZ5ZsNRYCX331lbnllluMzhO+UkBOx4C6mcWqwoVK1FEkUphQN7SrA5fT3LTOxx57zCj46CuFFbVMPDp6/vPPP+bAgQNm+PDhZvbs2cloatasaebMmWMuu+wy++9uA4oa69QN7NVXXzW33XZbrPhD1kNAMfa0Cuz16NEjZMUK4CpUm9Hr0KFDZvr06fblpi688EJ7DNetW9d2Ip03b55R6DglpQck6HpE5yOFQINLoZbBgwenZJWMjaPAvn37bFBv69at/q1UrVrVvvcVKlSIyZb1sA19J7z11lvJ1qfzb6dOnWKyDd9K3J7ztb+tW7c2CqD4Kh6dI4N3joBiTN9uVhZnAX1Opk6dGjbcXqlSJTNgwADTpk2bOM+E1SOQvgJ6CJA6K65Zs8aGFY8fP+5qQtmyZbNhRf1+prBiPH7XcTURBiGAAAIIIIAAAggggAACCCCAAAIIIIBAlhYgoOjx7Seg6BGQxRFAAAEEEEAAAQQQQAABBBBAIF0E9u/fbzt+LV261GzcuDHqHHSjW6tWrWwnMnWyoLKmgAIo6koU2LEuUEKdqhTAUXdNKnMIqJOqAj7BHcgUQFVwztcR0Ovefv/996Zbt272nOSr4FCf0zY+/fRTo+Nuz549/h+re9Yjjzxijh07ZgNQCmD7Sl167r333pBVKWhy+PBhs2PHDqN1btu2zWhOzz//fIqDM998843dl9WrVyfbTmDYMiUBxRUrVtguloEV3JExJf7aV7138+fPN0WKFDE1atQwxYoVs93oypcvb1dFQDElou7H6vhWMCm4M46+Y19//XX3K0qgkX/++aftmKiXPnPR6vzzz7efS71KlSrlH37kyBF7TCqs5hR+j7bewJ/nzJnTjBkzJuaBtJTMgbGhAuHCgwsXLoxZ6Gjv3r32ff/kk0/8E1BHXQWE9Z3iq7Q85+vY7tq1qw2b+KpixYr2eK9cuXKqDpXNmzfbLtV6KMSVV15puwbXqVPHvnT8hzuP6/tP5//cuXOnarsshEC8BRQuVtBd12NOpbCvHoRSrVq1eE+F9SOQEAL6W40Ci3qYlL7j3FajRo2MOnUrrFi6dGm3izEOAQQQQAABBBBAAAEEEEAAAQQQQAABBBDwJEBA0ROfMQQUPQKyOAIIIIAAAggggAACCCCAAAIIpJnAyZMnzQcffGCWL19ub3BTQCZSqVOFuiUqlFiuXLk0mycbSkyBGTNmmHHjxjl2uFKoqU+fPubmm29OzMkzK08CCo8ocKdziK/URVFhvy5dusSkU6bTNtyE8JwClLoZd9asWfYmXp3DfPOOFghx6lS4YMECoy5tKSk33SBTElB06mKpMIo6ximMktIKF6DUd4O6+akIKKZU1f14PRzgrrvuMmfOnEm2UMOGDUM6b7pfa/qMjBYkCZyVHm5w++2322BipGsKfTZ8QcXATntu9/DSSy81L774orn66qvdLsK4NBIId27s37+/GT16dEwegBHcVVe7ps/WG2+8YYPYgZVW53x91ocMGWKDgYH17LPPGnX5VNerlNRff/1lQ/hPP/10ssWGDh1qOwZnz5497HmcgGJKpBmbXgK//fabmTRpkpk5c6b56aefHKcxcOBA07t3b6PrUQqBrCKwe/duG1bUNbubh0z5XNStWOFehRUVaqcQQAABBBBAAAEEEEAAAQQQQAABBBBAAIF4CRBQ9ChLQNEjIIsjgAACCCCAAAIIIIAAAggggEDcBTZt2mQ7iCmUGK0rUYECBWygp02bNqZBgwZxnxsbSHwBdSF65plnQrrB+Waujonqple8ePHE3xlmmCqBEydO2K6DCg0F1kUXXWQ7DHbu3Nmcc845qVq3FlL3wzvvvNN8+OGHydbhNhy4aNEi07ZtW/+yulld5zt1mBo0aJD/36OFYBQcUyA7MIipMJX2MV++fK73zyl8ePnllxuFuXwdf1ISUFSo57HHHrPBk8BS58ipU6canbfdloItCsUoLBNYTZo0Ma+99prtwqUioOhWNHXjdHO5ArjBDwpQF0t1EEz0UjdQdUxUd89opbCUr2NihQoVog1P9nN1vZNHYBfUaCs477zzrK1egR0aoy3Hz9NGwKkjrM476iB6/fXXe5qEOnjqekTfCYEVHNzz/Swtz/lO29Lxqe+FWrVqpWi/165da8O+Cq/7St976m6tbqy+cjqPE1BMETWD01lg165d9mEYuh50qrJly5oBAwbwgJR0fp/YfPoIqPN7UlKS0ffL+++/r4dqu5qIvnP18BWFFfWiEEAAAQQQQAABBBBAAAEEEEAAAQQQQACBWAoQUPSoSUDRIyCLI4AAAggggAACCCCAAAIIIIBAXAQOHDhgb1ZbunSpWb9+fdRtNGrUyLRs2dLerJY7d+6o4xmQNQQUTJw4caLjDY/qTtWrVy/TvHnzrIGRxfdS3VdvvfVWc/To0WQSCkWog41uEPeF29xSnT171p6nHnzwQaMgbGClJHynOSkAFRhiGjFihNF5UJ0UfaUujQpfhyun9Wj/1MXnlltucR3CdAqP+Lo6XnzxxXbzTgHFevXqmTfffNMxVLVjxw4bBFWYM7D69etnnnrqKVcdhHTj8uzZs03Pnj2ThTC1PoXNunfv7u/kRUDR7VGc+nHqfKPOpOoUFVj169e3oaVErC+++MIeKwqTuSntnz6bVapUcTM87BgFIn1dFd2u6MILL7QhRQW5ihQp4nYxxsVZwOk8q03qOlRBJHVkTk2FC1/re2nOnDmOIYy0POf/8ssvRudrBcGDP+8KmleuXNnVbocL9DuF6QkouiJlUAYQUFh9+vTpZsuWLY6zbdasmenbt6+pXbt2BtgbpohA7AX0cBU9/EK/gyisqPO/m8qZM6fR71zqNKywYv78+d0sxhgEEEAAAQQQP6Z6FgAAIABJREFUQAABBBBAAAEEEEAAAQQQQCCsAAFFjwcHAUWPgCyOAAIIIIAAAggggAACCCCAAAIxE1DIQSGi5cuX2+5hwaGH4A2pk5G6JapjmLp7UQj4BHQcjRkzxmzfvj0EJVeuXDaMpi5F559/PmhZRCBc+MO3++qmqDDS3XffbSpWrGhy5MgRVkbnJt1Eq+Dfe++9FzJOXaXeeOMNo6CWm1LwTiG9hx9+2D+8cOHCNgTo64YY3CHQab1az4wZM4y6ggaWQooKPCqQmzdv3rBT0vIbNmwwffr0CQlcTpgwwaiDY7Zs2ezyTgFFbUcBnS5duvjH+TamLorjxo0zgwcPDtl+q1atbIfF6tWrhyznG3z69GkbfnzggQfMjz/+mGwd+g5QQKZQoUL+fyeg6ObI8z7mo48+Ml27djUKLwVW3bp1bTe0RKnvv//evPLKKzYgEjxXpznqGFZg6qqrrorZLnz77bdm4MCB9ub7lNQll1xiA8aaU4kSJVKyKGPjJPDSSy/ZQHRw6Zyvc2XNmjXDnsucpqTvFJ0fdd0S2AFXYyN1DEzLc77mogeG6PMe2PlQ/37FFVfY75gOHToYXWOF+37aunWr/QwEP3gk3HcmAcU4HcCsNl0EdB2q60adP9Qt1al0naZX4PVMukyWjSKQzgJ6sIN+19LDqvRwCbelsG/Tpk1tWLFkyZJuF2McAggggAACCCCAAAIIIIAAAggggAACCCDgFyCg6PFgIKDoEZDFEUAAAQQQQAABBBBAAAEEEEDAs8DmzZtt5zCFEvft2xdxfXoqvkKJ6iKmbjUUAoECurH/6aeftkEUp1IXOHVfU/dEKusJKAQybNgw21UzUilop2CSQlYFCxb0D/3ss8+MXps2bQq7eKSQXqRt6jx44403hnR49C3zxBNP2Ln7AoLh1nX8+HEbaHEKh1WtWtV2GbnuuuuShTAPHTpkdu7caebNm+cYuGzbtq0NACooFViak0IpgaX9V+DwyiuvtP+sc7Y6VyoMLH8FFHWDvlNpuZtvvtnUqlXLKKCp0twU6NIN/ZpjcKUk2KJuqQqOBr6n0T4Fwfuo/Zo7d64N5LgtbVMGgaUbr90GWN1uJ73GqXuownMnTpxINgV1glq0aFF6TctuV8ecvg/0Onz4cNS5dOzY0XYs1DEYy/r444/N8OHDzbZt25KtVp9nhczcVIECBWxQUa+yZcu6WYQxcRLQsa7zrLpiBpfOgfqZQkalS5eO2LlW69G1r0KNTp3VdK3y8ssv2/N1uErLc36kLraan75jdK5TMKRcuXJ23xUIVjDx1Vdfdfx+0XKjR482gwYNMtmzZ0+2mwQU43QAs9p0FVDYSg9z0EMXnKpYsWL2QSoKyVMIIGDs9b/CinqIlX5fcls1atQwLVu2tL/36PuJQgABBBBAAAEEEEAAAQQQQAABBBBAAAEE3AgQUHSjFGEMAUWPgCyOAAIIIIAAAggggAACCCCAAAKpElD3lVWrVtmn4iclJUVdR4MGDUyLFi1M+/bt6XoXVStrDnjrrbfMs88+aw4ePBgCUKRIEdOvXz9z1113ZU0c9tovoM5/Ok4UiAjuVOWVSWE5dcFSR79oQcLgbWku6lw4a9askGkULVrUvPvuu6ZOnTquprhnzx5z5513mg8//NDV+EiDFJB58cUXbUew4FL4TOHFSFWvXj17E75sVArT3H///Y77mdLJap2TJ082Ch4He9NBMaWa3sbv3r3bdOrUyahTYWDp5vAlS5Z4W3kqlj579qw/mOim847CwQqDXHPNNanYWuRF1GX1oYcessd+YClkOGrUKHPgwAEbDlaIy02pC6ovqKhO0lT6CLg5z+ocpXOogs2+8N2ZM2eMAqtafu/evWEnr2UV6tP1b7RyM5do6/D9PNI5X2PUBU7hKh3TsfgOffTRR21wPXfu3CFTJKDo9l1jXEYUUNhq2rRpIR1FffuioG/fvn1tuIpCAIH/K/D111/bsKLv70huXdRNUdd6+jxde+21bhdjHAIIIIAAAggggAACCCCAAAIIIIAAAghkQQECih7fdAKKHgFZHAEEEEAAAQQQQAABBBBAAAEEXAv88ccf9mYy3ZCpjjHRbmwuX7687Zaom8m4Cd81c5YbqECiQh4LFy503PfOnTvbrokp6XiW5RCz2A6rC9Tq1auNghFuAtJueBRKVPdOL+cqdQns3r17yObuuOMO88ILLxgFk9yWAjD9+/cPe+O7m/U0a9bMdpsMt0+ROnf51q9w5eLFi5MFHHXu12f2+eefj/o9EG6e6j743HPPGQXgnIqAopt3OLZjFARUB8Jjx44lW7G6keo7P61q9uzZNpy4Y8eOqJtU104FE+MVAFH45JFHHgmZh4InOv59nUI1QJ8TBRXVUdpN5cyZ0x9UrFatmptFGBNjgU8//dR2S1y/fn1M16zrFYUAFU50G3ZPi3O+bycVAH777bdtV9BIIctIKBdddJEN9Hft2tXkyJHD9Xlc3uPHj3cMNMb0TWBlCKSRgDpUz5gxI2yXXz1wonfv3qZ48eJpNCM2g0DGEPjpp59sWFGd1t9//32j/++m8uTJYzvK61pM13/qfEwhgAACCCCAAAIIIIAAAggggAACCCCAAAI+AQKKHo8FAooeAVkcAQQQQAABBBBAAAEEEEAAAQSiCnz00Uf2hnsFFD7//POI43WDmEKJrVu3Nk2aNIm6bgZkbQHd1DthwgTHGxIrVqxoO4+o6yaFgJPA6dOnbVBRx5HC09FC08Hr0PlKwUQFYNV16pxzzvEErU5qXbp0Cel8qBvX77777hSv+7fffrPdeRQyVNdat1W1alXb5VBhs2ihSIVTNLdIAR2Fh9u0aZNs8wqJKkCmgMo777zj2l5dxQYMGGB69OgRcW4EFN2+27Edp8C4zrlHjx5NtmIdU8uWLXMdtkrNrNRlVMFEN51D1XVTwcRGjRqlZlNRl9HxrWDi9OnTQ8aq+6G6uIardevWmfnz59uwotvSeUOv2rVru12EcTESUFBb7+ekSZNcn8cibVrH5WOPPWZKly6d4hmmxTk/cFLadx3j+p5x+x2j7019t4wYMSLqPtJBMcWHAAtkUAF1hVNHaH2HOVXBggXttc8999yTQfeQaSMQXwFddymsqNfSpUvNl19+6XqDLVu2NI0bN7ZhRYLArtkYiAACCCCAAAIIIIAAAggggAACCCCAQKYVIKDo8a0loOgRkMURQAABBBBAAAEEEEAAAQQQQMBR4NChQ+aDDz6woUQ91T5a6YawFi1a2GBDvnz5og3n51lcQJ2CRo8eHfbY6tWrlw0wFSlSJItLsftuBX7++Weza9cus2nTJqNQ9XfffWc++eQT8+OPP/pXoa5Wl112malVq5apV6+eDQMVKFDA7SaijlNgcvDgwbYzoK8UfFRHuDJlykRdPtyA33//3egzoxDhxo0bzZ49e5J1vdJ+KdCrbl3qmqjuteE6WjltQ6EYdX9T0FDhsOCgijqBqetVuFLHPbkrwLZz506zfft2f9BHgcTKlStb64YNG9ogaO7cuaNaEFCMShS3Ad98843tfHz48OFk26hUqZK9aVyd/2JZOm4U4lWwL1qpY+LNN99smjZtGm1oqn+u/Vf4St18guvBBx80gwYNcrVuhX8XLVpkX/v27XO1TIcOHWxXRZ2fqLQTUDDis88+s2H3WbNmJfvecDsLHZs6NnQe9hp2j/c5P3iffNvTdb/O5eos6fseUCBRXVQVUta1/vXXX5+sc2gkHwKKbo8exmUWAf3OrPOIHp7hVHXq1DH9+vXjIT6Z5Q1nP+ImoN8lFFZcsWKF/b3Oben3DD3EQt0Vdd1KIYAAAggggAACCCCAAAIIIIAAAggggEDWEyCg6PE9J6DoEZDFEUAAAQQQQAABBBBAAAEEEEDAL3DmzBnbhWz58uU2mKjAT6RS0EfdEtu2bWsDKBQCbgRGjRplO8I5lUIZffr0sTfAUwhkNAGngOJ9991ndMyfe+65GW13mG8WFlDoVF0zg8OqFSpUsNcH5513nmcd3XiujlNr1qyJuC4FIjt16mSDifHuMLhlyxYzfPhw2x00sBSqHTNmjFGAMKX1999/+4OKCni6KV1bdevWLW4dIt3MIauOUWBbwQhf2F2B1cDQtVziHXbPqvbsNwKZRUCdFBW8379/v+MuqWNu79697UMzKAQQiCygDvW6ZlSIXn+nclvlypUzrVu3tmHFa665xu1ijEMAAQQQQAABBBBAAAEEEEAAAQQQQACBDC5AQNHjG0hA0SMgiyOAAAIIIIAAAggggAACCCCAgO3MtXLlShs6UAeZSJU3b14bSlSnmObNm6OHgGsBdUB49tlnbVe74NJxNWDAAHPPPffEJPjielIMRCCGAuqYpiCV7xhX5yl1JWzcuHEMt8KqEEgbgRMnTpiWLVsa3RgeWJdffrm9XtB5OzWlEKBC6nogQqRSd9OuXbvaYKK2Ge9auHCheeihh0K652nb48aNs51XvZY6jPq6Kn799ddRV6cb6tW9lOutqFQMQAABBBJKQJ28FcJ/6aWXzF9//RX2dx8FFbNnz55Qc2cyCCSqgDrzJiUl2YdbqNP1yZMnXU01f/78pn379jasqFeePHlcLccgBBBAAAEEEEAAAQQQQAABBBBAAAEEEMh4AgQUPb5nBBQ9ArI4AggggAACCCCAAAIIIIAAAllUQB1h9BR6hQxWr14dVaF+/fo2mKgbuxQaoBBwK/DTTz+ZkSNHmtdee81xEQVgevXqZWrWrOl2lYxDICEFdBN69+7d/XNr166dvTGdc2ZCvl1MyoXAr7/+ar/79+3bl2x02bJl7fVDvnz5XKzl/w7ZtWuXGT16tFFYPVIVL17c3HHHHTaYWKhQIdfr9zJQIZLHH388ZBUNGzY0zz33XMzn8fvvv/uDiroWi1aVKlWyIX51taQQQAABBDKOgLqxTp061YTroFutWjXTr18/+/AfCgEE3Aso+KvOinrp8xXc9TvSmtq2bWu7VCusWLRoUfcbZSQCCCCAAAIIIIAAAggggAACCCCAAAIIJLwAAUWPbxEBRY+ALI4AAggggAACCCCAAAIIIIBAFhLQTVzqWLR8+XIbLFB3pEilAIKCCbqBq2rVqllIil2NlcCcOXPM+PHjjVOnKIVQdEPubbfdFqvNsR4E0k3g2LFjtgOouqP5asaMGebuu+9OtzmxYQRiIXD69GnbwU8dQgOrVKlS9loiWgB3//79NvynYOI///wTdkrly5c3PXr0sMHEnDlzxmLqUdfx999/mxEjRpiZM2eGjL311lvNmDFjoq7D64CtW7fa88aCBQuMOgNFqpIlS5rbb7/dqOMWhQACCCCQcQT0O9G0adPMnj17HCeth1r06dPHVK5cOePsFDNFIIEEdD2lsKKuN7dt2+Z6ZnoQV7NmzWxYsUKFCq6XYyACCCCAAAIIIIAAAggggAACCCCAAAIIJKYAAUWP7wsBRY+ALI4AAggggAACCCCAAAIIIIBAFhDYvn27WblypQ0S7N69O+Ie586d24YS1cVB/6UQSI2AAinqlBUY1gpcj4IfPXv2NOXKlUvN6lkGgYQSUOjqjTfeMN26dfPP6+qrrzazZ882ZcqUSai5MhkEUiNw9uxZ07Rp05BriBIlSpj333/fXHzxxSGrPXLkiBk6dKh9MIKCgOFK3aP69+9v1E03LevQoUNm+PDh9qENwTVkyBDbsTAt6+eff7bfmQqxfPzxxxE3XbBgQaMwyxNPPJGWU2RbCCCAAAIeBNRVXh179QCLU6dOhawpe/bsZuDAgbazfN68eT1siUURyNoC6vytsKK6VOs61G1dccUV9npUYUX9LkchgAACCCCAAAIIIIAAAggggAACCCCAQMYTIKDo8T0joOgRkMURQAABBBBAAAEEEEAAAQQQyKQCR48etTdkKZTo5qasa665xgYSdcO7U9AgkzKxW3EQmDRpkpk4caL55ZdfQtauTpx9+/Y1bdq0icOWWSUCaS+g7nLz58+3QaevvvrKP4Gnn37aDB482OhmcwqBzCKgkOKuXbuS7U6xYsXMkiVLTJEiRey/f/LJJ2bUqFFm3bp1Rp2bw1Xt2rXNf/7zH6PONWldmzZtMsOGDQsJXJ5//vk2XK9rofSsjRs3mjfffNO6/v7772GnkidPHuunQEuNGjXSc8psGwEEEEDApYC6u02ZMiXsg1zUUVjB/Q4dOrhcI8MQQCCcgLrcJyUlmbVr19qHavz222+usPQ3sbZt29qwol7nnXeeq+UYhAACCCCAAAIIIIAAAggggAACCCCAAALpK0BA0aM/AUWPgCyOAAIIIIAAAggggAACCCCAQCYSUIcjhRKXLVtmg4k//PBDxL0rXbq0DSUqLHbVVVdlIgl2JT0EtmzZYsaMGWNvAHSqfv36mR49ehCATY83h23GRECdzdQpsU6dOubcc8+151h1PNu7d2+y9avjxqxZs8zll18ek+2yEgQSSeCGG26wIcTAuuSSS8x9991nQ3U7d+406irqVArs1q1b1zz66KOmSpUq6bJbb7/9tnnooYeMOhYGlrrmjBs3LqGCfsePH7fnHL0OHz4c0ats2bKmc+fORh2KCxQokC62bBQBBBBAwL3AO++8Y6ZNm2a2b9/uuJB+T+/Tp4+pWbOm+5UyEgEEwgrowTLqrKi/VyxdutSom7bb6tixoz+sqOteCgEEEEAAAQQQQAABBBBAAAEEEEAAAQQSU4CAosf3hYCiR0AWRwABBBBAAAEEEEAAAQQQQCATCOzYscOsXLnShhKDOxsF716uXLlsKLFly5amVatWmWDv2YX0FlAQZeTIkeb55593nIo6DujmWv2XQiBRBa699lrTvn17262mVKlSjtPUDa0NGjSIuAsXXHCB7YrTpUsXky1btkTdXeaFgCcBXUN8/PHHrteRI0cOo8/Yk08+acqVK+d6uVgP1PeUupsGV+PGjW3n34IFC8Z6kzFbn67xXnjhBRtk0QMpwpU6/Oj7tlu3bqZJkyYx2z4rytoCp06dsr9j+F4K81IIIOBdQF1yJ0+ebGbMmGFOnDjhuEL9HtW7d29z0UUXed8ga0AAAb/A5s2bbWBRf0sLfvhGJKaGDRsaXTvqeksdTykEEEAAAQQQQAABBBBAAAEEEEAAAQQQSBwBAooe3wsCih4BWRwBBBBAAAEEEEAAAQQQQACBDCrw3Xff2W6JumF9xYoVUfdCHb0UTGzXrp0pXLhw1PEMQMCNgDoP6CZ1dcwKrvz585sBAwaYe+65xyicQiGQqAKrV682t9xyi396119/vZk5c6ZRoDuwtm7dalq3bm2OHj0adlfUmU2vvHnzJuruMi8EPAuoa+jNN99sjh07FnFdOXPmtKFehdiLFy/uebupXcGZM2fMiBEjzKuvvhqyittuu80888wzqV11mi938OBB88QTT5g1a9YYhcYilczV8UddL6+88so0nysbzBwCixcvth2wAyvS92Dm2Gv2AoG0FdizZ48NKs6fP99xwyVLljT9+/c3Xbt2TduJsTUEsoiArm0VVtTf2HSN5bbUEVzXWQor1q5d2+1ijEMAAQQQQAABBBBAAAEEEEAAAQQQQACBOAkQUPQIS0DRIyCLI4AAAggggAACCCCAAAIIIJDBBHTD1LJly2ww8fjx4xFnrxsZFUps06aNqVGjRgbbU6abyAI//PCDGTVqlHn99dcdp9m2bVvTq1cvAhGJ/CYyN79A0aJFQzScwhe6cbVTp06OHTbUOXHw4MHm/vvvN7lz50YXgUwpoOuPWbNmmVWrVkXcP30GdP3x6KOPmkKFCqWrhQJ9w4cPd5yzwsT9+vVL1/l52biCnwsWLDDffPNN1NWog6XeE91EX6xYsajjGYCAT+DAgQOmXr16yUAIKHJ8IBAfgffff99MnTrVqLObU+khGuqoGPyZjM9sWCsCWVNA33FJSUlm7dq1Rp/JP/74wxVEkSJF7N/errvuOhtYPPfcc10txyAEEEAAAQQQQAABBBBAAAEEEEAAAQQQiJ0AAUWPlgQUPQKyOAIIIIAAAggggAACCCCAAAIZQGDXrl1m5cqVNpS4Y8eOiDNWtyLdgN6yZUt7cxSFQKwF3njjDTNx4kRz6NChkFWXLl3advfo0qVLrDfL+hCIi8DJkydN+fLlk6179uzZpmHDhiHb+/33381rr71m3n33XbN+/XqjZatXr27Pt+rAWKFCBZMtW7a4zJOVIpBeAurYvHDhQqPPxWeffeZqGuogumTJEnPFFVe4Gh+vQRs2bLAdTRUuDqx8+fKZ0aNHG4XpM0Pp+vDFF1806vIarXzhUQUV9dJ1I4VANIHgIP/GjRuNrvkoBBCIvcDZs2dtN8Xp06cbfQc7Vffu3e3DYAicx96fNSIQKKBu1eqsqMDi0qVLzZEjR1wB5ciRw3To0MEfVkzvB3a4mjSDEEAAAQQQQAABBBBAAAEEEEAAAQQQyAQCBBQ9vokEFD0CsjgCCCCAAAIIIIAAAggggAACCSqg7ojqlqibztWxKFrVrl3bBhNvvPFG49QNLNry/ByBaAKff/65GTNmjHnvvfcch95xxx2mZ8+eplSpUtFWxc8RSBiBV1991QwZMiTZfOgMlTBvDxNJRwF1b1IYVx36fvnll4gzyZUrlzl9+nSyMXny5DGLFi0ylStXTpe9mD9/vhk6dKj57bffkm2/UqVK5tlnnzVXXXVVuswrnhv9+OOPzYwZM8zixYvNX3/9FXVT+r72BRXr1q0bdTwDsq5A8O8WCk61atUq64Kw5wikgcCXX35pJk2aZPRwGKe65JJLbBfgu+++Ow1mwyYQQEACCugrsKgHiOlBYm6radOmplGjRjaweNlll7ldjHEIIIAAAggggAACCCCAAAIIIIAAAgggkEIBAoopBAseTkDRIyCLI4AAAggggAACCCCAAAIIIJBgAmvWrLGBxPfff98cO3Ys4uyKFy9uQ4mtW7c2CihSCMRLQJ2ZJkyYYH799deQTSjkoZtjW7RoEa/Ns14E4iYQHLp44IEHzP333x+37bFiBBJZ4MyZMzaUqNfq1aujTlU3WCuYrg6ieukaJrAUXFRIsVq1alHXFcsB+r565plnQlapm8PVAbhAgQKx3FzCrWv//v1m3rx55vXXXzc//vijq/nVqlXLH1YsV66cq2UYlHUEHn30UTN16lT/Dg8YMCAk3J91NNhTBNJWYNWqVWbKlClm3bp1jhuuV6+e6dOnj7n++uvTdmJsDYEsLrB7924bVtQ1s/7rtqpXr26aNWtmw4o1a9Z0uxjjEEAAAQQQQAABBBBAAAEEEEAAAQQQQMCFAAFFF0iRhhBQ9AjI4ggggAACCCCAAAIIIIAAAggkgMCePXvMihUrbCjxk08+iTij7Nmz21CiwmDt2rVLgNkzhcwssGnTJttpyumG2GzZspmBAweae++91+TPnz8zM7BvmVRAXS8UWAqsDRs2mDJlymTSPWa3EHAWUIdcXzDxwIEDUZl0Y/Vdd91lOnbsmGxs165dbffnwMqRI4cNKWqZeNfvv/9uHn74YcduU3feead5+umn4z2FhFr/Dz/8YIOKc+fONXv37nU1N323+7oq6r/58uVztRyDMrfAW2+9ZR9GEVh0G87c7zl7l3gC6pCr7qVff/214+RuvfVW07t3b65jE++tY0ZZQOCbb76xIUW99Hc9PfTDTZUoUcK0bNnS/Otf/7KBRV03UwgggAACCCCAAAIIIIAAAggggAACCCCQegECiqm3s0sSUPQIyOIIIIAAAggggAACCCCAAAIIpJOAbhrXTfz//e9/7Sta6cnqCibeeOON5tJLL402nJ8j4Engr7/+MqNGjTLqnOhUjRo1Mn379jXq2EEhkFEFHn/8cTN58uRk0ydwkVHfTeadGoHly5ebhQsX2nDi2bNno65CN08rAKHOzeHqtttusw9dCKxzzjnHbkdd+uJV6ho4fPjwkC6O2p7+Xd2lsmr9/fffNqiolx484LYKFy7sDyvqe5/KugIKuDZs2JDvy6x7CLDnCSKgENSkSZPMzJkzHWekh8b079/f9OrVyyhwTiGAQNoLnDx50gYVk5KSzNKlS813333nahK5c+e2f+/zhRULFizoajkGIYAAAggggAACCCCAAAIIIIAAAggggMD/L0BA0ePRQEDRIyCLI4AAAggggAACCCCAAAIIIJDGArpRadmyZfap6t9++23ErRcrVsyGEhUEuPrqq9N4pmwuqwosWbLEjB8/3nz66achBBdddJEZMGCA6dGjR1blYb8zkUDRokWT7c1zzz1nbrrppky0h+wKAqECx44d84cSP/74Y1dE6qTXuXNn07x5c1fj1a1QN2QHl4KQ8bie0Q3gDz30kNm3b1+yTV544YXmmWeeMW3atHE176wwSA/FUFDR6f2JtP+VK1e2YUVdl+p/U1lPIPg7c+vWrUa/q1AIIJD2AupuP2XKFLNq1SrHjdeoUcM+TEbnbAoBBNJXQJ9X/R1w5cqVZs+ePa4n06JFCxtW1KtMmTKul2MgAggggAACCCCAAAIIIIAAAggggAACWVmAgKLHd5+AokdAFkcAAQQQQAABBBBAAAEEEEAgDQTUdUTdhBRK3LZtW8QtqtOBbiTUq3379kZdhygE0kJAoZXRo0ebN954w3FzOh579+5NMCEt3gy2EXcBnY/vvvvuZNtRVxrOuXGnZwPpJLBlyxbbKVGvH3/80dUsOnbsaDp16mSuvfZaV+MDB3Xv3t0o8B5cCxYsiGn33Tlz5pihQ4eaP/74I9mmqlSpYsaOHWuuvPLKFM89KyywceNGG1ScO3eu+eeff1K0y+qmqLCiXuqySGUNgeCA4quvvmqaNWuWNXaevUQgQQVmzZplpk2bFhLQ901XD95QN8WKFSsm6B4wLQSylsDOnTttWHH16tVm/fr1rndcXq6cAAAgAElEQVS+Tp06pnHjxjaseNVVV7lejoEIIIAAAggggAACCCCAAAIIIIAAAghkNQECih7fcQKKHgFZHAEEEEAAAQQQQAABBBBAAIE4CZw4ccJ88MEHNpSobjXRbv6uXr26DSW2bdvWlCxZMk6zYrUIOAvo5taJEycaBbSCq1y5crZrIp3lOHoyk0BweOr22283o0aNyky7yL4gYP78809/KFHXJG7qvPPOs90SFUz0egO0uu0uXrw4ZLMKxekGa6/17LPP2hBicCk4N2HCBJM/f36vm8j0y+/evdsGFfXStWtKKl++fP6gosz1kA0q8wqoS+nLL7/s38EHH3zQDBo0KPPuMHuGQAYR+P77782kSZPMjBkz7Pd+cOXKlcv079/fPmhG3/EUAggkhsDXX39tw4p66e+Gf//9t6uJlS1b1l5/+borcv3lio1BCCCAAAIIIIAAAggggAACCCCAAAJZRICAosc3moCiR0AWRwABBBBAAAEEEEAAAQQQQCDGAuvWrTNLly61ocQjR45EXHuRIkVsKLFVq1Yx7SYU411idZlYYM+ePTbcoRvinEod5tR149JLL83ECuxaVhP47rvvQoJXCxcuNOpMQSGQGQS++OILG0zUcb1//35Xu3TxxRfbYKJeCqbHqvQdorkE15tvvmnUiS819euvv5qHH37YqHticOl768knn0zNarP0Mrpm9QUVDxw4kGILHTO+roq1atVK8fIskPgC+szef//9/onqd5iZM2cm/sSZIQJZRECdkidPnmz/DuFUlSpVMn379jXt2rXLIiLsJgIZR+Cnn34ySUlJNqy4bNkyc/z4cVeT18MiWrdu7Q8rXnjhha6WYxACCCCAAAIIIIAAAggggAACCCCAAAKZVYCAosd3loCiR0AWRwABBBBAAAEEEEAAAQQQQCAGAgoCLF++3N4MuHXr1qhr1A3cuqm3ffv2JkeOHFHHMwCBeAg8//zztsPUqVOnQlavcEG/fv1Ms2bN4rFp1olAugro5u3HH3882RyOHj2arnNi4wjEQmDFihU2lKhAoNsuLKVLl/YHEy+55JJYTCNkHQpELFiwIOTf1b23SZMmKdrm559/boYNG2b0QIjgeuSRR0zPnj1TtD4GJxfQNYEvqLht27ZU8dStW9cfVixVqlSq1sFCiSewc+fOkOtCvjsT731iRgjoHD516lSjDrlOpTCTuil67ZKMNAIIxEfgn3/+8XdWXLVqldm7d6/rDenhZ77OilyDuWZjIAIIIIAAAggggAACCCCAAAIIIIBAJhIgoOjxzSSg6BGQxRFAAAEEEEAAAQQQQAABBBBIpcAvv/xidLOQOs8pmBgtCHDllVfaUGKbNm1MmTJlUrlVFkPAu8D69evNuHHjzIYNG0JWljNnTjNgwAAb8MibN6/3jbEGBBJQoGjRoslmNWLECNsplEIgIwqow4ovlOjmIQm+faxatarp1KmTDSemxfle3y0KTQTXK6+8Ypo3b+6Kfs2aNWbo0KHm4MGDycYXLFjQjBo1ynakpmInoKCr3rPVq1enaqW6pvB1VdR/8+TJk6r1sFBiCCgwUaxYsWSTUWhR3VcpBBBILIGTJ0/aborTp0836jrsVP3797fXv3RcS6z3jtkgECywfft2G1jUdfDGjRtdA9WrV892K1dgsVq1aq6XYyACCCCAAAIIIIAAAggggAACCCCAAAIZWYCAosd3j4CiR0AWRwABBBBAAAEEEEAAAQQQQCCFAgp1LV261IYSDx8+HHHpwoUL21Biy5YtzXXXXZfCLTEcgdgKnD592jzzzDP2ZlWnatq0qVGXqzp16sR2w6wNgQQS2LJliw2KB5Zu+oxX57gE2nWmkskEPvroI9spUa8ffvjB9d5dc801NpioV1rXfffdZ+bMmROy2Zdeesm0aNEi4nTeeOMNG078888/k43TDddjx441ClxS8RHQDfEKKr7zzjup3oCCbb6wItfEqWZM9wWDA/6zZ882DRs2TPd5MQEEEHAW2LFjh/3dT9cKTlW2bFn7+1+XLl0gRACBDCBw4MABf3dFPSzNbZUvX952QVZYkeswt2qMQwABBBBAAAEEEEAAAQQQQAABBBDIiAIEFD2+awQUPQKyOAIIIIAAAggggAACCCCAAAIuBPbv32+WL19uQ4kKt0Qr3fijG+1vvPFGkytXrmjD+TkCcRdYtGiRmThxotm9e3fIthSkVWeru+66K+7zYAMIpLeAAk7q2OYrnasVjqIQyAgCf/31lz+UqC7OKSmF0BVK1EMT0rMeeOABo7BhcE2bNs20bt3acWoK10+YMCHkZ/r8jh8/3uTLly89dynLbFth7rlz59qw4qlTp1K93+oq7gsrVqhQIdXrYcG0Fwj+/A4bNsyGmygEEEhsAXVanjp1qtm2bZvjRPX3C3VTrFu3bmLvCLNDAAG/gB5QkpSUZAOLy5YtMz/++KMrHXUe1zW0wop6cR3tio1BCCCAAAIIIIAAAggggAACCCCAAAIZRICAosc3ioCiR0AWRwABBBBAAAEEEEAAAQQQQCCMwK+//mpWrlxpQ4l6BXfsCV5MnXt0k49uri9XrhyuCCSEwNGjR82YMWOMOtw41c0332z69Olj9ER9CoHMLnD27Flz6aWXJtvNGTNmpHtgK7O7s3/eBfbt22eDiQoY6H+7rezZs5uOHTuam266ydSvX9/tYnEfN2TIEPPqq6+GbGfSpEmmXbt2/n//5ZdfzPDhw838+fNDxvbo0cM89thjcZ8rGwgVUPcehRT1OnLkiCeiJk2a+MOKumGeSmwBBfwV9PdV27ZtzZQpUxJ70swOAQSswJkzZ2w3RT0QIFyQSd+tvXv3prM4xwwCGUxADzFRUFGBRf0dMyW/L+i7XF0VFVYsUaJEBttzposAAggggAACCCCAAAIIIIAAAggggEByAQKKHo8IAooeAVkcAQQQQAABBBBAAAEEEEAAgSCBTZs2maVLl9pQ4tdffx3R5+KLL7ahRL0aNGiAJQIJJfDaa6/ZjlMKKQbXFVdcYbsmBgZBEmryTAaBOAi89dZbpl+/fsnW7PT5iMOmWSUCqRLQDcYKJSqcqBuP3ZY64yqUqHBionaoe/jhh40CwsH1/PPP23nv2bPHqDvbxo0bQ8YomKgQBZW+AidOnPAHFZ06NPtmd+6559pgTKQqUKCAP6ioTl5UYgps3brVtGrViu/RxHx7mBUCrgT27t1rg4rqiOtUxYoVs9fLd9xxh6v1MQgBBBJPQN/XCiyuWbPGbN682fUE9XdNX2fFKlWquF6OgQgggAACCCCAAAIIIIAAAggggAACCCSKAAFFj+8EAUWPgCyOAAIIIIAAAggggAACCCCAgDFGnWCWL19uQ4kffvhhVBN1e1EoUU8az5MnT9TxDEAgLQV27dplxo0bZ49np7r33ntNr1696IyRlm8K20oIgVtuucWsXr3aPxd9DkaMGJEQc2MSCPgEDh48aN577z37+uSTT1IEU7FiRX8wsVChQilaNj0GP/744zYkEVwKH+o77NChQ8l+pH0aNWqUvQajEkfgn3/+8QcVN2zYEHZiOXPmNAor/vbbbxEnr67ON9xwg31Vr149cXaUmZjTp0+b0qVLJ5NQ2ClfvnzoIIBABhNYtmyZ/Q4O9/cPhZTUTZEHMWWwN5bpIhAkoG6KCivqpc+926pcubLR3z7VXTGROrG7nT/jEEAAAQQQQAABBBBAAAEEEEAAAQSypgABRY/vOwFFj4AsjgACCCCAAAIIIIAAAgggkGUFTp06ZdSZSDfA66UbbiOVbs7RDfHqGqIbpykEElFg4sSJRq/ff/89ZHp169Y1/fv3N40aNUrEqTMnBOIqoNDXNddck2wbK1asMHSGiCs7K0+BgLo3L1682AYTo3WbC17ttddea4OJemXLli0FW03/oSNHjjTPPfdc1IkoqDZmzBij6zEqcQV04/u8efPM+++/H3GSRYsWNd999505e/ZsxHFXX321adq0qX1x/Z0Y7/v1119vO5z6asGCBaZevXqJMTlmgQACKRaYMmWKmTZtmgnXVfz222+3D7cpVapUitfNAgggkFgCx44dM0lJSTasqIe0/fTTT64meMkll5h///vfNqyo8PL555/vajkGIYAAAggggAACCCCAAAIIIIAAAgggkNYCBBQ9ihNQ9AjI4ggggAACCCCAAAIIIIAAAllOYPPmzUYhAIUSFViJVBdddJENJepGHN2MSyGQqAK6wWz8+PFm06ZNIVM877zzzMCBA03Pnj1Nrly5EnUXmBcCcRVQV1GFm3xVu3Zts2jRorhuk5UjEE3giy++8HdL3L17d7ThIT9XJ2eFEhs3bpziZRNpgbFjx5pnn3027JT0cAh9x3EzdCK9a5Hnoo5cCirOnTvX/P3332EHlyxZ0oZqv/rqq6g7pwcs+MKKxYsXjzqeAfER0MMu5s+f71/5Y489ZtT1lEIAgYwroL+LqJvia6+95rgTBQsWNH379rW/T1IIIJA5BPSQNv0dSYFFPbztwIEDrnYse/bspk2bNjaoqMDipZde6mo5BiGAAAIIIIAAAggggAACCCCAAAIIIJAWAgQUPSoTUPQIyOIIIIAAAggggAACCCCAAAJZQkA3Pevp4Aolbty4Meo+60Z/hRJ14z83w0flYkA6CqgTqEJX6nzhVDqOdTNpjRo10nGWbBqB9BeoX7+++fLLL/0TUde2O+64I/0nxgyynIA6xqlLou/1zz//pMggX758pmPHjjaYeNVVV6Vo2UQdfOLECbtPTiFN3fisoBuVMQU+++wz+/7p9cMPP4TdiSJFitgb3I8cORK2i5dvYT1swRdU1H8LFCiQMXEy6KzVae2RRx7xz17nIjddUDPo7jJtBLKUwJo1a2xQUaElp6pTp47p3bu3ad68eZZyYWcRyAoCepibPvs6D2zdutX1Luthbr6wYqVKlVwvx0AEEEAAAQQQQAABBBBAAAEEEEAAAQTiIUBA0aMqAUWPgCyOAAIIIIAAAggggAACCCCQaQX++OMP+xRwhRL1+v333yPuq26kUZhLXXoqVKiQaV3Yscwj8O6775qJEyca3fwfXEWLFrVdE2+77bbMs8PsCQKpFFi7dq3p3LlzsqX37t1rFPSiEEgrAYXvfKFEdU5MaZUpU8aGEhXkK1GiREoXT9jxn376qRk6dKjZsmVL2Dk+8cQTpnv37gm7D0wsusC3337rDyru378/7ALq+lyrVi3bVXHbtm3m119/jbhydTsPDCuee+650SfDCE8CethL+/bt/euoWLGi+eCDDzytk4URQCCxBF5++WUzderUsN1tO3XqZIOK5cuXT6yJMxsEEIiJgH5XVlhRL/1d1W3p4SnqeK3AYt26dd0uxjgEEEAAAQQQQAABBBBAAAEEEEAAAQRiJkBA0SMlAUWPgCyOAAIIIIAAAggggAACCCCQ6QQ++ugjs3TpUhtKDOyW5bSj6riiUKJeTZo0yXQW7FDmFDh8+LAZO3asmTt3ruMOdunSxXZNLFu2bOYEYK8QSKHAgAEDknVgU8Dr+eefT+FaGI5AygVOnz7tDyXq2iQ1dfXVV9swkI7bPHnypGYVCbuMulsrnKiuedHq0UcfNffee2+0Yfw8wQX0ABF1U1ywYIFRp55Ide2115qSJUua77//3qxYscJE6zZavHhx06xZMxtYbNiwYYJLZNzpnTx5MiSUdODAAaNwKYUAAplHQMHySZMmmenTpzvuVN68eU2/fv1Mr169DOHwzPO+sycIBAvoXOALK+raXdcBbsp3XebrrpjZfo9xY8AYBBBAAAEEEEAAAQQQQAABBBBAAIG0FyCg6NGcgKJHQBZHAAEEEEAAAQQQQAABBBDIFAKHDh0yulFGocT169dH3Sc90VuhxDZt2pj8+fNHHc8ABBJF4JVXXjETJkww3333XciU1AVUXRNbt26dKNNlHgiku8Bvv/1mLrvssmTzePPNN21nBwqBeAl88sknZvHixTac+NVXX6V4M+oep1Biu3btTOPGjVO8fEZYYObMmWbYsGEhU61Zs6ZRME0dgoPr4Ycfth2bqMwhoGv3t99+2yxcuDDiDlWuXNkGDnPnzm3Uvc/Ntf4VV1zh76xYp06dzAGWQHuhz2hgJ0yd79T5kkIAgcwnoPOugorhuqhVq1bN9OnTx/5thUIAgcwtcOrUKRtWTEpKMqtWrXL9e44eYtCyZUvbWVGvIkWKZG4o9g4BBBBAAAEEEEAAAQQQQAABBBBAIN0ECCh6pCeg6BGQxRFAAAEEEEAAAQQQQAABBDKswJkzZ+xNcgol6qUQSqSqUKGCDSXqphjd6EwhkJEEFHYZP368WbZsmeO0FdjQq2DBghlpt5grAnEXmDVrlhk8eLB/O6VLl7YBFwqBWAv8+uuv/m6JumE3NVWiRAkbSlQ4UQGrzFpPPPGEDTsEV9u2bc24ceNsp8g33njDPPDAAyFjHnroIduxico8Ajt37rRBRXVVPH78eNgd0zWOPhtXXXWVvSFeXRW3bdsWFaJGjRr+sCK/A0TlcjWgZ8+eyYKlI0eONHfccYerZRmEAAIZU0AP+JgyZYr54osvHHfgxhtvtN0UFVikEEAgawjo92oFFteuXevqmsyn0qRJE39YMTP/zpM1jgL2EgEEEEAAAQQQQAABBBBAAAEEEEgsAQKKHt8PAooeAVkcAQQQQAABBBBAAAEEEEAgwwl8/PHHZunSpTaUuG/fvojzV3dEhRL1atasWYbbVyaMgAQUTFQnqdOnT4eA1K9f3wwYMMBcd911YCGAgIOAbpb+8MMP/T8ZNGiQefDBB7FCIGYCW7Zs8QcTjxw5kqr1XnPNNf5gYt68eVO1joyw0Pfff2+7Ji5atChkugrZq0NiYM2bN89+xwXXf/7zH9sxmMpcAjo+FFJUWHHHjh0Rd07dojt06GAuvPBCG1TU6/PPP48Kouulpk2b2pcC61TqBF544QXz1FNP+Rfu2rWrGTt2bOpWxlIIIJBhBE6cOGEfMDB9+nTH302zZ89uHyKg7/QLLrggw+wXE0UAAe8Cu3fvtmFFvVavXu16hbVr1/aHFel67ZqNgQgggAACCCCAAAIIIIAAAggggAACYQQIKHo8NAgoegRkcQQQQAABBBBAAAEEEEAAgQwh8M0335jly5fbUGJSUlLUOTdo0MCGEtu0aWMKFCgQdTwDEEhEAd3UpWBiYLjKN8/zzz/fhjbUpUI3glIIIBAqoJskGzdunOwH69atM+XKlYMLAU8CukH/vffesy/dhJuaypEjhw0l6tWoUaPUrCJDLaPA2dChQ40eNBFcTz/9tLnzzjsd9+edd96xQYfgUnfF+++/P0MZMFn3AgqxKqgYrnO0b026qV1BRb02b97sDyvqd4dIdc4559iHl/jCioUKFXI/OUbaTkmdO3f2S1x55ZX2ATIUAghkDQF9lyuouGTJEscdLl++vOnTp4+5+eabswYIe4kAAskEdB3mCyvqb7mnTp1yJVSmTBn7+/u//vUv+8qVK5er5RiEAAIIIIAAAggggAACCCCAAAIIIICAT4CAosdjgYCiR0AWRwABBBBAAAEEEEAAAQQQSFiBv/76y6xcudKGEvU6efJkxLnqJjiFElu2bGmqVq2asPvFxBCIJqBjXV1opk2b5ji0VatWtjNFtWrVoq2KnyOQpQWefPJJ8+KLL/oNFF6fM2dOljZh570JbNiwwR9MPH78eKpWpq5tvmDi5Zdfnqp1ZLSFdB03ZMgQc+zYsWRTL1asmBk5cmTULtcKgt5zzz0hu60uiuqmSGVeAXUoVVBRnRUj/S5QokQJf1BR/1sdFXVDvP77008/RQRSly9fUFH/zcxdTGN1pPzwww+mSpUqyVanMIKCnxQCCGQdAZ2bp0yZYnbt2uW40zfccIN9yIDC5BQCCGRNAV2/6UFzCiyuWrXKHD582BWErs90DvGFFQsXLuxqOQYhgAACCCCAAAIIIIAAAggggAACCGRtAQKKHt9/AooeAVkcAQQQQAABBBBAAAEEEEAg4QS2b99uO3DoZvbPP/884vx0w4pCiXrpxhUKgYwuoJvw1TXR6dj/P+zdB5gUVb7+8QMCgkhGouSM5JxcQOKDoKisAfMuigEVV/8rYLjuqoAZsyyyumLYFV0DwooEB8kgOSdJknPO8H/es7fqdk/3dNdMTejwPc9Tz9y71Kk659MzPTXtec9PC+5VNfHWW2+N92kyfgSyRaBJkyZmx44d7r30s0Ull2yhT6ibKFQ3btw4G0ycM2dOhufWrl07N5hYoECBDF8n3jqOGjXKPPPMMyHDVljh5ZdfNrVq1fI0JVXSu+uuu0LOVWB/yJAhnq7BSfEroMXsTlAx0t8HefPmdYOK+pnbv3+/W1VRYcXTp09HRChTpkxQWDF+xbJ+5C1atDBbt251b6SfUTbPyHp37oBArAmoMpqqKWpznbSC5Pfff7/RQbXaWHv1GA8C2S8wY8YMG1ZUNWZVWPfaVPnaCSsmyyYvXm04DwEEEEAAAQQQQAABBBBAAAEEEEDg/wQIKPr8biCg6BOQ7ggggAACCCCAAAIIIIAAAjEhoACJqpwolKhFKtHalVdeaUOJvXr1MiVLlox2Ov+OQMwLbN682bz22mvmiy++CDvW22+/3QwYMMBUrFgx5ufCABGIBQH9PvnDH/7gDkUVsVavXm3y5MkTC8NjDHEgoOcRhRJ1RKvAltZ08uXLZ66//nobTNSC2mRr//M//xO2GrA89Dsvf/786SKZOnVq2JC+qjM9/fTT6boWJ8enwLlz59ygYrS/GTp06GDDivoZVGU/hekUUtSRkpISFaBatWpuWLFNmzZRz0+2E/Q7Vr9rnfbqq6+avn37JhsD80UAgf8VWLFihXnvvfdsxdtwTX/HPvjgg+aOO+7ADAEEELACy5Yts2FF5/DK0qpVK6PPhfX3VbNmzbx24zwEEEAAAQQQQAABBBBAAAEEEEAAgSQQIKDo80UmoOgTkO4IIIAAAggggAACCCCAAAI5JnD+/HkzefJku7BVx6FDhyKOpXr16jaU2KNHD9OoUaMcGzc3RiCzBf7+97/bqomq0pW6qRKNqibq+56GAALeBe655x4bLHOaQr4vvfSS9wtwZlIKqEqbE0pcsGBBhg30zHLttdfaYFTVqlUzfJ147bhr1y7z5JNPmvHjx4dMwW/Fw+nTp4ethNq/f3/z7LPPxisZ486AgCrwKAijyoqRKiPWrl3b/iwqrFiuXDl7JwXWnbDi/Pnzo95dz2NdunSxR8OGDaOenwwnKGSsKqhOu/vuu83QoUOTYerMEQEEIgjoOUpBxYULF4Y9q2PHjraaosJFNAQQQMAR2LJlixtU1DPayZMnPeGomqLeV5zqiqqmTUMAAQQQQAABBBBAAAEEEEAAAQQQSF4BAoo+X3sCij4B6Y4AAggggAACCCCAAAIIIJDtAtoh2wklanFwpKaKVwolOsHEbB8sN0QgCwW0aHPEiBF2gXy49vDDD9sqE4ULF87CUXBpBBJPYM+ePUZhksD2zTffmJYtWybeZJlRpghowwQtqB83bpw5fvx4hq+p8JKCiTqStVrnokWLzODBg82SJUuCHHPlymWGDRtm7rzzzgz7Oh3nzJljq1Kmbv369TPPPfec7+tzgfgS2LBhgxtUVEXqtFrRokXdoGKTJk3c0/Q8pkrueh5buXJl1Mmrao8TVtSi+GRt8gqshNa8eXPz3XffJSsH80YAgQABVbt99913zciRI82+ffvC2ijUrArIl19+OXYIIIBAkICq12tTElVWVAX17du3exIqXry46dq1q1tdsWTJkp76cRICCCCAAAIIIIAAAggggAACCCCAQOIIEFD0+VoSUPQJSHcEEEAAAQQQQAABBBBAAIFsEVAlHS38VTDxp59+inrPtm3b2lBiz549TenSpaOezwkIxJuAqs4onHjmzJmQobdv395WTWzdunW8TYvxIhATAloMHVhJrW7dumbKlCkxMTYGETsCGzdudKslLl26NMMDK1WqlOndu7cNJQaGnjJ8wTjuqICnwompwwgKHwwfPtx06tQp02anCpd6TkzdqOKWacRxd6Fjx47Zaoo6FGKN1FSZWhUVU1eo1mJ4p7Lipk2bohroe9oJKzrVGaN2SpATduzYEfSelz9/fqP3VRoCCCDgCKxfv95WU/zss8/CouizHm3Io8rnNAQQQCCcwIULF2xQUc9oKSkpZsWKFZ6h9LmyqrWqumK1atU89+NEBBBAAAEEEEAAAQQQQAABBBBAAIH4FSCg6PO1I6DoE5DuCCCAAAIIIIAAAggggAACWSqgikROtcQDBw5EvFfVqlXdaolNmzbN0nFxcQRySkAhqTfeeMPMnz8/ZAiq7KNg4n333ZdTw+O+CCSEQLdu3Uxg4Oypp56yi59pCEhgwoQJbjAxXEjcq5IqcjrVElWtI9nb+++/b/7yl7+EMKja3Isvvmhq1qyZ6UT6OdfPe+p2++23m5deeinT78cF40dAf4MoqPj1119HHLRCxQoq6ihSpIh7rqp/OUFFfVVl3kitQIECblBRgcXAa8WPWvpH2qhRI6ONaJymjWhq166d/gvRAwEEElpA76MKKs6ePTvsPLUxj6opdu7cOaEdmBwCCPgXWLx4sQ0s6pg5c6bnC7Zp08YGFRVYTPZNZTyjcSICCCCAAAIIIIAAAggggAACCCAQhwIEFH2+aAQUfQLSHQEEEEAAAQQQQAABBBBAINMFtJu1E0pcuXJlxOtrMa92tHaqJWb6YLggAjEicPDgQfPqq6+aDz74IOyIVH3r4YcfNnXq1ImRETMMBOJT4JdffjG9evUKGvzChQtN2bJl43NCjDpTBNauXeuGEletWpXha6pCmFMtsUOHDhm+TqJ1VAh49OjRIdNS6EsVg/Ply5dlU9bredVVV4Vcv87n9XMAACAASURBVG/fvvb3Li25BfR3yVdffWXDioFButQqqn7oBBVr1aoV9M+HDx8OCiseP348ImrJkiWDwop58uRJ2BfhtttuC6pQ/NZbb5k+ffok7HyZGAII+BMYNWqU0YYG27dvD3sh/e6+//77TfXq1f3diN4IIJAUAqrc7IQVFYT2uvlM3bp1Tfv27d3qihdddFFSeDFJBBBAAAEEEEAAAQQQQAABBBBAIBkECCj6fJUJKPoEpDsCCCCAAAIIIIAAAggggECmCKiqyI8//miDiaoQF61ph3wnlEhoJJoW/x7vAloYP2LECLN+/fqQqVSpUsVWTbzpppvifZqMH4GYEBgyZIj58MMP3bF079496P+PiUEyiGwROHr0qLthgp5P/DSFx51qiZUrV/ZzqYTqq4CBfuYmTpwYMi/9bhs0aFC2zFe/X1UNJXXT71b9/qUhsH//fjeoqMo7abXcuXO7QUUtXE/ddu7caf/m0SJ4VWmM1ipWrOiGFcNdL1r/WP/34cOH28rgTuvfv7959tlnY33YjA8BBHJQYOvWrbaaYuDzeuBwVIFWlc9VUZHQUA6+UNwagTgT2Ldvn5k+fboNLE6dOjXixhSBUytVqpSt3upUVyxevHiczZzhIoAAAggggAACCCCAAAIIIIAAAggEChBQ9Pn9QEDRJyDdEUAAAQQQQAABBBBAAAEEfAlo0YdTLVGLQSI1Leh3qiU2b97c133pjEA8CPz666/m9ddfN19++WXY4d59991mwIABRlV7aAggkDkCtWvXNocOHXIvpkotPXv2zJyLc5W4EJgxY4b7bLJjxw5fY+7Ro4cNJl5zzTW+rpOInVWtVAFEVagLbAoTKLSkymrZ2TZv3mxatWoVcktVc1NVNxoCjsD3339vKypGCy4r9Kqqitdff73JmzdvCOCGDRvcyoqzZs2KCqygc5cuXezRrFmzqOfHwwnjx483/fr1c4fatm3bNJ9742E+jBEBBLJPQCEiBRVTUlLC3rRJkya2miLP8dn3mnAnBBJF4OzZszaoqMDitGnTjCque2naqEKfWzthRW0oRkMAAQQQQAABBBBAAAEEEEAAAQQQiC8BAoo+Xy8Cij4B6Y4AAggggAACCCCAAAIIIJBuAS3scEKJy5cvj9j/4osvdkOJLO5PNzUd4ljggw8+sBVl9u7dGzKLxo0bm4EDB5quXbvG8QwZOgKxJ6DAiSquOO2yyy4zS5cujb2BMqJMF1BQaMKECfb5ZNGiRb6uX758ebdaYoMGDXxdK1E7f/PNN2bw4MHm4MGDQVOsVKmSGTZsmOnYsWOOTF0VHRX8unDhQtD9r7vuOvPuu+/myJi4aewKLFiwwAYVVek6MNieesQ1atRwg4oVKlQIOyH9rlFVRR1LliyJOmk9C3bo0MH+rMTzxi2pg8GFCxc2a9asiTp/TkAAAQQcgY8//tgGFTdt2hQWRSFxVVO84oorQEMAAQQyJKBnPiewOHv2bM/XaNeunQ0r6mjYsKHnfpyIAAIIIIAAAggggAACCCCAAAIIIJBzAgQUfdoTUPQJSHcEEEAAAQQQQAABBBBAAAFPAvv37zcTJ060C/+18DZaa9mypQ0mXn311ebyyy+Pdjr/jkDCCKii1IgRI8yUKVNC5qTd2BVMVIDqkksuSZg5MxEEYkVAFdsCf/b69+9vnn322VgZHuPIZIFjx465Gybo+SR1KC29t9MCVFVL1FGoUKH0dk+a899++23zwgsvhMy3TZs25sUXXzTVq1fPUYs9e/YYhb/OnTsXNA5tlDFy5MgcHRs3j00BBVudoOLq1avTHKTeF5yKipFChVr47oQV169fH3XS9erVs0FFBRb1cxRvrW7duubAgQPusGfOnGmqVq0ab9NgvAggkIMCu3fvtiHFv/3tb+b8+fMhI9HGVwMGDLAVFQsWLJiDI+XWCCAQ7wJ6NlNYUcfkyZND/mZIa37169d3w4qqsp0rV654p2D8CCCAAAIIIIAAAggggAACCCCAQEIKEFD0+bISUPQJSHcEEEAAAQQQQAABBBBAAIGIAikpKe7ify34jtQqVqzoVktUQJGGQLIJvPLKK7Zq4tmzZ0OmftVVV9lwYjxXyUm215P5xpdA6ipOGr2C9VTAi6/X0ctoFX5xKjkrWOSnFStWzCi4piMeg0F+5p7evgoMPPnkk+ajjz4K6XrjjTca/Q7Mmzdvei+bJeersqOqnJw+fTro+j169DCjR4/Oknty0fgXUMjZCSr+9NNPESfUrVs3G1bs1atXxPO08N0JK+7YsSMqUq1atWxYUYeq9cRD08//9OnT3aEqCKz3VBoCCCCQXoF58+bZisd6hg/XFIhWNUW9/9IQQAABvwL6nNsJK06dOtXs3bvX0yXLly/vPqvpea1IkSKe+nESAggggAACCCCAAAIIIIAAAggggEDWCxBQ9GlMQNEnIN0RQAABBBBAAAEEEEAAAQRCBNasWeMu/F+6dGlEIS1EV6VEHVqIqgpxNASSTUALzxVMXLBgQcjUS5QoYR555BFzzz33JBsL80UgWwVef/1189JLL7n3bNq0qfn++++zdQzcLOsEfv31V/fZJNx7bXrv3KJFC/vconBRqVKl0ts96c7/7bffzODBg22VkdTt0UcfNX/+859jzkQVNlXp5MSJE0FjU7AsXMgy5ibAgHJUYNasWearr76ygcWTJ0+mORYFYXv37m0rr5YtWzbN8/R96AQVVek3sOJgWp2qVatmqyo6gcVY/Tvrr3/9q6185rSHHnrIDBkyJEdfP26OAALxLfCvf/3Lvq/os6lw7eqrr7bVFPW8T0MAAQQyQ+DUqVM2rKhNF6ZNm2bWrl3r6bKq8Nq1a1e3uqI276MhgAACCCCAAAIIIIAAAggggAACCOScAAFFn/YEFH0C0h0BBBBAAAEEEEAAAQQQQMAKqNKMdqlXRaK0dqsPpFIVOIUStTCMxRd8EyWrwL59+4xCUWlVY1JlB4UTa9SokaxEzBuBbBO48sorzfr16937DR061Nx9993Zdn9ulPkCx48fd0OJej5RBT8/rVChQm4osX379n4ulVR9586dawYNGmRWr14dNG9tUjF8+HDTt2/fmPVQBcUrrrjCHD16NGiMnTt3NmPGjInZcTOw2BFQOFohRR0bN25Mc2CqnOMEFVu3bh1xAvq7SxUaValHX/U8Ga3p7y0FFZ3AohbDx0r7+uuvbUUzp2mcn332WawMj3EggECcChw+fNhWU1RV1rSC4g8++KB9/ylevHiczpJhI4BArAqooqsTWNT/7bWpoqJzaLMUGgIIIIAAAggggAACCCCAAAIIIIBA9goQUPTpTUDRJyDdEUAAAQQQQAABBBBAAIEkF9BiCy3617Fr166IGpdffrlbLTHawtskZ2X6SSAwduxYWzVxw4YNIbOtXr26DSb26dMnCSSYIgI5L6AqBzfeeGPQQBSmUmCEFn8CqlzmPJts27Yt4gRUUSxacLFJkya2UqIqJpYrVy7+QHJwxKogp3Bi6oBflSpVbDhRi29jvV24cMHUrl3bKOgQ2AhRxforF1vjUwVEJ6io96hITT8Xqqioo2DBghHP1felE1RUWHHPnj1RJ65KjU5VRQUWL7300qh9svKEdevWBb0XXHbZZWbp0qVZeUuujQACSSSwZMkSG1T87rvvws66atWqNqR46623JpEKU0UAgewUUDVXfX6uI1xF+bTGokrbTlixXbt22Tlk7oUAAggggAACCCCAAAIIIIAAAggkrQABRZ8vPQFFn4B0RwABBBBAAAEEEEAAAQSSUECLSJ2F/4sXL44ocNFFF7mhRC3uV7UcGgLJLKCfnxEjRthF6uFav379zEMPPWRKlSqVzEzMHYFsFXj00UfNP//5T/ee119/vXnnnXeydQzczJ+AKpM5zya//PKLv4sZYwoUKOCGEjt16uT7esl4AYXwFUJM3VStVP+7AgHx1OrWrWsOHDgQNGQtGP7Xv/4VT9NgrDEgoEChwrtpPQs6Q6xQoYJbVVGVPKM1BYGdsKK+7t69O1oXozCgU1VRocWiRYtG7ZMVJ2hzjmPHjrmXnj9/vtHmNjQEEEAgswS++eYbG1RctmxZ2EvqeU9BxTZt2mTWLbkOAgggECKwc+dON6yozSX279/vSaly5cpuWFF/gxQqVMhTP05CAAEEEEAAAQQQQAABBBBAAAEEEEifAAHF9HmFnE1A0Scg3RFAAAEEEEAAAQQQQACBJBFQdY6JEye6i/+jTbtp06Y2mNijRw+jKjk0BBAwZtSoUTacGG4BUvPmzW3VRIIwfKcgkL0Cx48ft9XRzpw54974k08+4Wcxe1+GDN1NFcmcUKK+njt3LuJ18uXLZ06fPh3xnPr169tKiToqVqyYoXEleyf9LA0ZMsTo5yh1u/nmm80rr7xitIFFPDZ9f+zduzdo6G3btjVffvllPE6HMeewgCr1fvvtt0ahmU2bNkUcTc+ePW1FRX310vS7LTCsqMXw0ZrCiYGVFRVezK7Wu3dvM3fuXPd2H374oenevXt23Z77IIBAkgicOnXKhhTff//9kMrIDoE2DLr//vupmp0k3xNME4GcFNDz2vTp093A4vr16z0NR9Wv9dmhU12RTR08sXESAggggAACCCCAAAIIIIAAAggg4EmAgKInprRPIqDoE5DuCCCAAAIIIIAAAggggECCC8yYMcMu/p8wYYKJtrC1XLlybrVELdamIYDAfwXmzZtnVElKC8VTNwVmFEwcMGCA0f9NQwCB7BVQiOr//b//5960UqVKZs6cOdk7CO6WLoHZs2e7wcTffvstYl8vocQ8efK4ocRu3bqlayycHCywefNmM2jQIJOSkhJC8/jjj5vHHnss7skaNWpkdu3aFTSPli1b2pAZDYGMCJw8edJ+/yisGO5nJ/CaqqSoMJ/Ciqqw6KUpzK0KPTr0LLp9+/ao3bTwPbCyYtmyZaP28XPCU089ZUaPHu1eQu8Ves+gIYAAAlkhoIC4gopjx44Ne3l9tqVqin/84x+z4vZcEwEEEAgroL9zf/75ZxtaXLBggWclbTChKvUKLHqpuu35wpyIAAIIIIAAAggggAACCCCAAAIIJKEAAUWfLzoBRZ+AdEcAAQQQQAABBBBAAAEEElBgw4YN7sL/hQsXRpxhrly53FBir169zMUXX5yAIkwJgYwJqJrXq6++asOJ58+fD7lI165dbTixSZMmGbsBvRBAwLfA9ddfb7QQ0GmPPvqo+fOf/+z7ulwgcwVUXcypljh//vyoFy9QoIBRKCdSq1Onjg0m6vmlWrVqUa/JCZEFZs6caQYPHmzWrVsXdGL+/PnNsGHDjKonJkrT7+0dO3YETadZs2Zm3LhxiTJF5pFDAgrIO1UVDx48mOYoChYsaEOKOrQY3WtT9TAnqKiv0ULeuq7+vtPCdyewmBXVZf/1r3+ZgQMHutNQWPyjjz7yOi3OQwABBDIkoGfL9957z6T1bNmuXTtbTfGqq67K0PXphAACCGRUYOXKlW5lRT2zeW36O8UJK7Zp08ZrN85DAAEEEEAAAQQQQAABBBBAAAEEEPhfAQKKPr8VCCj6BKQ7AggggAACCCCAAAIIIJAgAkePHjUTJ050qyVeuHAh4swaN25sg4k9evRgUX+CfA8wjcwV+PHHH82IESPMokWLQi5cunRpG0y8++67M/emXA0BBNIloOopCl0ENlUrqF69erquw8lZI6CqYk4oUV/Pnj0b8UaFChUyR44ciToYJ5TYs2fPqOdygjcBhYsUTkwdClXwc/jw4UYL/BOtNW/ePCTcpedjVR2nIeBXQJXrnaqKixcvjni51q1bu1UVixQp4vnWZ86cCQorbtmyJWrf3Llz29+bTmAxs8LdK1asMJ07d3bvX758efPLL79EHQ8nIIAAApkhoGqK77//vtmzZ0/Yy9122222omKVKlUy43ZcAwEEEEiXwLZt24LCiocOHfLUX89p2sjCCSxqgwsaAggggAACCCCAAAIIIIAAAggggEBkAQKKPr9DCCj6BKQ7AggggAACCCCAAAIIIBDnArNmzXJDidu3b484mzJlyrjVErW4gYYAAqECu3fvtsHEDz/8MCzPTTfdZMOJLG7kuweBnBcYOnSoeeutt9yB6HfbF198kfMDS/IRqIKYE0zcunVrRI1LLrnEKDCjjRYitdq1a9tKiQol1qxZM8mFM3f6r732mnn55ZdDLtq+fXsbTqxcuXLm3jCGrtaqVSuzefPmoBE1aNDAbvpBQyCzBH744Qe3qmKka5YtW9atqtioUaN03V5VvwMrK6pqrZemRe9OYLFWrVpeuqR5jiozKjTptCVLlphSpUr5uiadEUAAAa8CGzduNAoqfvLJJ2G7lChRwoYUVVExV65cXi/LeQgggECmCmhDHm2q9PPPP9tD711eWtGiRW01WCesWK5cOS/dOAcBBBBAAAEEEEAAAQQQQAABBBBIOgECij5fcgKKPgHpjgACCCCAAAIIIIAAAgjEoYAWL2jhvyq8LFiwIOoMunfvboOJWtSvIAANAQTCC6iC1BtvvBF2gZDCMQom9u7dGz4EEIgRgaZNm5rAcP7rr79ubr755hgZXXINQyEvJ5Q4b968qJMvWbKk2bt3b8Tz8uTJY59dFExUxWda5gqowuWQIUPM559/HnLhvn37mldeeSUpFvBrke/69euDDK644gozefLkzAXnakkvoKq/3377ra2sGC1A2K1bN7eqYnqDNBcuXDBTp051A4teF763adPGdOjQwQYW69Wrl+7XS+/TgZXHP/30U7uQnoYAAghkp4De/9577z0zY8aMsLdt1qyZDSrqMzIaAgggkNMCeq9yAovRqm4HjrVTp05udcU6derk9DS4PwIIIIAAAggggAACCCCAAAIIIBAzAgQUfb4UBBR9AtIdAQQQQAABBBBAAAEEEIgTgePHj9tqLgolKgCgKhmRWsOGDe2CKy0UrVGjRpzMkmEikDMCa9assVUTtWA8XLvvvvvMww8/bIoVK5YzA+SuCCAQIqDfiXfddZf7vyuAv2rVKpMvXz60skng9OnT7nOJnk0CK2eFG4JCiTrn0KFDEUeoYIxTLbFq1arZNJvkus2vv/5qBg0aZBfDpm5//vOfzaOPPppUIApR6f0jsGljAlWkoyGQ2QIKB+uZU2HFlJSUiJdXVcNrr73WHhl9P9T3sVNdccOGDZ6m07x5cxtUVGCxcePGnvrovWPMmDHuuYMHD7bPzzQEEEAgJwRGjx5tg4rbtm0Le/vf//73tpoiwZ6ceHW4JwIIhBNYtmyZW1lR1RW9NgWvVRVbG6+oQjwNAQQQQAABBBBAAAEEEEAAAQQQSGYBAoo+X30Cij4B6Y4AAggggAACCCCAAAIIxLjAnDlz3MX/v/32W8TRlipVyg0lamECDQEEoguMHDnSVk08cOBAyMmtW7e2VRPbt28f/UKcgQAC2SrQv39/891337n3vO2228zLL7+crWNI1pvNnTvXrZa4ZcuWiAyFChUyhQsXTnNxuNM5f/78brXErl27Jitttsxbi10VTkxdVU0h3+HDhxst2E/Gpop1S5cuDZp69erVw4Y4k9GHOWeNgP7Wc6oqHjx4MM2bKHyvkKIqefupSjht2jQ3rLhu3TpPk1JA0amsqOBiWk3hRIUUnaag+d/+9jdP9+AkBBBAICsEVGldIcUPPvgg7OULFixoqynq0LMoDQEEEIgVAf2drb/bdGhDiyNHjngamjYp1H8TcAKLBQoU8NSPkxBAAAEEEEAAAQQQQAABBBBAAIFEESCg6POVJKDoE5DuCCCAAAIIIIAAAggggEAMCmzevNku/Fe1xPnz50cdoRbyq1ri1VdfbRQEoCGAQHQBLQhXMDFc5Rot4Bk4cKAZMGCAyZ07d/SLcQYCCGSrwL59+4yq7AW2f//730ahYlrWCKxYscJMnjzZTJo0ySxYsCDqTSpVqmQXUe7fvz/iuY0aNXKrJVasWDHqdTnBn8Bnn31mVNVM1S8DW82aNc2wYcNMmzZt/N0gznv37Nkz5Pu7SpUqZtasWXE+M4Yf6wI7d+50qyouXrw44nAVEnSqKqoybUabKqhOnTrVBhZVTdxL0+9ep7Ji6veLRYsWmR49eriX4WfHiyjnIIBAdgjMnDnTBhWnTJkS9nb169e31RSvu+667BgO90AAAQTSJaBNLPTc5gQWo20S5Fz8sssusxuuOWHFMmXKpOu+nIwAAggggAACCCCAAAIIIIAAAgjEowABRZ+vGgFFn4B0RwABBBBAAAEEEEAAAQRiRODkyZNm4sSJbrXEM2fORByZFlAplKhFoLVq1YqRWTAMBGJfQKGM119/3YwYMSLsYPUzpaqJDRo0iP3JMEIEklRg1KhR5plnnnFnX7t2bRuwoGWuwK+//uqGEmfMmBH14uXLlzcXX3yxUb9I7dJLL3WrJfqpBBZ1QJwQJPDSSy/Z33+pm8JGqpxIQPS/MgonaBODwCYbVQ6lIZAdAj/88INbVTHS/RROdIKKkSobehmzwjtOWHHVqlVeuti/QfX+oUML3/X3a+r3EV2raNGinq7HSQgggEBWC3zyySc2qJjWs6oqv6qaojbQoCGAAAKxKHDhwgUbVHQCi8uWLfM0zFy5cpnOnTu71RW1QQ0NAQQQQAABBBBAAAEEEEAAAQQQSEQBAoo+X1UCij4B6Y4AAggggAACCCCAAAII5LDAvHnz3FBitB2QtQjVCSV26NAhh0fO7RGIPwEt+FbVxHCVacqVK2erJt5+++3xNzFGjECSCXTv3t0sWbLEnfWQIUPMQw89lGQKWTPdHTt2uKFEVUzUAshIrXDhwqZs2bJmz549UaslNmvWzK2WqPdcWvYIHDt2zOhn5Isvvgi5oX7nKbhICxa48cYb7aLfwKYA7i+//AIVAtkmsHr1ajeouGnTpoj37dSpkxtWzJcvn68xzp492w0rqnqul1atWjWjv09VZTfwb9qxY8eadu3aebkE5yCAAALZIqBK7Aopvv/+++bcuXMh97zooovMgw8+aCsqErDOlpeEmyCAgA8Bfb7pBBa9bCrk3KpFixZuWNHvRhc+hk9XBBBAAAEEEEAAAQQQQAABBBBAINMFCCj6JCWg6BOQ7ggggAACCCCAAAIIIIBADghs3brVDSV6qcaiHY5V1U1HkSJFcmDE3BKB+BbYuXOnrZj4j3/8I+xEbr31Vls1sUKFCvE9UUaPQBIILFy40Fx99dVBM12wYIEh8JbxF//gwYM2VKJAor6eOHEi6sWqV69uq2Vt3rw54rla2N2zZ08bTFSFLVr2Cqxdu9YMHjzYzJo1K+TGgwYNsr/7aOEF9GyginKBrUyZMmbRokWQIZCtAidPnjTffPONDSumpKREvHfVqlXdoKIqHPptqiaqCsX6WVi+fHm6L/fYY4+Zxx9/PN396IAAAghktYA2HVBQccKECWFvVaNGDRtSvOWWW7J6KFwfAQQQyBSBjRs32rCiDj0zHj9+3NN19cyov9Wdw+9mF55uykkIIIAAAggggAACCCCAAAIIIIBAFgkQUPQJS0DRJyDdEUAAAQQQQAABBBBAAIFsEjh9+rRR9bb//Oc/9jh16lTEO19xxRU2kKiKiXXq1MmmUXIbBBJP4J///KcNJ4YL0ejnTFUTFZ6hIYBAfAg89dRTZvTo0e5gu3XrZj766KP4GHwMjVLPIYGhxP3790cdnRYu5smTx6xZs8acPXs24vmtWrVyqyWWKlUq6rU5IfMFFCpSCDF1he5LL73UDB8+3Nxwww2Zf9MEu+Jdd91lJk6cGDSryy67zCxdujTBZsp04kVAgUEFFRVYVLg8rZYrVy7Tu3dvG1bU78nMaPPmzXPDil5/BvQ7Q9UdnQXvCrfTEEAAgVgS+PLLL827775rVq1aFXZYXbt2tUFFPdvSEEAAgXgR0N/3TlhRX7dt2+Zp6NqQJTCsqL99aAgggAACCCCAAAIIIIAAAggggEA8CRBQ9PlqEVD0CUh3BBBAAAEEEEAAAQQQQCCLBbQru3ZkVyhx06ZNEe9WvHhxG0hUMPGqq67K4pFxeQQSW0ALDN944w27iDtce/DBB23lqEKFCiU2BLNDIMEE6tataw4cOODOauTIkeaaa65JsFlm3XSmTJniVkr0skhRoURVb1b15x07dkQcmBYz6jlGoe82bdpk3SS4clSBMWPG2HDi+fPng86tXbu2DSe2bNky6jU44b8C99xzj/n++++DOIoVK2ZWrlwJEQI5JqDq4E5VxcWLF0ccR6NGjdyqimXLls2UMetvXKeyYrT7B96wdevW7qL3Jk2aZMpYuAgCCCDgV+Do0aO2mqKOtCqJ33vvveaBBx4wpUuX9ns7+iOAAALZKqDNhRRSnD59uv3q9e8YVVLs2LEjG01k66vFzRBAAAEEEEAAAQQQQAABBBBAwK8AAUWfggQUfQLSHQEEEEAAAQQQQAABBBDIAgEt+HdCibNnz456B4URnWqJCinSEEDAn4AWFiqceOjQoZALtWvXzlZNbNu2rb+b0BsBBLJdQGEMVTBxWokSJczy5cuzfRzxdsNZs2a51RLXr18fdfg1a9Y0CrHs27fPk6+qczkbLBD6jsqb5ScMGzbMvPnmmyH36dy5s9G/XX755Vk+hkS7gQIJX3/9ddC0ChcubKuJ0hDIaYEffvjBraoYaSwKmztVFRUUzKy2cOFCM3XqVDNjxgwzd+5cz5dVJfPACj25c+f23JcTEUAAgawQ0N8VqqaY+ne+c6+KFSvav0VUYZmGAAIIxKvAggUL3MCil/9u4cxTlWSdZ7emTZvG6/QZNwIIIIAAAggggAACCCCAAAIIJLgAAUWfLzABRZ+AdEcAAQQQQAABBBBAAAEEMklAuxFrcagqJepIa9d153Z16tRxQ4lanElDAAH/AlpYM2LECLvQJnVTD7kqFwAAIABJREFUaEYVE1U5kYYAAvEpcPvtt9vqf05TZbO//vWv8TmZLB71okWL3FDismXLot6tWrVqpnr16vb5RZWxjh8/HrFPvXr13OcYVeWj5bzAkSNHbNXEf//73yGDufPOO23lRFrGBfQM8cUXXwRdoGDBgsZL6Dfjd6UnAt4FVq9e7QYVN23aFLGjFpdfe+219tD3cWa1devWmT59+pjdu3en65IVKlQwV155pbvoXVVKaQgggEBOCYwbN84GFdOqEKv3UG1e0L59+5waIvdFAAEEMkVAf8voM1QdKSkp5tSpU56uW7du3aBntzx58njqx0kIIIAAAggggAACCCCAAAIIIIBAVgsQUPQpTEDRJyDdEUAAAQQQQAABBBBAAAGfAtp12Akl/vrrrxGvVrRoUXcxv6rY0BBAIHMEFKhRMDFcxSjdoVevXjacSBg4c7y5CgI5IbB161bTokWLoFtrY4CGDRvmxHBi8p4Kp0yaNMmGOOfNmxd1jKqk16hRI6OqVStXrowatFKVZ6dSoqo/02JHYNWqVTacGO51f/LJJ82AAQNiZ7BxPJLHH3/cfPrpp0EzyJ8/v9m4cWMcz4qhJ5rAyZMnjSoOf/vtt3aheaSmYKBTVTGznpNTVxxt1qyZDSxu2bLFE7WqkwZWVqxUqZKnfpyEAAIIZKbAmTNnzHvvvWePgwcPhr20NoBQRUXepzJTnmshgEBOCezZs8cNKyqwuHPnTk9DKV++fFBYsUSJEp76cRICCCCAAAIIIIAAAggggAACCCCQFQIEFH2qElD0CUh3BBBAAAEEEEAAAQQQQCADAtu3b3dDiTNnzox6hY4dO9oF/TpKliwZ9XxOQAAB7wITJkwwb7zxhlm6dGlIp4oVK9pgYt++fb1fkDMRQCAmBfRzHlgBrkmTJmb8+PExOdbsHJSqZCmQqGBiuOqxqcei55B27dqZSy+91GzevNlMnz496nD1HNOjRw/7HMNiw6hc2X6CXvvBgwebbdu2Bd27SJEiZtiwYea6667L9jEl8g1l/dFHHwVNMW/evJ7DV4lsw9xiT2DOnDluVcW0AjbOqHv27GmuueYau7GHn6YwT2B141tuucW89tpr9veNc6RVlSzcfQPDivXr1/czNPoigAAC6RZQZVhVU/znP/8Ztm+pUqVsSPG+++5L97XpgAACCMSqgCop6rnNqa64Zs0aT0NVZW5Vl3UqY1etWtVTP05CAAEEEEAAAQQQQAABBBBAAAEEMkuAgKJPSQKKPgHpjgACCCCAAAIIIIAAAgh4FDh//rxRpSanWuKxY8ci9qxVq5a7mJ+FlB6ROQ2BdAgoKKyqiWPGjAnb64477rDhxHLlyqXjqpyKAAKxKqBFbmvXrnWH9/zzz5s//vGPsTrcLB3Xrl273FCiwonnzp2LeD+FEbt06WLKlCljVBVBfaIFVfQc41RL5DkmS19OXxf/8MMPzZAhQ0KuUbduXRvobd68ua/r0zm8wDPPPGNGjRoV9I+qRJo6JIofArEioAo4TlXFaOHA2rVr26CijmrVqqV7ClrMfuONN7r99Dvkxx9/DLrOihUrggKLqlTmpanqrwKLWvSusD0NAQQQyC4BvY8pqDh37tywt2zZsqUNKnbr1i27hsR9EEAAgWwTmDdvng0r6jlP/7fX1rZtWzes2LhxY6/dOA8BBBBAAAEEEEAAAQQQQAABBBDIsAABxQzT/bcjAUWfgHRHAAEEEEAAAQQQQAABBKIILFq0yA0lrl+/PuLZhQsXdkOJXbt2xRYBBLJI4LPPPrNVE7ds2RJyh4YNG9pgooI1NAQQSAyBGTNmmN///vdBk1m5cqUpVqxYYkzQwywOHz4cFEo8evRoxF6q6Na5c2ejoNrx48fNtGnTjMwiNQUZnUqJ3bt39zAqTslJAYV033nnnZAh6BlU4cSyZcvm5PAS/t7PPfecDSqkblu3bjV58uRJ+PkzwfgV0KY73377rQ0sRmoXXXSRG1RMz++EAwcO2N89gS3Sz8WOHTuCwooK4XtpVapUsWFF59DvMBoCCCCQ1QIjR440qhSb1nvVTTfdZB544AFTs2bNrB4K10cAAQRyREDVFJ3KivqcwetGE/Xq1XM3mtDzmzZ4oSGAAAIIIIAAAggggAACCCCAAAKZLUBA0acoAUWfgHRHAAEEEEAAAQQQQAABBMIIqMKEUylROwNHa6rqpDCUjlKlSkU7nX9HAIEMCqjaioKJ48aNC3sFBRN1FChQIIN3oBsCCMSiwJ/+9Cfz+eefu0O77rrrwgaDYnHsfsakhX6TJk1yg4l79+6NermOHTuaNm3a2PPmzJljpkyZErWPqho4wURCbVG5cvwEhX8GDx5sA0ap2x/+8Afzwgsv5PgYk2UACoLquSR127hxo8mfP3+yMDDPOBVYvXq1G1TctGlTxFmoCmKvXr1sYLFSpUpRZ9yqVSuzefNm9zz9ba3qh9HaqVOngsKKq1atitbF/nuJEiWCwopUUPfExkkIIJBBAW2UpE0K/vGPf4S9gjYvU0hRFRXz5cuXwbvQDQEEEIh9Af03FCesqK979uzxNOgKFSoEhRWTafMpT0CchAACCCCAAAIIIIAAAggggAACGRYgoJhhuv92JKDoE5DuCCCAAAIIIIAAAggggECAgKpJOMHEI0eORLTRbuhOKFEV22gIIJC1AloAOGLECBPuZ7NDhw42mKjF0DQEEEgsgZMnT5ratWsbhRacNmbMGFsdMFHbTz/95IYSVXUqWmvdurXp0qWLKVSokFmyZIl9ltm3b1/Ebqo85YQSmzZtGu0W/HuMCCxfvtwMGjTILFiwIGRETz/9tF0MT8tegVdeecW8+uqrITddt26doaJb9r4W3C1jAvo9q8CzNgCJFmpX8FYhRR2dOnVK84b9+vUz48ePd//95ZdfNrfddlu6B7hw4UI3sDhz5kxP/VVBOLCyop4haAgggEBWCKhymD6nUCgnXNNnhXo203smDQEEEEh0gePHj9vnNiewuH79ek9TVqjbeXa78sorTeXKlT314yQEEEAAAQQQQAABBBBAAAEEEEAgnAABRZ/fFwQUfQLSHQEEEEAAAQQQQAABBJJewFnIr8X8a9eujeihhf9OKLF79+5JbwcAAtkhoMXIqk4UrpqpdthWMLF///7ZMRTugQACOSDw2Wefmccee8y9s3banzdvXg6MJGtvqWqHkydPthUToz2PaCRNmjSxIc1q1aoZLfzTc4zCa5HaxRdfbJ9jnGBinjx5snZSXD1TBbSRhsKJu3btCrqufheqkh+L3zOVO10X03OKXoPUTdXfihYtmq5rcTICOSmwaNEi891339mw4rZt2yIOpXHjxm5YMXXFQm0q8uKLL7r977zzzrA/I+mZq6o86u8BHTNmzDCqJuulNWvWzF303rJlSy9dOAcBBBBIl8BHH31k3nvvPaPKiuFa7969bTXFBg0apOu6nIwAAgjEs8Ds2bPdwGK4DXbSmptCigos6iubQsbzdwBjRwABBBBAAAEEEEAAAQQQQCBnBAgo+nQnoOgTkO4IIIAAAggggAACCCCQlAK7d+92KyVqx/NoTf9B3AkmlilTJtrp/DsCCGSCwLFjx2zFxLfffjvs1a677jobTqxVq1Ym3I1LIIBArAr06dPHBFZN0s+9QlqJ0FQZaurUqTaYqA0TorW6devaUKKqxe7cudM+yyjQGK21aNHCDSVWrFgx2un8ewwKfPDBB0YVElO3+vXrm2HDhhmqYOb8i/bOO++Y559/PmQgy5YtMyVLlsz5ATICBNIhcPToUTeomJKSErGnNvHp1auXDSu2b9/enqtKjIEVE/Ue9f3336djBJFPPXz4sBtUVGBxw4YNnq5ds2bNoOqKCu7TEEAAgcwQ0AYSqqb4t7/9Lezl9H6jkKIqKup9k4YAAggkk8DKlSvdyor6bzHnz5/3NH0FuwOrK3rqxEkIIIAAAggggAACCCCAAAIIIJDUAgQUfb78BBR9AtIdAQQQQAABBBBAAAEEkkrgxx9/dIOJhw4dijj36tWru6FEVYegIYBA9gmMHz/ehhPDVQOrWrWqDSbeeOON2Tcg7oQAAjkisGbNGtOhQ4ege2sxmwIG8dpU/fGnn36yh5dQot7zunTpYoOJZ8+edZ9j9uzZE5FAlSadSolUjIrX75b/jvvZZ581I0eODJmEqnmral/p0qXje4IJNHq9Tnq9UjdVpWOTkwR6oZNsKr/88osbVlQ4PlJTIF5BRQXp9XvLafny5TObN2/OMjlV6FFVRYUV58+f7+k++pl0Frzr62WXXeapHychgAACkQRUFV3VFPX5Y7hWu3ZtG1Tk8wy+jxBAIFkFVKX7559/do/9+/d7oqhUqVJQWLFIkSKe+nESAggggAACCCCAAAIIIIAAAggklwABRZ+vNwFFn4B0RwABBBBAAAEEEEAAgYQXUNUSVRjSsXr16ojzLViwoBtK1KJ+GgIIZK/Ab7/9Zt544w3zySefhL3xH/7wBxtOLFWqVPYOjLshgECOCKgy3Jtvvuneu127dmbs2LE5MhY/N1Vwwgklhgtep752+fLlbbBDh4KGznPM0qVLIw4jT548bihRlZ+pDOXnVcv5vnv37jWDBw8OW3WsX79+5rnnnsv5QTKCEIG///3v5sknnwz53xWauvzyyxFDIG4FtMHPuHHjbFhRQcBIrVixYubUqVPm+PHj7mmqqqhKwFndtLmBE1bUOAPHkNa9L7nkEnPllVe6i961WRENAQQQ8CPw+eef26DiunXrwl5GG02ommLz5s393Ia+CCCAQFwLHDlyxD5XOoHFjRs3eppP0aJFgzaa0OcmNAQQQAABBBBAAAEEEEAAAQQQQEACBBR9fh8QUPQJSHcEEEAAAQQQQAABBBBISAEt6HYW8ysQEK21bdvWDSaWK1cu2un8OwIIZIGAQokKJyqkmLo1bdrUBhNVRYyGAALJI6AFu4HvCa+99pq55ZZb4gJAi+ycUGK0DRI0oRIlSrihRFWeUpBDzzITJ06MOl85KZCoo3LlylHP54TYF1i8eLENJ+pr6qYKff3794/9SSTxCD/++GPzxBNPhAgorMzPaBJ/YyTQ1OfOneuGFaNV9HWmPXToUHP33Xdnq4I+F9DvY+cI93dGuAG1bt3aLnpXaFF/h9AQQACBjAgcPHjQvPvuuzaoqEro4ZqqKeqgimtGhOmDAAKJJuBsMqHAYri/hdOab/v27d3AYr169RKNhfkggAACCCCAAAIIIIAAAggggEA6BAgopgMr3KkEFH0C0h0BBBBAAAEEEEAAAQQSSmDy5MluMPHAgQMR51a1alV3MT+LDhPq24DJxJmAqpwqmDh+/PiQkV900UVm4MCBNpyYN2/eOJsZw0UAAT8CkyZNMnfccYd7ifz589tKyLFcFTAlJcUNJaZVLSXQpGTJkqZDhw6mY8eOplOnTmbJkiXuc8yuXbsi8qkSmxNKVJCCljgC+n04aNAgo2BN6u8XVRXt2bNn4kw2gWfy2WefmcceeyxkhgpKUZ0tgV/4JJva/v37bVBRx8yZMyPOXlUKtcnANddcY1q0aJHtUufPnw8KK0arSuwMUD+vbdq0Mfpdq69Ucs/2l44bIhD3AosWLbIhRb1XhmvavEAhxcC/feJ+0kwAAQQQ8Cmgz4sVVNTfT9OmTfN8tUaNGrlhRW1KSUMAAQQQQAABBBBAAAEEEEAAgeQSIKDo8/UmoOgTkO4IIIAAAggggAACCCAQ9wIrVqxwF/OvXLky4nwKFCjgLubXon6Fn2gIIJBzAm+99ZYNJx47dixkEArrKJzYrFmznBsgd0YAgRwT0CLdb775xr1/3759zauvvppj4wl343PnzrmBRFVL3LhxY9TxlSlTxgYSdSicuHPnTvc5JlqFAD23OKFEfdVzDS2xBEaOHGlUITF1a9iwoRk+fLjRYkta/AiMHTvWPPzwwyED1vtF7dq142cijBQBDwKzZs1yqyoquBipqcqNgoq9evUyhQoV8nD1zD9Fi94Dqyvqd3q0pk0SnKCivvJ3SjQx/h0BBAIF/v3vf9ug4vLly8PC6O8D/Q2k6q00BBBAAIH/E9iyZYsNKzrHoUOHPPFUqVLFDSuqOvall17qqR8nIYAAAggggAACCCCAAAIIIIBA/AoQUPT52hFQ9AlIdwQQQAABBBBAAAEEEIhLAS14/M9//mOPKVOmRJ2DFg86C/pVcYiGAAI5K6AFJQomaiFz6qaKYqqY2K9fv5wdJHdHAIEcE9Dv+SuuuCLo/l9++aWJhd3vT58+HRRK1EK5aK1ChQpupUQtPD5z5oz54Ycf3GeZaP1V6dl5jlEFaFpiCjzzzDNm1KhRIZO7+uqrjSonXnbZZYk58QSf1ddff20eeOCBkFmqSmy9evUSfPZMLxkFVP31u+++M/q9raphkVq5cuVsUFFH48aNc4xr27ZtQWHFPXv2eBpLtWrVgqorli5d2lM/TkIAgeQVOHHihA0pvvvuu2E3apLM3XffbZ8d+Pwyeb9PmDkCCKQtoHBiYFjRy2cyulqJEiVsAFxBRR3ly5eHGQEEEEAAAQQQQAABBBBAAAEEElCAgKLPF5WAok9AuiOAAAIIIIAAAggggEBcCUydOtVdzL9v376IY69cubK7mL958+ZxNU8Gi0CiCmgRiYKJWpAXrvXp08eGE6tXr56oBMwLAQQ8CHzwwQfm6aefds+sVauWSUlJ8dAza07RQmJVPHMOBRmiNe3UH1gpMU+ePGbatGk2mKhDlRMjNYU2nFBiLAQzo82Xf8+4wO7du82gQYPsM27qdu+995q//OUvGb84PWNCYNy4cUavZeqm15yqmDHxEjGILBLQ7+/Dhw97urqqpzthxfz583vqkxUn6Xe+KivOmDHDbqayYsUKT7fJly9fUHVFPoPwxMZJCCStwMqVK+3nIgpzh2tly5a11RTvueeepDVi4ggggEA0gQsXLtiwop7d9FUVsr00fT4TGFasW7eul26cgwACCCCAAAIIIIAAAggggAACcSBAQNHni0RA0Scg3RFAAAEEEEAAAQQQQCDmBVavXm0mTJhgF20vX7484ngvvvhidzG/FvXnzZs35ufHABFIFoFvv/3WhhNXrVoVMuUaNWrYYOINN9yQLBzMEwEEIgj06NEjqOrS4MGDzcMPP5ytZkeOHAkKJe7atSvq/WvWrOlWSuzQoYM9X+95TrXEaIvlcuXKFfQcU7Bgwaj35IT4Fli4cKHR9/fSpUtDJvLXv/6VRenx/fIGjV7vA6qIlLopvNisWbMEmilTQeD/BG6++WYbzneaKg5u2LAhIlGlSpVsULFXr16mfv36Oc6pzyAUVJw9e7b96jVwqYrHbdq0cUOLZcqUyfG5MAAEEIg9AX3eqWqKCxYsCDs4vY8oqNi5c+fYGzwjQgABBGJMYPHixW5gUZtNeG1NmzZ1A4utW7f22o3zEEAAAQQQQAABBBBAAAEEEEAgBgUIKPp8UQgo+gSkOwIIIIAAAggggAACCMSkgKqsKZCohTqTJk2KOsaWLVu6C/orVqwY9XxOQACB7BPYtGmTDSb+85//DHtTVQRQOLFEiRLZNyjuhAACMSugBWXaZCCwzZ8/31x++eVZPuaDBw8GhRL37t0b9Z7aad+plOhUOlSVZz3HKJA0ZcqUqNdo3Lix+xxDBdmoXAlzgoJpqpy4f//+oDmVKlXKDB8+POTnIGEmnsQTmTx5srn99ttDBL7++mvTqlWrJJZh6okq8Pzzz5t33nnHnd6DDz5oF39/9913Ru+B2gwgUuvevbtbVfGiiy7KcSZ9TqGQonOoApqXpo2TtNhdQSMdVFf0osY5CCSPwPnz5201RQUVUz8XOgq33nqrDSoq6E1DAAEEEIgusHHjRhtWdCosRnvudK6oz2QCqytecskl0W/GGQgggAACCCCAAAIIIIAAAgggEDMCBBR9vhQEFH0C0h0BBBBAAAEEEEAAAQRiSkDVFZxg4p49eyKOTUFEBRh0KKBIQwCB2BP46KOPbDhx586dIYPTwlwFEzt16hR7A2dECCCQYwLPPPOMGTVqlHv/Ll26mI8//jjLxqMQ4k8//eQeCilGaw0bNrShRFVJDHwG+fHHH20oUceBAwciXqZs2bJGwQs9x2jxGy25BLQIXRUSU7cmTZrYcGIsVA1Lrlck+2abkpJibrnllpAbjh071rRr1y77BsKdEMgGAVVQv++++9w7tW/f3t20ZPv27TakqLCiqslGagrkqKqijtq1a2fDyL3dQpWRA6srel34XqVKlaDqinomoCGAAAK//vqrDSl++umnYTGKFy9uQ4oPPPCAyZ07N2AIIIAAAh4FFP52wor6um3bNk89L7vssqCwIs9sntg4CQEEEEAAAQQQQAABBBBAAIEcFSCg6JOfgKJPQLojgAACCCCAAAIIIIBAjgusXbvWhhJ1LFmyJOJ48uTJY3r06OEGEy+++OIcHz8DQACBUIFFixbZYOLEiRND/lEVRAYOHGjDibFQCYXXDwEEYkvgiiuuCKocoiBX7969M3WQu3btCgolegkUNG3a1K2UqBCZ01Tx0QklrlmzJuI49Z6nQKKCiToKFiyYqfPiYvEh8NRTT5nRo0eHDFbBm2HDhhktPqcltsCMGTPM73//+5BJfv755zb4TEMgUQQ2bNgQFLzV+9uKFStCpjd16lQ3rHj8+PGI0+/Vq5dxjlhy0gYHgdUVV61a5Wl4+owjsLpiixYtPPXjJAQQSFwBVWDX30AzZ84MO0n9XaKg4tVXX524CMwMAQQQyCKBs2fPmunTp7uBRa8VsfPly2d+97vfuYHFWNo0I4uouCwCCCCAAAIIIIAAAggggAACcSlAQNHny0ZA0Scg3RFAAAEEEEAAAQQQQCBHBBQEcEKJWtQfrTVr1swNJlauXDna6fw7AgjkkMCFCxfMiBEjzJtvvmlOnjwZMoquXbvaYGJguCeHhsptEUAgBgVSV1pKK8iQkaFrh/zASoknTpyIeplWrVq5lRIbNGjgnq+qT3p+0bOMgkbRmsIGTihRVZNoySmgasKDBg0KG95XJZynn346OWGSdNZz584NG74eM2aM6dy5c5KqMO1EFKhZs6YJ3AhA3/sVK1YMO9XffvvNVlRUZUVtABCpaVG4U1VRFRZjrS1dutTMnj3bDS0ePXrU0xD1eUebNm3c0GK5cuU89eMkBBBIPAFtaKGKivrbI1zr06ePDSrWrVs38SbPjBBAAIFsEliwYIEbVpwzZ47nuzZv3twNK7Zs2dJzP05EAAEEEEAAAQQQQAABBBBAAIGsFSCg6NOXgKJPQLojgAACCCCAAAIIIIBAtgpod1onmKhF2pFa+fLlbZUhVUxURQEaAgjEtoAqn6hq4rx580IGWqpUKVs18e67747tSTA6BBDIUYE777zT/Pjjj+4Y+vXrZ5577rkMj2nLli1BocTTp09HvVa7du3cSol16tRxz9cu+04oUV+jVXhSwMAJJbJYLSp7wp+gRY8KJy5fvjxkrkOHDuX3Y8J/B4SfoL4vevbsGfKPH374oX3/oCGQCALXX3+9Deo5TYEb/Y0frU2aNMkGFXWE2/jE6a/qxE5QMVZ/bg4cOBBUXXH16tXRpm//XXMLrK7I84QnNk5CIKEEFE5USDFc9W1NVBXZtdGFgooFChRIqLkzGQQQQCC7BdavX++GFX/++WfjZWMrjVEbcgRWV8yfP392D537IYAAAggggAACCCCAAAIIIIDA/woQUPT5rUBA0Scg3RFAAAEEEEAAAQQQQCDLBTZs2GBDiRMmTDCLFi2KeL/cuXPbUKITTGRxTZa/PNwAAd8C+/fvt1UTR40aFfZaN954o62aWLVqVd/34gIIIJC4AqpwqIrJgU3PDo0bN07XpPXcMW3aNDeYeO7cuaj9O3bs6FZKrFGjRtD5qvSkQKKOTZs2RbzWJZdcYkNFeo7R1zx58kS9NyckvoAqgyqcePDgwaDJqirWsGHDjKoL05JXYMmSJWHDiHquChdeTF4pZh6vAs8880zQ3wmPPvqo+fOf/+x5Ops3b3arKi5btixiv/r165tevXrZwGKlSpU83yO7T9TPfWB1xWPHjnkaguYUWF1RmzrREEAgOQRmzpxp3nvvPTNlypSwE65Xr54NKl533XXJAcIsEUAAgSwW2L17tw0rasNNfY222aYznNKlSweFFfX/0xBAAAEEEEAAAQQQQAABBBBAIPsECCj6tCag6BOQ7ggggAACCCCAAAIIIJAlAqoq5FRKHD9+fNR7NGnSxA0mVqtWLer5nIAAArEh8NVXX9mqievWrQsZUK1atWwwkQVysfFaMQoEYl3grbfeMqok57RGjRrZZwkvbdasWUaLdmfMmBG2imvqa+TNm9cNJCqcqGqHgW3jxo1uKDFcVdjU11PVRSeUqNAZDQFHQBVvwlUBbdGihQ0n1q1bFywEzMqVK02nTp1CJBRE6N27N0IIxLXA2LFjzcMPP+zOoUuXLubjjz/O0JwmTpzohhXPnDmT5jVUtcapqhjuZytDN8+iTtrsRc8xzrFmzRpPd9LmToHVFVu1auWpHychgEB8C3z66ac2qKhNWcI1hbQVVNTfUjQEEEAAgcwROHXqVFBlxbVr13q6sJ5JAysrqtIiDQEEEEAAAQQQQAABBBBAAAEEslaAgKJPXwKKPgHpjgACCCCAAAIIIIAAApkqoEV1TjBRlZAitbJly7qhRC3spyGAQPwIaDGcqiZ++eWXYQfdv39/G04sVqxY/EyKkSKAQI4KdOjQwQQuyleoq1+/fmHHtHfvXhtGdEKJ0Sob6iKqyhxYKfHyyy8PuraqFzmVEvUsE63yokLYqpKogwXAOfqtE7M3HzJkiPnwww9Dxqfg/vDhw03hwoVjduwMLPsFtMi1ffv2ITdWeLtPnz7ZPyDuiEAmCaxatcqtS3ZkAAAgAElEQVRcddVV7tXKlCljFi1a5Ovqv/76qxk3bpwNKyrgG6mpqmKPHj3M1VdfbVJXSfY1iCzqvHjx4qDqitr8yUurWLFiUHXF1M85Xq7BOQggEB8CCjZrEwwFFc+fPx8yaFVxV0jx/vvvN0WLFo2PSTFKBBBAII4E5s6d61ZWnD9/vueRt2zZ0g0sNm/e3HM/TkQAAQQQQAABBBBAAAEEEEAAAe8CBBS9W4U9k4CiT0C6I4AAAggggAACCCCAgG8BVRlyQom//PJL1OupwpBzXHrppVHP5wQEEIgtgdGjR9twogJCqZsWWgwcONAoaERDAAEEvApog4Mbbrgh6PQVK1aY4sWLu/+bAggKJTrBRC8L9hUAUyhR70n6Wrp06ZAh/fzzz24wcceOHRGHrNC1E0rs2rWr1+lxXpIJbN++3QwePNj8+OOPITN/6KGHjIKLNATCCSh01bZt25B/0nPXTTfdBBoCcSugSsWqPOM0BRQVVMyMNmHCBDesGC6oE3gPhRR1KLB48cUXZ8bts/Qa+/btC6qu6LVaT65cuYKqK6rSIg0BBBJPYMGCBTakOH78+LCTUyhbQcWbb7458SbPjBBAAIEYEVi9enVQdcVIVb4Dh1y7dm03rKjPrBQupyGAAAIIIIAAAggggAACCCCAgH8BAoo+DQko+gSkOwIIIIAAAggggAACCGRIQIsLtRBQwUR9jVZlqGHDhjaUqIWA8VC1IEModEIgwQUUQNYC+SlTpoTMVAt8FUxU1UQtiKUhgAAC6RF4/PHHzaeffup2ufbaa42qhgVWSVyyZImnS6pCsyozqxKZQomBIUfnAgo/Tpw40QYTly1bFvW6nTp1ssFEPcuUKFEi6vmckLwCqp4waNCgkIpeuXPnNsOGDTN33HFH8uIwc08CW7duNS1atAg595VXXjG33nqrp2twEgKxJtCzZ0+jII3TxowZYzp37pypw1y3bp0bVAysyBzuJpUqVXKrKjZt2jRTx5GVF1Owc/bs2W5o8cSJE55uV6FCBVtdUZvJ6P2lWrVqnvpxEgIIxIfAV199ZYOK+hsnXNPGKgoq6j2AhgACCCCQdQLa9EqbYDlHuM39wt1dn2P97ne/M1deeaX9etlll2XdILkyAggggAACCCCAAAIIIIAAAgkuQEDR5wtMQNEnIN0RQAABBBBAAAEEEEAgXQJz5851g4laPBuplSpVyq2UqJAADQEE4lNAOz+/8cYb5s033zThdoFWaEfBxEaNGsXnBBk1AgjkqMDp06eNdo4PXGSvCmKqJBatoqEz8CuuuMIu5NKhcGK+fPlC5rRz5043lJiSkhJ1zvXr17fPMXqPq1OnTtTzOQGBr7/+2oYTDx8+HIShYMjw4cPNVVddBRICngRUhTNcaErfR3feeaena3ASArEkoPfGf/zjH+6QnnjiCbu5SVa1cePGme+//95+dnH27NmIt9GzgzZSUmXFeFoMrgXvqkDtHApoem16xmnevLk9FFgsV66c166chwACMSqg6vIKKb777rsmrUrz/fv3t0FFfV5LQwABBBDIWoFjx465QcXp06ebDRs2eLrhJZdcYkOKTmCxevXqnvpxEgIIIIAAAggggAACCCCAAAII/FeAgKLP7wQCij4B6Y4AAggggAACCCCAAAJRBbZs2eJWSpw3b17U87Uztxb06yhSpEjU8zkBAQRiV2DSpEm2auLChQtDBlmmTBm7sJiF8rH7+jEyBOJB4MUXX7TvM+lpqtQaGEhMKyCtULVTKVFfjx49GvE2el9TIFEHmyuk5xXh3Lffftu88MILIRCtW7e2lRNr1aoFEgLpElCounHjxiF9nn/+efPHP/4xXdfiZARyWkBVklUt2WkKA37wwQdZPixtdqCQ4vjx483ixYsj3q9o0aI2pKhDFZjjrenvtcDqiidPnvQ8BYUUncCifm8VLlzYc19ORACB2BJYuXKlDSmqqmK4VrFiRRtS5HOc2HrdGA0CCCS+gDaVcCorqiq216ZnMyesGE+Vv73Oj/MQQAABBBBAAAEEEEAAAQQQyGwBAoo+RQko+gSkOwIIIIAAAggggAACCIQV0IL+//znP/bQYr5wVdMCOzpVhhRKVBUkGgIIxLfA7t27bdXEv//972EncvPNN9uqiZUrV47viTJ6BBDIdgGFBGfMmGFmzpxpv65evdrTGEqWLOlWSFQ4UVXp0mpaoP/DDz/YcOLmzZsjXj9PnjymW7du9lAwsVChQp7Gw0kIOAKpK4M5//vvf/97G04sWLAgWAhkSGDPnj2mQYMGIX2fffZZoypINATiRWDJkiX2d6zTFJCZO3dutg5f1ZP12YYCi/v3749474YNG7pVFatVq5at48yMm+m9I7C64vr16z1ftkCBAraqohNY1DOXNoagIYBAfAno/U4VFRcsWBB24NqMRUFFhV5oCCCAAALZK7B8+XKjqopOYPH8+fOeBlC3bl03rKgNNXhG88TGSQgggAACCCCAAAIIIIAAAkkmQEDR5wtOQNEnIN0RQAABBBBAAAEEEEAgSGD+/PluMHHTpk0RdUqUKGEX7SmUGI8VBnjpEUAgvMAXX3xhq5lt3Lgx5IQ6derYYOK1114LHwIIIOBZQBWMFEZ0gonRggHOhVV1rl27dm4wMVLQa+3atW4oMVzV19SDbdWqlRtKJGzt+aXkxACB3377zQwePNhMnjw5xEUVhp944gm8EPAtsG/fPlOvXr2Q6zz11FPmwQcf9H19LoBAdgicO3fObixw4cIF93YrVqwwxYsXz47bB91j7969blVFLQqP1HLnzm0rKupzD33Nmzdvto83M26ogNK8efOMPu/RV72veG16jZzAop6dmjRp4rUr5yGAQA4L6D1X1RR1pPX311133WWDipE2f8nhaXB7BBBAIKEFtm7d6gYV9Wx68OBBT/MtX768DSs6R048V3saKCchgAACCCCAAAIIIIAAAgggkM0CBBR9ghNQ9AlIdwQQQAABBBBAAAEEEDBaXO1US1TFoWitU6dObjCxWLFi0U7n3xFAIE4E1qxZY6smfv3112FHfP/999twYpEiReJkRgwTAQRyUmDOnDluKDE9VZJat27tBhJVvSdS0wJ7VUlUtcRJkyZFnW6NGjXcUGLTpk2jns8JCKQloO9pVU5MXQE0X758ZujQoebWW28FD4FME9AiVW0Skbrpe1DPZjQE4kGga9euZtmyZe5Q//Wvf+V45S5taKCKiqo0Fm2DJm1moJCijsaNG8cDedgxnjp1yoYUAwOLJ06c8DwfLYZ3AovaRELPVjQEEIhtAW0Wo5Dip59+GnagZcqUMfq85957743tiTA6BBBAIMEFDh8+HBRW3Lx5s6cZX3rppW5QUdWvq1at6qkfJyGAAAIIIIAAAggggAACCCCQiAIEFH2+qgQUfQLSHQEEEEAAAQQQQACBJBU4f/68XYinYKIW42mRWqRWt25dWylRlQP0f9MQQCCxBEaOHGnefPPNsLvqKyykSlDakZmGAAIIpCWgsKBTIVFfw1VhjaaninN6v4nWnFCivh44cCDi6dpFvlu3bqZ79+5G4QgaAn4FvvrqK1sd8dixY0GXUnhl+PDhpn379n5vQX8EQgS0WFVVZVO3xx9/3Dz22GOIIRDzAn/605/M559/7o7z6aeftlW7YqGdOXPGfi6iQ5+T6POSSE3v805VxRIlSsTCFDI8BgWgFbp3AouqspieVr16dRtYVHVFLYhX0ImGAAKxKTBlyhTz3nvvmZkzZ4YdoD77UVCxS5cusTkBRoUAAggkmYAqKuqYPn26Wbp0qefZt23b1g0sNmrUyHM/TkQAAQQQQAABBBBAAAEEEEAgEQQIKPp8FQko+gSkOwIIIIAAAggggAACSSbgVAhQMFE7aEdqqo6oUKKOzp07J5kU00UgOQRU4UxVE1NSUkImnD9/fvPoo4+ahx9+ODkwmCUCCKRbYNWqVW6VRC10TR3YSuuC2s29SpUqRotknabKc6pGV6BAgbDdfvnlF1spUaHE9evXRx2rwogKJSqcqJAiDYHMEFCYf9iwYSGXUhUphROrVauWGbfhGgiEFTh69KipXbu2OXfuXNC/K9it0CwNgVgW+PDDD82QIUPcIV533XW2olesNT1jOFUVoy0E1/OFKioqrNihQ4dYm0qGxrNjxw6jvxGdKosrV65M13UaNGhgVAFbC+MVWFRFHxoCCMSWwOjRo21Qcdu2bWEH1rdvXxtUVACZhgACCCAQGwJLlixxqytqUzCvrV69em5Ykc2UvKpxHgIIIIAAAggggAACCCCAQDwLEFD0+eoRUPQJSHcEEEAAAQQQQAABBJJAQAvMFEjUIru0dskOZOjYsaMbTCxZsmQSCDFFBJJP4MSJEzaY+NZbb4WtEKJFto888ojRAlMaAggg4AicPXvWPktoMZSOxYsXe8bRYnWFuLRYXdU5VDXp66+/dvvfcsst5rXXXgu6nqowOqFEVfeJ1po2beqGEmvUqBHtdP4dAc8CqqY1aNAgM2bMmJA+N998sw0tKthPQyCrBfQMV6dOHXPq1KmgWw0YMMA8+eSTWX17ro9AhgVUme+aa65x+yv4omowsdymTp3qhhVVaTBSU3UahRV1aBOGRGna2Gr27NluYHHTpk2ep5YrVy5bXbFly5b2+U/PgTQEEIgNge3bt9uQ4gcffBB2QNq0TiHF++67z+TNmzc2Bs0oEEAAAQSsgD4rcyor6uuRI0c8yVSoUCEorFikSBFP/TgJAQQQQAABBBBAAAEEEEAAgXgSIKDo89UioOgTkO4IIIAAAggggAACCCSwgEKJOsaPH2+OHz8ecaaqxOFUS6xfv34CqzA1BBDQ+4LCidp5OXUrV66cURWe22+/HSgEEEDACmghuirpaHG6QolazOqlFSxY0A0kakF6rVq13G5a5K+ATWAbO3asPf/w4cNuKFHhRAXDIrXKlSu7ocRWrVp5GRrnIJAuga1bt9pwooIqqdvjjz9uHnvssXRdj5MR8CugcKIqYaiiYmBTiOB//ud//F6e/ghkiYDCtaqgHNjWrVsXFxX29uzZYz9X0RGtYk2ePHncqooKK1500UVZ4plTF12xYoXdrEKBU1VZ3L17t+ehXHLJJTaw6FRXbNiwoee+nIgAAlkjoJ9nBRUDK9sH3qlJkyY2qNizZ8+sGQBXRQABBBDwJXDgwAEzbdo0t7piWtVxU9+kcOHCbljxd7/7nalUqZKvcdAZAQQQQAABBBBAAAEEEEAAgVgRIKDo85UgoOgTkO4IIIAAAggggAACCCSYgCoZOcFELfaL1LRDqhNK7Nq1a4JJMB0EEEgtoFCRgokff/xxWJy+ffvacKJ2U6YhgEDyCmjndVUrVChRx4IFCzxj6P1DFXKcKjlpVWL++9//HlTpS9UOFaqZOHGiDScqCBCpFSpUyA0lduvWzSgMQEMgKwQUzFU4ce3atUGXL1CggBk6dKhR9UQaAjkhoIq22lgmdVW3fv36meeeey4nhsQ9EYgq0KFDB7NmzRr3PFVSjrfNBX755Re3quKWLVsizlmBTIUUVZ1eFRYTsclDoU0nsJg6OB1pziVKlHCrK+rZsVq1aolIxJwQiAuBTz/91AYVN2zYEHa8N9xwgw0qXnHFFXExHwaJAAIIJKvATz/95IYVV65c6ZlBz2IKKupo0KCB536ciAACCCCAAAIIIIAAAggggECsCRBQ9PmKEFD0CUh3BBBAAAEEEEAAAQQSQGDXrl1uKPHnn3+OOiP9R0YtkFM4sVSpUlHP5wQEEIh/gc8++8yGE8MtotUCs0ceecT06tUr/ifKDBBAIEMCixYtsmFEBRNnzZplFFL02rTg3gkk6muuXLmidlUFjsDgo4KMe/fujdqvY8eObjCxdOnSUc/nBAT8CHz55ZdGFRJVrS6wVa9e3QwbNsxW/KQhkJMCqjCrCmSp3z/vuusu+z1KQyDWBAYMGGC++uord1gK0ypUG49NvxtUUXHChAn2a7SmcKbCijqKFSsW7fS4/PcLFy7YsKIOVVfUEa0SduBEL7/8cre6op4p+bwqLr8NGHQcC6gK17vvvmuPcD+7qoL6wAMPGFVsLliwYBzPlKEjgAACySGgz9303wt16DM/r00BRSesqGcyGgIIIIAAAggggAACCCCAAALxJEBA0eerRUDRJyDdEUAAAQQQQAABBBCIYwFVGVK1RC2Gi7ZLvSoTKZCoYKIWsdIQQCA5BFasWGGDiePGjQs74QcffNCGE1WNjIYAAskjoLCyUyVRgcRNmzZ5nny+fPmCAonpraLx3Xffmf79+3u+nxZGde/e3ahSYt26dT3340QE/AiMGDHCvPjiiyGXUMBEwa/KlSv7uTx9EchUgcaNG5udO3cGXfO2224zL7/8cqbeh4sh4Fdg5MiR5tlnn3Uvc9NNNxm938Z7W7dunf1cRsfy5csjTkebMjhVFbXwO5Hb8ePH3cCiFsUvW7YsXdOtVauWW5lbi+NVvZiGAAJZL7Bw4UIbUkwrfK2//xRUvP7667N+MNwBAQQQQCBTBNavX++GFRVYPHHihKfrVqpUyQ0ratMwAuqe2DgJAQQQQAABBBBAAAEEEEAgBwUIKPrEJ6DoE5DuCCCAAAIIIIAAAgjEmYAWdCmUqF3616xZE3H0ChxpQb+CiTpoCCCQXALvvPOOeeutt8yhQ4dCJt62bVszcOBAqj8l17cEs01iAS0Q18JwHQokBlYv9MJSrVo106JFC9O6dWv7vlG2bFkv3dxzduzYYX788Ud7TJ06NWrf8uXLu6FEdmuPysUJmShw9uxZM3jwYPPJJ5+EXPXWW281w4cPN3ny5MnEO3IpBDJHQO/RW7duDbrYzTffbF5//fXMuQFXQSATBGbOnGn69OnjXkkbD0yZMiUTrhw7l5g8ebJbVfHw4cMRB9akSRM3rJgMwfd9+/a5gcXZs2ebDRs2pOuFa9q0qRtYbNmypbnooovS1Z+TEUAgfQKqePvee+8ZbXwVrvXs2dMGFbVRAg0BBBBAIH4E9u7da1JSUsz06dNtaDH1ZjdpzaRo0aJuWFEbbVSoUCF+Js1IEUAAAQQQQAABBBBAAAEEkkaAgKLPl5qAok9AuiOAAAIIIIAAAgggEAcC+g+GCiXq+Omnn6KOWMEBJ5SY3gBB1ItzAgIIxLzAjBkzbNVEfU3dVHXiT3/6kxkwYEDMz4MBIoCAP4ElS5bYKokKA0ybNs2cOnXK8wVLlSpltPBbgRcdqmKY3qbqzk4ocdKkSUYhyUhNu7B37drVHtpgIX/+/Om9Jecj4Etg8+bNZtCgQXahXur2xBNP2GA/DYFYFmjTpo3ZuHFj0BAVBtOGFTQEYkFAG6fUrl07aCh671V15kRru3btstXHtLmUnsUiNc2/R48eNqyoI1euXInGEXY+v/32mxtY1AYa2tAiPa1Zs2b2edV5Zi1SpEh6unMuAgh4EDh58qTR5leqqBju7zkFhRVSvO+++0zx4sU9XJFTEEAAAQRiTUCf2SmoqGPt2rWehpc7d267cYSCijrq1avnqR8nIYAAAggggAACCCCAAAIIIJDVAgQUfQoTUPQJSHcEEEAAAQQQQAABBGJYQDvvK5SoRW3hKqAFDl2VjZxQonbhpyGAQPIJHDlyxAYTtXgsXNPu9o888ggLBpLvW4MZJ4nAtm3bbIVEJ5C4fft2zzPPmzevrYzoBBKbN29u9L9lpOn5xQkmanF+tNalSxejQ8HE0qVLRzudf0cgSwT0c6Nw4vr164Our4rkQ4cODar4lSUD4KIIZJKAFoeuW7cu6Gq9e/e2FZBoCMSCQOogrT7vSPTPMObPn28/19GhUF6kVr16dbeqYkY2iIiF1zijY9B7lzbZ0aHfy9E+B0t9H4VfncCivpYrVy6jQ6EfAgikEli5cqUNKaqqYrim9y4FFW+55RbsEEAAAQTiWGDevHluWFHPsF5bo0aN3LBi27ZtvXbjPAQQQAABBBBAAAEEEEAAAQQyXYCAok9SAoo+AemOAAIIIIAAAggggECMCaxYscKtlqjFH5GaKg2pwpATTNSupTQEEEhOgXHjxtlwot5DUrfy5cubRx991Nx6663JicOsEUhQAVWzUIVELeLWLudLly5N10ybNm1qWrVqZRRGVDCxWLFi6eofeLIWMDmhxNTBmEgXveGGG8zbb7+d4fvSEYHMEPjiiy/MY489Zs6ePRt0uVq1apnhw4fbnxMaAvEk0KlTJ5P6b0ltVDFq1Kh4mgZjTVCBe++91+hvF6e9+OKL5o477kjQ2QZP68SJE25VRW1GFa1dddVVblixaNGi0U5PuH/Xs60TWNTXM2fOpGuOFSpUsM+4TmixZs2a6erPyQggECqgoLU2PViwYEFYHm08o6Aiz8989yCAAALxL7B69Wo3rDh9+nRz+vRpT5OqUqWKG1bU82z+/Pk99eMkBBBAAAEEEEAAAQQQQAABBDJDgICiT0UCij4B6Y4AAggggAACCCCAQAwIHDhwwEyYMMEGE6dMmRJ1RK1bt7ahxB49ehgFj2gIIJC8Alu2bLHBxM8++ywswm233WYGDhzIe0Xyfosw8wQTWL58uRtInDZtmjl//rznGVatWtVceeWVbiBRi7b9tFWrVtlQ4qRJk9JcoBp4fVW10eKmwPb9998bBSVpCOSUwGuvvWZefvnlkNsr4DVs2DDj9+ckp+bFfRHo1q1bSHBdm9t8+OGH4CCQowJvvfWWrUzrtNtvv9289NJLOTqmnLj5mjVr3LBiuE1mAsdUqlQp+/nP1VdfbSteJ2vTxhxaHK+NMfR/e10k73hpMw4nrKjgYqJX7kzW7xPmnT0C77zzjg0q7tu3L+wNFUa/7777TNmyZbNnQNwFAQQQQCBLBXbt2mVSUlLcwOLevXs93a9EiRL2s8jf/e53pkOHDvxe8KTGSQgggAACCCCAAAIIIIAAAn4ECCj60TPGEFD0CUh3BBBAAAEEEEAAAQRyUOCnn36ywUTtPq2QYqRWuXJlt1KiKh3REEAAgY8//thoge9vv/0WglG/fn3zyCOP2EWsNAQQiF+BHTt2BAUS9+zZ43kyxYsXt4uA2rRpY6vHKCDot23bts2tlKiFSdGanl+6du1qVElj8eLF5oUXXnC7NGzY0Pzwww/RLsG/I5AlAgo1DB48OGzA/84777ThxFy5cmXJvbkoAtkloOfAhQsXBt2uc+fOZsyYMdk1BO6DQIiAPgfp27ev+783atTIbtaUzE2bPehzIR1Hjx6NSNGsWTP7N542rapUqVIys9lnSwUVncBiWkGptJDy5s3rBhad4GK+fPmS2pTJI5AegV9//dWGFD/55JOw3bTRh6op3nXXXem5LOcigAACCMS4wLlz5+xng9o44ueffzYbNmzwNOI8efK4YUUFFuvWreupHychgAACCCCAAAIIIIAAAgggkB4BAorp0QpzLgFFn4B0RwABBBBAAAEEEEAgmwVUOUiL7xRMVBWkSO2SSy6xi/q18EyHFk/REEAAgSVLltiqiWkt5H3ooYdsOLFgwYJgIYBAnAmcOXPGXeCjCompKw5Gmo7CVFrgo0ObGWTWhgZHjhxxQ4lagHTy5MmIqiVLlnRDiXqOyZ07tz3/qquuMqq66LS//OUvRpU1aAhkt8DGjRvNoEGD7EK61G3IkCFGv0dpCCSKQO/evW2AJ7CpcsXnn3+eKFNkHnEmoM0WGjRo4I5aC5W3bt0aZ7PImuFqYwqFFPV50ezZsyPeRJ8P6XMiVUbVUaBAgawZVBxdVYvj9X7nhBY3bdqU7tErMOuEFfVVG37QEEAgssCUKVNsUHHmzJlhT9Tfpwoqtm/fHkoEEEAAgQQUmDVrlltZcdGiRZ5nqGrWzueYrVu39tyPExFAAAEEEEAAAQQQQAABBBCIJEBA0ef3BwFFn4B0RwABBBBAAAEEEEAgGwQOHTpkg0Q6tLA/WtMiKCeUWLFixWin8+8IIJBEAgomvv3222Era6hS2sCBA221NBoCCMSPgELHCkopkJjWos60ZqMF/lrM41RJzMxgsp5ZVNFHX3fv3h0RNH/+/EGhxMKFCwedP2fOHHPdddcF/W/Lli0zCjPSEMhOAe3w/8QTTxiFFANb0aJFzdChQ0O+T7NzbNwLgawS6NOnT8jvl3bt2pmxY8dm1S25LgIRBVQFUFWZnabnjXr16qEWIKCQnRNWDLQKh1S+fHkbUtTnSG3btsXxfwV27drlVldUlUU9e6a31ahRwwYWVY1cX/mMLr2CnJ9MAqNHj7ZBxbTes1Sl/P7770/66q/J9D3BXBFAIPkEtCmrU1lRn3WeP3/eE0L16tXd6oqdO3c22sSEhgACCCCAAAIIIIAAAggggEBGBAgoZkQtoA8BRZ+AdEcAAQQQQAABBBBAIAsFFDRQKPH77783+/bti3gnLXJyQola9ERDAAEEAgVSUlJs1USFfFI3VVt97LHH7I70NAQQiH0B7Saun2XnOHz4sOdB63nB2V1cC6VLly7tua+XEzUmBRJ1/H/27gNKqipf//4mZ5AsOWdQggKCCgbCoIOOY2QYRskiQwbxr2MiiDMmsohwdXRMgICEwUBa5KxkRXLOOad3Pee+59xK3ae6q6q7wnevVau66RP2/lRTXXVqP/unKjRuTVURmzVrZoUTixcvnuTmAwYMMJ999pnz8z/+8Y/mo48+cjs8P0cgrAJfffWV6dOnj7l586bXcWvUqGHeeuutsFUdDWunORgCYRJ4+umnrSC8Z2vYsKGZOnVqmM7AYRAIXuDZZ58133//vbPD+++/b/Q7SvMXOH/+vFVRUWFFT7OkrOrUqeNUVaxcuTKkHgIXLlxwAot2lcXr16+nyKhYsWJeFRarVauWov3ZGIF4F1Al2DFjxpiPP/444FD1/lUhxc6dO5sMGTLEOwfjQwABBBJa4MCBA2b+/PkOGfMAACAASURBVPnWomwKLZ48eTIoj8KFCzthxfvuu88UKVIkqP3YCAEEEEAAAQQQQAABBBBAAAEJEFAM8feAgGKIgOyOAAIIIIAAAggggECYBX777TenWqIqIiXXVG1Ik/pbtWplhROzZcsW5t5wOAQQiHUBfXCvYOK4ceMCDqV169amZ8+epnr16rE+VPqPQNwKeIYR9fXly5eDHmuePHmcQKKqXZUvXz7ofYPdcMuWLdaEd4USFZ50awpG6vWLblWqVHHb3Fy9etVUrVrVaFK43T755BPTokUL133ZAIFwCbzzzjvm3Xff9TucwrXDhg0zChzQEIh3gbZt25q5c+d6DVOV7GbMmBHvQ2d8USag52M9L9utQ4cOZvDgwVHWy+jrjl6z2UFFVadxa3qtpcqKuqlSMM1fYPXq1V5VFk+dOpUiJr1W1yJj9u3OO+9M0f5sjEC8CixdutQKKvq+7rDHq0USFFTUa3EaAggggED8C1y5csW67qiwom67d+8OatBZs2a1rovec889pkmTJkFdhwzqwGyEAAIIIIAAAggggAACCCAQtwIEFEN8aAkohgjI7ggggAACCCCAAAIIhEHg3Llz1or2qpY4Z84c1yNqEqgCiQomli1b1nV7NkAAgcQUUEWbESNGmK1bt/oBlCxZ0qoC9cwzzyQmDqNGIEoFFD70DSSmtKuNGzd2Qom1a9dO6e5Bba/KFnYoUauZuzWFoO1QYr169dw29/r5119/bXr16uX8myotrlmzJkXHYGMEUitw6dIl89JLLxlVT/Rt7du3N0OGDEntodkPgZgUeO655/zes+pvjd7L0hBIKwG9BlEVRbsp3DVt2rS0On1cnGfBggXW/2XdDh8+nOyYChUqZIUUdR1K1a9pSQv8+uuvXlUW9+3blyKujBkzWmFFLehhhxZz5syZomOwMQLxJPCf//zHjB071mzfvj3gsHRNq2vXroaKr/H0qDMWBBBAwF3ADiqqsuL69evdd/j/t9BiEAorKrSo11o0BBBAAAEEEEAAAQQQQAABBHwFCCiG+DtBQDFEQHZHAAEEEEAAAQQQQCAEgcWLF1vBRK1gf+TIkWSPpDCRPSGsUaNGIZyVXRFAIN4Fdu7caT744APzzTffBBxqu3btrLAP1Z7i/TeB8cWCwJkzZ7wCicFUIPQdV40aNZzJNaqSmCVLlogM/eLFi04oUcEAz4qGgU5YqlQpq6KFgolapTy17amnnrJWR7db9+7dzcsvv5zaw7EfAkELaCL0wIEDjV6z+7ZXX33VqtpCQyARBTp16mRmzpzpNfSaNWuaH3/8MRE5GHM6COzfv99o4Sa7KcCVVHglHboXU6c8e/asE1RUWPHGjRvJ9l+LTthVFWvVqhVTY02Pzh44cMCsWLHCCS2qimVKm5ztsKKCi0WKFEnpIdgegZgWUGXS0aNHWxUVAz1HqcKrXpd36dLFZMuWLabHSucRQAABBFIu8MsvvziVFQNdv0nqiAq322FFKvKm3J09EEAAAQQQQAABBBBAAIF4FSCgGOIjS0AxREB2RwABBBBAAAEEEEAghQKaNKfqEgomuoUQsmbNak3q1yr1urFqegqx2RyBBBSYOHGiGTVqlFF1M992++23m549e1rPJzQEEEgfgaNHj3oFEjdv3pzijtx2223mrrvucm558+ZN8TFSsoMq7NjVEjXJOrmWP39+J5SoyT2hhiX1ukmhS882b948U61atZQMgW0RSLHAwoULzYABA8yePXu89lUVKVVNbN26dYqPyQ4IxJOAggC+FeuqVq1qgqmqG08OjCX9BPR6SK+r7KbnbSpohfZ47Nixwwkrrlq1yvVgTZs2dcKKRYsWdd2eDYxRINQzsLhy5coUs5QrV84KLCqkqwq2WqyEhkAiCKxdu9YKKWqhv0CtTp06VlDxj3/8YyJwMEYEEEAAgQACe/futd6T2hUW9dormKbXsqqqqMDiAw88YAoUKBDMbmyDAAIIIIAAAggggAACCCAQhwIEFEN8UAkohgjI7ggggAACCCCAAAIIBCGgCkMKJeqW1CQKz8PUrVvXCSVWqFAhiDOwCQIIJLqAJmqpamJSlWsUTNQtR44ciU7F+BFIU4F9+/Z5BRJTU91HEy09A4m5cuWK+Bh+/vlnJ5ToFqLMmDGjFUps0aKFdR/OSTz/+te/zHvvveeMt2HDhmbq1KkRHz8nSGyBL774wvTt29cPQWGYt956y+i1Og0BBIzp0aOHmTRpkhdFxYoVzaJFi+BBIOICbdq08QrEqrrWY489FvHzJsoJFKJTRUXddu3aleyw8+TJYwUVtRCO7jNkyJAoTCGP8+bNm051RYUV5X7u3LkUHVeLmymoqPcMuunrMmXKpOgYbIxALAlMmTLFjB071mzatClgt/W3oGvXroYqr7H0qNJXBBBAIPwCFy9etK5t2mFFVWEPpmXPnt0JK2pBDr3HpSGAAAIIIIAAAggggAACCCSOAAHFEB9rAoohArI7AggggAACCCCAAALJCCxdutQKJc6cOdMcOnQoWavixYs7E7p8KwWBjAACCCQlcP36dSuYqFXkFYb2bU2aNDG9evUyCvXQEEAg8gIKIC5fvty5KaCY0qZqKJ6BRE2MSYumyed2pUS9hnFrel5RKFE3VXKJRNM5du/e7RxagcW2bdtG4lQcEwFL4J///Kd5//33/TQUuhg2bJgpUqQIUggg4CHQp08f8+WXX3qZlC1b1ixZssQowE5DIFICCoyPGDHCObyqZr366quROl3CHvfatWtOUFFhxfPnzydroUW2FFLUTa9paSkX0OIgnlUWDx48mOKDaMEQO7Ro3xcsWDDFx2EHBKJV4MqVK2bkyJFWUDHQ85IW5+rWrZvp3LmzyZs3b7QOg34hgAACCKShgGdlRbfF2Dy7pcrVqqyoCot33nlnGvaYUyGAAAIIIIAAAggggAACCKSHAAHFENUJKIYIyO4IIIAAAggggAACCPgI7Ny506mWuHr16mR9MmfObB588EHTqlUra6X53Llz44kAAggELTB37lwzfPhws2rVKr999Hyi6k9aNZ6GAAKRE9CEFs9A4tGjR1N8Mk108QwkZsmSJcXHSO0OJ0+eND/88IMTTFToOblWrVo1p1qiKrREss2bN8/85S9/cU4hl61bt5qcOXNG8rQcO0EFtLL+wIEDzTfffOMn0KlTJ/Pmm28mqAzDRsBdYMCAAeazzz7z2rBkyZJGYfe0/Jvm3lO2iCeBGTNmWMETu2nScKDn8Hgac3qPRQtv2VUVFy5c6Nodvb61w4qlS5d23Z4NAgvs2bPHq8rib7/9lioqPQa+ocVs2bKl6ljshEC0CGzZssVasGvy5MkBu1S9enUrqPjnP/85WrpMPxBAAAEEokBgzZo1VmXFRYsWmWXLlgXdo6pVqzrVFfXZLg0BBBBAAAEEEEAAAQQQQCD+BAgohviYElAMEZDdEUAAAQQQQAABBBAwxly+fNkKJc6ePdtokpxbu/32261Aom6VK1d225yfI4AAAl4Cx44ds6omTpgwIaDMo48+anr27Gn0gTkNAQTCK7Bu3TqvQOKZM2dSfAI7jNioUSMrmJjWFaZu3rzpFUo8fvx4smMoVqyYE0q87777Ujze1O7QvXt3M2XKFGf3p556ynruoyEQboFt27ZZ4cRAlUPfeOMNrwBMuM/N8RCIF4GXX37ZTJw40Ws4t956qzXZM60qAceLJeMITkCLQ+m1lN1uueUWo6AKLW0ENmzY4IQV3SrQZM2a1br+ZYcVeU4I7THSAiNapGjt2rXOza2yZVJn1OIjWnREN4UXa9asGVrn2BuBdBLQNXkFFRU4CdQeeugho0q79erVS6cecloEEEAAgWgV2LVrl9EiaQos6qYFrIJpul6qqopaKKVZs2ZU7A0GjW0QQAABBBBAAAEEEEAAgRgQIKAY4oNEQDFEQHZHAAEEEEAAAQQQSGiBFStWWMFEhRIPHDiQrIUmZ7Zo0cKalNWkSZOEdmPwCCCQegGtCj9y5EgTqGqCKiL06dPHKMRDQwCB8Ah4VkfU11qUICUtU6ZMXtURFUhMr6bXLd9//70VTty+fXuy3ciRI4f1uqV58+bWfVpXLVTwUyFrhSnt9vXXX1sTf2gIhFNgwYIFpl+/fmb//v1ehy1atKgZOnSoVemchgACwQm89tpr5qOPPvLauFChQlawP1euXMEdhK0QSIGAXiucPn3a2UOB2LJly6bgCGwaDgFN6LYrK7pVE1d1VTuo2Lhx43CcnmMYY3799VevwKJbaDQpNFW99a2yyP8pfsViSWD06NFm7NixJtAiPFoYSNUUVX23cOHCsTQs+ooAAgggkEYC586ds66d2mFFVRAPpum6qR1WvP/++3lPEgwa2yCAAAIIIIAAAggggAACUSpAQDHEB4aAYoiA7I4AAggggAACCCCQcAJ79uyxQom6aaJ/ck0THx588EGnWmK+fPkSzosBI4BAeARU3Wn48OFe1cQ8j/zss8+aXr16GQUqaAggkDqBw4cPm9WrV3vdUnokVYixKyTqvn79+ik9RFi337p1q1MtUVVW3FrTpk2dUGLx4sXdNo/Yzz/55BPz0ksvOcevWLGiWbRoUcTOx4ETU+Dzzz83/fv39xt83bp1rXCiqp7TEEAgZQKDBg2yKhh5NlW203vnvHnzpuxgbI2Ai8Djjz9ulixZ4mw1fvx48/DDD+OWTgIKi9pBRd27Nf29tcOKlSpVctucn6dA4NKlS16BRb0P0Hud1LT8+fP7hRYVPqchEK0CqoSloKJe6wdqFSpUsIKKbdq0idYh0C8EEEAAgSgR+PHHH52wYqAFI5Pqpq4JK7Com17z0hBAAAEEEEAAAQQQQAABBGJHgIBiiI8VAcUQAdkdAQQQQAABBBBAICEErl696oQSp0+f7lXNJxBArVq1nFCiVvSnIYAAAqEIaKLtqFGjzJEjR/wOo+oGCiaqwhkNAQRSJvDLL794hRH37duXsgMYY1Rp0DOQWK9evRQfI9w7aHVvVUnUit+qaOPW9DxiV0qsXr262+Zp8vM//vGP1mNjtwEDBpjevXunybk5SWIIvP322+aDDz7wG6x+99566y1TsGDBxIBglAhEQGDYsGHWwhqeLXfu3GblypVGQRcaAuESeOONN8yHH37oHK5nz55m4MCB4To8xwlB4Pfff3fCimvWrHE9kh1U1D2Le7lypWoDVYtWUNHzdu3atVQdS5Uw69SpY93siovZs2dP1bHYCYFICei9sBZN8Ayye55Liwo+//zzplGjRpHqAsdFAAEEEIgjAb2ftSsrrlq1KuiR6VqrZ3XFoHdkQwQQQAABBBBAAAEEEEAAgXQRIKAYIjsBxRAB2R0BBBBAAAEEEEAgrgX0IZMqJc6cOdPs3bs32bGqalmzZs1Mq1atzH333RfXLgwOAQTSRkAfemtyd1IBI4V1NAk3W7ZsadMhzoJADAucOHHCrzqiFiBIacuVK5c1gdEOJWpCbjQ0VUmxQ4m6P3fuXLLdKlu2rBVsVjAx2iZkbtiwweqXZ1u+fLkpU6ZMNFDThxgXOH/+vBVemTx5st9INEH51VdfjfER0n0EokPgnXfeMe+++65XZxRe0XtsKm9Fx2MUD72YMmWK6d69uzOUBx54IMmKWfEw3lgdw7Jly6yFM1RVcffu3ckOo3DhwlZVxT/84Q9cW0uDB3z9+vVegcXt27en+qxaoM0zsKjF22gIRIPAhAkTzNixY41CuoFap06dTJcuXUyJEiWiobv0AQEEEEAgBgT0mmnu3Llm0aJFVmjxypUrQfVaf2vssKKufeo6Mw0BBBBAAAEEEEAAAQQQQCC6BAgohvh4EFAMEZDdEUAAAQQQQAABBOJOQJMVZs+ebQUTNYnKrWkCnCZOKZhINQg3LX6OAALBCFy+fNkKJmqld33t2xSCVtXE+vXrB3M4tkEgIQU2b97sFUjcuXNnqhzy5s3rVSHxtttuS9VxIrXTggULzI8//mhN+k5qwqV97ltuucUJJSqcmClTpkh1K6Tj+lZDuv/++81//vOfkI7JzghI4NdffzUvvviiWbFihRdIhgwZzKBBg0yHDh2AQgCBMAqoSqmqlXq2zJkzW3+ftcAPDYFQBfS83rRpU+cwRYoUMaqQTYtOAS0OopCifbtw4UKyHa1Ro4YVVtStZs2a0TmoOOvV6dOnrcCiql7alRb1b6lper63qyva9+XKlUvNodgHgZAFDh8+bEaNGmU+/vjjgMdSVdBu3bqZ5557LuRzcQAEEEAAgcQS0Gslvb61qyseO3YsKIDcuXNbYUXd9Dmz/hbREEAAAQQQQAABBBBAAAEE0l+AgGKIjwEBxRAB2R0BBBBAAAEEEEAgLgRu3LhhBRIVTJw+fbq5fv16suOyJ0kpmKivaQgggEC4BBQyGjFihDUZ0LflyZPH9OvXz3Tu3Dlcp+M4CMSFwNmzZ/2qI7pNeE5q4Pq7XrduXedWuXLlqDNSdVWFEnXTxHy3ZldK1H3BggXdNk/3n99+++3myJEjTj80kfTPf/5zuveLDsS2gKoR9+3b1xw6dMhrIFq9fsiQIVZ4l4YAAuEX0HO4/o/5NoVfihcvHv4TcsSEEyhfvry5ePGiM25+t2LjV+DAgQNOUFGVZ9yaFumxw4oKotLSTkAVguywou5VdTG1LV++fFaVRbvSooKn/C1IrSb7pUZg6dKl1mJgqnoVqN1zzz1GVdX1nENDAAEEEEAgNQL6rNmurJiS6tSNGze2wopagCXaFshLjQP7IIAAAggggAACCCCAAAKxKkBAMcRHjoBiiIDsjgACCCCAAAIIIBDTAppYow+LZsyYYXbv3p3sWAoXLmyaNWtmVUt88MEHY3rcdB4BBKJPQIEJVU385JNPAnbuscceMz179jTRGJaKPk16FO8C27ZtcwKJmoQeTEgvkImqN3mGEfV19uzZo5Jvw4YN5qeffrJCievWrXPtY4MGDZxqiRUqVHDdPlo2mDVrlunYsaPTHU1i3rp1a7R0j37EqMC///1vq3Kib7vzzjvNW2+9xYIjMfq40u3YERg3bpx5/fXX/TqsaqalS5eOnYHQ06gUaN26tVm1apXTt08//dQ0b948KvtKpwILqOqlXVXR7XWfqpsrqKhrc7qnpb3AtWvXvAKLurbqVsk9uV7mz5/fei2mW/Xq1Z2v035knDGRBP7zn/+YsWPHmqSCI+3atTNdunQxCsHTEEAAAQQQSK2AgvF2ZcVgrufa59EiDnZ1xSZNmqT29OyHAAIIIIAAAggggAACCCCQCgECiqlA89yFgGKIgOyOAAIIIIAAAgggEHMCBw8edKolLlmyxLX/WjFZE590K1SokOv2bIAAAgikVOCrr74yqi4TaGJUmTJlrIpPTzzxREoPy/YIxIXApUuX/Kojnj59OsVjy5Qpk18YsWTJkik+TlruoOcEu1KiJrS4tSpVqjihxHr16rltHpU/b9++vfU6zW7PPfecGTp0aFT2lU7FhoACiKpM7NseffRRM2zYMKMQLA0BBCIvMGHCBPPKK6/4nUh/38qVKxf5DnCGuBV4+eWXzcSJE53x9e/f3/Tp0yduxxvvA9OCHHZY8fjx48kOt2LFik5VxVh97Rsvj+fhw4f9Qot6HxdKCxRaVJiRhkC4BM6cOWNGjhxpBRWvX7/ud1hVa1U1xU6dOhldT6AhgAACCCAQisBvv/1mVfC1A4s3btwI6nClSpVywootWrQw2bJlC2o/NkIAAQQQQAABBBBAAAEEEEidAAHF1Lk5exFQDBGQ3RFAAAEEEEAAAQRiRkCT3XWbPn26uXLlSrL9rlatmrMie61atWJmjHQUAQRiS2DLli1W1UQ9LwVqCur06tXLqIIrDYFEEVAoTytKr1692qg64saNG1M1dIUdPKsj1q5dO1XHSeudtJCCHUrUBG23VqJECavCs27333+/2+ZR/XNVkq1Tp45XH1Xl+o477ojqftO56BQ4e/asGThwoPn222/9Oti9e3ejQAsNAQTSVkCV7fT/0rctWrTIKGhEQyA1Al9++aVXIFGLS3kGFlNzTPZJf4GTJ086QcUffvjBtUONGjVywoqaxE1Lf4HNmzd7hRZTW/XecyTFixf3qrKoECMV7tL/sY71Huj6w5gxY8zMmTMDDqVBgwZWUFGhEBoCCCCAAALhEDhx4oT1ebXCino/rNe+wTRVE7crKz744IOmWLFiwezGNggggAACCCCAAAIIIIAAAikQIKCYAqxAmxJQDBGQ3RFAAAEEEEAAAQSiWuDnn3+2PuTRBIMdO3Yk29eCBQsafaDTqlUr07x586geF51DAIHYF9AK7ZoAdezYMb/BKKDTu3dvK3BEQyCeBTRpdcOGDdZNQUTdX7hwIcVDzpMnj191xAIFCqT4OOm1w6lTp6xQogKJur948WKyXdHY9JrFDibGy8rZek4cNGiQM3YtEhHMhPT0etw4b/QKaAGAAQMGWEFnz5Y5c2YzePBg87e//S16O0/PEIhzgS+++MKqDu7bFixYYFQJmIZASgX0+tHzGo4qZK9atSqlh2H7KBbYtm2bE1Zcu3Ztsj3V6+KWLVs6VcVz5coVxSNLrK6dP3/eK7Co938HDhwIGSFHjhx+ocXq1asb/TsNgZQIaGETvSfdtGlTwN2efvpp06VLF1O1atWUHJZtEUAAAQQQcBXQZ9h2ZcXdu3e7bm9vcM8991iBRS1ap9c/NAQQQAABBBBAAAEEEEAAgdAFCCiGaEhAMURAdkcAAQQQQAABBBCIOoEjR46Y2bNnO6tPunVQH95ohX0FE4sUKeK2OT9HAAEEQhJYunSpGTFihFm4cGHA42jCds+ePU2WLFlCOg87IxBNAtevX3eCiHYgUff699Q0VcrwrI5YuXLl1BwmXfdRNWfPSonHjx9Ptj/Zs2e3Aol2MDF//vzp2v9InFxj85wM+tprr5muXbtG4lQcM44FFPRVyN93AYDSpUubIUOGWP+HaAggkL4C33zzjfV617fNnTuXSZXp+9DE5Nlv3rxpVDHP83WlXmcWKlQoJsdDp5MX0PvpOXPmWLe9e/cmu3HRokWt8Kq9qAe20SegakFatEbvATzvb9y4EXJnVVlR7xvtmybtqwIjDYHkBK5evWpds9OiYgrV+rZ8+fJZ1RQ7depkcubMCSYCCCCAAAJhF1BFRTusuH79+qCPf9ttt1lhxSZNmpi777476P3YEAEEEEAAAQQQQAABBBBAwFuAgGKIvxEEFEMEZHcEEEAAAQQQQACBqBFQhR0FE6dPn24uXbqUbL9UmaFFixZWMLF27dpRMwY6ggAC8SugiU3Dhw83H374odGEJ9/2wAMPmF69epk77rgjfhEYWUIIqAKiZ0VEfa3JpqltmljsGUbU1wrrxWqbP3++E0zct2+f6zD03GBPqo7nCbUrVqwwjz76qJeHJuEULlzY1YgNELAFPvnkE/PSSy/5gdx1111m6NChVDvhVwWBKBJQlaIXXnjBr0d6X68KujQEUiKginm//PKLs8uXX35pmjZtmpJDsG2MCVy+fNkJKiqs6HYdsEKFCk5YUa8LaNEtoGrYvsFF38UnUjMCLfLiGVi0v07NsdgnvgW2bt1qRo8ebSZPnhxwoPo8QUHF1q1bxzcEo0MAAQQQSFcBvSbSQlwKLC5evDjovpQpU8YKK+qm90qZM2cOel82RAABBBBAAAEEEEAAAQQSXYCAYoi/AQQUQwRkdwQQQAABBBBAAIF0FVDo4b///a+ZMWOG+f3335PtiyahqGKKQom60RBAAIG0Epg1a5YZNWqU+fnnn/1OmTdvXtO/f3/TsWPHtOoO50EgbAKnTp3yq4y4ffv2VB8/V65cRqs933777aZOnTpWMLFkyZKpPl607Lh8+XJrMokqJv7222+u3dKkaTuUWLFiRdft42GDF1980fz73/92hvLwww+b8ePHx8PQGEMaCag6ov7W+rY///nPZtiwYSZ37txp1BNOgwACwQpocaFAlXL1Hp+FhIJVZDsJ6P3U559/7mC8/PLLpnv37uAkiIAW/bCrKi5ZssR11Hqvodfaqq5IINqVK2o2OHLkiF+lxV9//TUs/QsUWozHivVhwUqwg2gxxDFjxpg1a9YEHPmf/vQn06VLF+saBg0BBBBAAIFIChw9etT6PNyurnj27NmgTnfLLbc4YUW9/mUxuKDY2AgBBBBAAAEEEEAAAQQSWICAYogPPgHFEAHZHQEEEEAAAQQQQCDNBbRitj6E0QSBBQsWuJ7/7rvvdkKJxYoVc92eDRBAAIFwCWiipKomek6W9Tz2448/bnr27GkSJYAULleOkz4CmhCqhQE8b3v37k11Z3LkyGFN4rMDibqPp/8Lqv6nQKJunhV9kgJTEEMTpbWYgiwSqV2/ft2qbHfu3Dln2BMnTmRBiUT6JQhhrKdPnzYDBw4006ZN8zuK/sbqZzQEEIheAS021LlzZ78Ozpw509SrVy96O07Pokrg008/9Xq+f+SRR6zK9bTEE1i3bp1RJVa9Bt+0aZMrQOPGjZ2wYrly5Vy3Z4PoErh27ZpfpUVVXtTrw1CbqtdXr17dep9SpUoV6143KhCFKhub+6ua4tixY83x48f9BpA9e3bTrVs3a+Exgq2x+fjSawQQQCDWBG7evGm04I/CiosWLTL6HCqYliFDBies+MADD1ivcWgIIIAAAggggAACCCCAAALeAgQUQ/yNIKAYIiC7I4AAAggggAACCKSZgCoPKZioyccXLlxI9ryVK1e2VkJXpURVX6IhgAACaS2gUKImMO3atcvv1GXLljX9+vUzqupEQyAaBRQ89A0jKqCY2qYJe55BRAUTK1WqlNrDRe1+quZshxKXLVvm2k+9XrErJTZo0MB1+3jdYNKkSaZHjx7O8G699VajyeU0BNwEFDxQ1Szf3xc95wwaNMi0r3PtNwAAIABJREFUbdvW7RD8HAEEokBAiw916NDBryeacFm/fv0o6CFdiHYBVbZS9WW7lS9f3gRTSS/ax0X/QhPQhG29Nldgcc+ePckeTJO1dR3Rfm1epEiR0E7O3ukqoEn6ep2osKJ9v3PnzrD0SYvq2GFF+75ChQphOTYHiW4BPY+MHDkyyUXIqlWrZgUVtRgZDQEEEEAAgbQU0GK+CxcutAKLev0TbNOCeffee6+57777TMOGDYPdje0QQAABBBBAAAEEEEAAgbgWIKAY4sNLQDFEQHZHAAEEEEAAAQQQiKiAJpEolKiqCr/99luy58qXL5/Rio+tWrWygokZM2aMaN84OAIIIBBIQKEuVU2cNWtWQCCtqN6rVy9TsGBBABGICoFt27ZZkzY9A4mnTp1Kdd+yZs3qVxkxnldj3r9/vzXxWQspzJ0719WtVKlSVpVETX7W5A+aMc8884xXVWxN6vzHP/4BDQLJCihsoL+nJ0+e9NpOoZQhQ4aYpk2bIogAAjEkMGfOHPPcc8/59XjKlCmmUaNGMTQSupoeApcvXzZaBMaz/frrryZv3rzp0R3OGWUCV69edaoq6vWD72sH3+7myZPHK6yYM2fOKBsR3UmNgBa78wws2sHFixcvpuZwXvuoqqJvaFHflyhRIuRjc4DoE5g/f761IFlSQXh9NtGlSxcWWYi+h44eIYAAAgkhsHHjRus6tcKKwSygZ6OomrjCirrpbxkNAQQQQAABBBBAAAEEEEhUAQKKIT7yBBRDBGR3BBBAAAEEEEAAgbALaKKQQokK98ybN8/1+Jqs2LJlSyuUWLJkSdft2QABBBCIlIBWUh87dmzACY+q5tqnTx8rSE1DID0E9PdVEzK3bNli3ds3TdhNbdNETFVD9KyOqKoB8d5kaVdK1ISPS5cuJTtkBZIVSLSDiQpx0v5XYMeOHaZx48ZeHAp6Vq9eHSIEkhSYOHGiefnll/1+fvfdd5uhQ4fGZYVWfh0QSAQBBYf+9re/+Q31m2++Mffcc08iEDDGEATuv/9+63Wu3Qi3hoAZx7ueOHHCqaqo55xr164lO9pixYpZr+NVXZH38vH5i6H3I77BRS1CE46msKuCilqwxzPAyIJV4dBN/2NMmDDBugYY6PdFVVm18E6nTp1M0aJF07+z9AABBBBAICEFDh06ZGbPnm2FFXULdmGGAgUKOGHFFi1aGH1PQwABBBBAAAEEEEAAAQQSRYCAYoiPNAHFEAHZHQEEEEAAAQQQQCBsAlp9WMHEadOmmbNnzyZ73IoVK1oThBRKvPPOO8PWBw6EAAIIpEZAH+4qnLh48eKAu/fv39/07NnTZMqUKTWHZx8EUiygqsOeIUR9ffDgwRQfx3MH/f56BhEVTEykENn58+edKokKJbpVXsmRI4f1WsW+qdIzzV/gnXfeMe+++67zgwYNGlivBWkIJCUwaNAgM2bMGL8fP/XUU+att94y+r9HQwCB2BVQSL1t27Z+A/jyyy+pjBq7D2ua9FzvtxRmtdsbb7xhOnfunCbn5iSxKbBnzx6rsqJuixYtch1EpUqVnLCiXrPS4lfg9OnTRhUWt27dalSNVfe6nTlzJiyDLly4sFdg0Q4w5sqVKyzH5yBpJ3D06FEzYsQI8/HHHwc8qaq7K6j4l7/8Je06xZkQQAABBBAIIKCFOaZPn+6EFRVeDKZpgUItGKTKirrOXaFChWB2YxsEEEAAAQQQQAABBBBAIGYFCCiG+NARUAwRkN0RQAABBBBAAAEEQhLQ5A6FEmfMmOG10n2gg2rVaa1WrlCiblmyZAnp3OyMAAIIhCqgSWvDhw8348aNMzdu3PA7nKql9e7d26h6Ig2BSAioAohvEFHfX79+PaTTabV/38qINWvWDOmYsbjzlStXjIISCiTq/vDhw67DsKskasKGKq7QkhdQJeydO3c6G7399tumXbt2sCHgJ6BQ8Isvvmi9b/BtqlCsxQBoCCAQHwJavKhNmzZ+g/n888+pYBYfD3FERjF+/Hjz6quvOsd+4oknrNAIDYFgBBRGU1BRVdLXrVvnukudOnWchUgS8X2SK1CcbnDgwAEnrGiHFhVg1PvGcLRSpUp5BRftqosZM2YMx+E5RgQFli9fbkaPHm1dOwjU9JlG165djSq+0xBAAAEEEIgGAV3rXrBggRVY1GKHwTZ91qWwoirYs4BwsGpshwACCCCAAAIIIIAAArEkQEAxxEeLgGKIgOyOAAIIIIAAAgggkGIBBXoUSpw9e7Y18cetNWzY0LRs2dIKJZYuXdptc36OAAIIpImAVpvV5KMNGzb4nU+V0gYMGGDat2+fJn3hJIkhoAmQdhhxy5Yt1tfBrnScnFC2bNlMtWrVTK1atZwKifo6kZsdSNT9vn37XCkaN25sTVBWOJFVpF25nA00CeaZZ55xvleVTk3wpXJI8IaJsuXGjRtN3759zfr1672GrN8VVVT0/D1KFBPGiUC8C2iSpCqj+rZPP/3UNG/ePN6Hz/hSIbBs2TLz2GOPOXsq2KOwKw2BlAooaKTrlQos/v777667q6KMXTW9bNmyrtuzQfwJ7Nixwy+4uG3btrANVNU77bCifa/KfLToE/jiiy+sau/bt28P2LmOHTuaTp068RlH9D109AgBBBBIaIFffvnFev2r9+GrVq0K2kLXwRVWbNKkiWnRokXQ+7EhAggggAACCCCAAAIIIBDNAgQUQ3x0CCiGCMjuCCCAAAIIIIAAAkELLFy40AomTps2zSikmFzTJAtN8m/VqpVp0KBB0OdgQwQQQCDSArt27bKqJn711VcBT/Xkk0+anj17GiaLRfqRiN/jHzt2zAof2iFEO5QYqEpnShU8JzYqlKjJjeXKlUvpYeJye03AsIOJmmDq1qia4ibk/vMePXqYSZMmORvq+VPPrzQEPAXmzJlj/V09c+aMF0zlypXN4MGDjUIBNAQQiE+BxYsXG1XB820TJ060FjCiIeApcPbsWaO/DZ5NVZqzZ88OFAKpFtBEbTus6FZNXYttKKioELXuCxUqlOrzsmPsC1y/ft0JLWoRFrvi4t69e8MyuKxZszqhRT33KSCg61C61+8iLf0Ezp07Z72vHTt2rNHvgW8rUaKE6datG4uapd9DxJkRQAABBJIR2L9/v5k1a5ZZtGiRFVgMtlJ04cKFrWt0Cizq/XrevHlxRgABBBBAAAEEEEAAAQRiUoCAYogPGwHFEAHZHQEEEEAAAQQQQCBZAa0WrUqJM2bMMJs2bUp2W1VAuf/++60PLhRMVEUnGgIIIBBNAp988ok1wWjPnj1+3VLIq3///uZPf/pTNHWZvkS5gG8IUWHEI0eOhNzr4sWLW5MV7RCi/TUTFb1pVR1FoUTdNGnUrVWvXt1aQEG3O++8021zfp6MgEIE+v30nLCp4LdW3KYhYAtMmDDBvPLKK34gTZs2NUOHDiVgza8KAgkgsHTpUvPnP//Zb6Tjx483Dz/8cAIIMMSUCNx9991eVat0LeqOO+5IySHYFoGAAgoc2UFFVVa8cOFCslL58uXzCisSlOUXyxY4f/68V7VFO7x49OjRsCGVKVPGK7BoBxcVjKOlnYCqUY0aNcrMnDkz4En1N6tr167mgQceSLtOcSYEEEAAAQRSIHD58mVr0WEFFXXTworBNC2kYIcVtXgHVcaDUWMbBBBAAAEEEEAAAQQQiBYBAoohPhIEFEMEZHcEEEAAAQQQQAABPwFN2lGlRK2w+P3337sK1a9f37Ro0cIKJlLFyZWLDRBAIB0E1q1bZ0aOHGk9twVqnTt3Nr169TL58+dPh95xylgQUEU+hfa3b9/uVRkx1L5r4mugICIrFCctu2bNGjN37lwrlLhhwwbXh6BixYpOKLFx48au27NBcAKffvqpGThwoLOxJs0uWbIkuJ3ZKiEE3njjDfPhhx/6jbVNmzZm2LBhJkuWLAnhwCARQMCYFStWmEcffdSPQs8RjzzyCEQIOAIKekyfPt35/q233jLPPvssQgiEVeDQoUNGIUXd9L7CrSkUpoqKumlhNhoCgQSOHz/uFVy0Ky7qOnu4mhYD9Ky0aAcXdc/1rHAp+x/n22+/NWPGjEly8ca//vWvRtcVde2BhgACCCCAQDQL6PXvggULrLCiPucItmmhPwUWtehfnTp1gt2N7RBAAAEEEEAAAQQQQACBdBEgoBgiOwHFEAHZHQEEEEAAAQQQQMARWLx4sRXe0WqKJ06cSFZGqyXqgwiFEhs1aoQiAgggEJUCN2/eNB988IEZN26cOX36tF8f69WrZ/r27Wvuu+++qOw/nUpbgTNnzpjff//duelDevv7GzduhNSZzJkze1VDtEOJxYoVC+m4ibKzgogKJGoCsQKKbq1UqVJOKJFJxG5aqfu5AiUrV650du7Xr5/1fEpDQJOzBwwYYFVh92369969e4OEAAIJKLBq1SrTunVrv5GPHj3aPPbYYwkowpADCej3YfDgwc6P/vKXv5h33nkHLAQiJqBFaDRRW9UVFaZ2a1WqVHHCilqwjYaAm8C+ffuMXWXRDi3q/tq1a267pujnBQoUMJ6BRQUZ7TCjqiDRQhO4fv26dX1x7NixRlU0fVvhwoXN888/bzp06GDwDs2avRFAAAEE0kZg7dq11utghRW1wGewrXLlylZYUZ+pUUU4WDW2QwABBBBAAAEEEEAAgbQUIKAYojYBxRAB2R0BBBBAAAEEEEhwAYUvFEqcMWOGWb9+fbIaOXLksFYKVyhRt5w5cya4HsNHAIFoFpg3b57RBNelS5cG7OaLL75oevbsaTJkyBDNw6BvERDYu3evFTz0DCDq+8OHD4flbJoUqACiZ2VEVtJPOa0mcSqUqNvy5ctdD1CkSBEnlKhFFKjO5kqW6g02bdpkWXs2PddSSTvVpHGzo95P9OnTx6+6iKrFDho0yDzxxBNxM1YGggACKRfQBMiHHnrIb8fhw4ebJ598MuUHZI+4E1i4cKF5+umnnXHddttt5vvvv4+7cTKg6BSwJ2krrLh582bXTtatW9c0b97cCixWr17ddXs2QMBTQNcg7MDijh07jH07e/Zs2KG0gI9veFHfly5dOuznivcD/vbbb2bkyJFm8uTJAYeq4HKXLl1Mq1at4p2C8SGAAAIIxJHAnj17zKxZs6ywom7BLtZYtGhRK6x47733Wu/1mTcQR78UDAUBBBBAAAEEEEAAgRgWIKAY4oNHQDFEQHZHAAEEEEAAAQQSUODChQtWKFFVTQJVNvElueOOO0yLFi2sUKJWXqYhgAAC0SygCrBa1Xz8+PEBu6kJhKreVLt27WgeBn0LUeDSpUtJVkPUz8LR9AG8bxBR32fLli0ch0/IY2hSpqokKpSoyRBuTaEnBeXsW+7cud124edhEFDQbMyYMc6RtGL2F198EYYjc4hYFtD7ih49evhVFKlWrZpVDYuq67H86NJ3BMIn8PPPP1vXFnzbe++9Z5555pnwnYgjxaSAqvDWrFnT6XvGjBmNFhfRPQ2BtBRQWFZBRVWV0e+gW9OkbDusSOjLTYufJydw5MgRJ6yoRZXs4KK+VhW/cDYt6hMouKjr/wULFgznqeLuWPpsRYuirVmzJuDYtPBC586dTY0aNeJu7AwIAQQQQCC+BTSHYOrUqWbRokXW9fmTJ08GNeDs2bNbQUUFFlu2bGlKliwZ1H5shAACCCCAAAIIIIAAAgiEW4CAYoiiBBRDBGR3BBBAAAEEEEAggQRU2UYfnk+bNs0cO3Ys2ZFrMs0DDzxgrfZ79913J5ASQ0UAgVgWmDJlihWaCVTtIH/+/GbAgAHm2WefjeUh0ncfAVU99K2EqEoEwUwiDRbz1ltvNZUqVTKVK1e27nVT4Ea/U7TQBfbt22cFEu1gotsRNdnBM5TIxEk3sfD/XAFvz4qjqiDx+OOPh/9EHDFmBLQowKuvvurXX72fGDp0KNVZYuaRpKMIpI2Aqq1qESTf9q9//cu0bds2bTrBWaJWQNWnPF/Lq4KiKinSEEgPgStXrjhBRYUVT506lWw3FPhSRUXdFFgsUKBAenSbc8apwO7du63Aom9wUe+pw920GJCCioECjDly5Aj36WL2eAopjh071ihg79vy5s1rnn/+edOxY0fDYkox+xDTcQQQQCDhBTSvYP78+VZYUa9Fgm0NGjSwwop6Xcz7uWDV2A4BBBBAAAEEEEAAAQTCIUBAMURFAoohArI7AggggAACCCAQ5wK7du2yqiTOmDHDqFJBck0Vn+6//35rZUMFE/ngPM5/ORgeAnEkoMlZw4cPN5MmTQo4qqefftr07NnTlC1bNo5GnThDuXHjRpLVEM+cORM2CP1+2AFEz0Binjx5wnYODvS/Agq32YFE3Wvib3JNVXM8Q4nFihWDMp0E9LqyQ4cOztn1/2Pr1q1UNkqnxyMaTvvaa6+Zjz76yK8r7dq1M2+99Ra/G9HwINEHBKJQYNOmTdbfdt82bNgw87e//S0Ke0yX0kqgffv21uJadnv33XdNmzZt0ur0nAeBJAVOnDhhVVTUTdUVr127lqyWFrTxDCtmzZoVXQQiIqD304GCi/q3QMG5UDtRtGhRU6ZMGWsREs97fa0FnhKtKVQ/YsQI8/nnnwcc+u233266du1qHn300USjYbwIIIAAAnEmsGrVKuu1sMKKWngo2Fa1alUrrKiFzJo0aRLsbmyHAAIIIIAAAggggAACCKRKgIBiqtj+bycCiiECsjsCCCCAAAIIIBCHApcvX7Ymc82aNcvMnDnTdYT16tWzJsz84Q9/sKpD0RBAAIFYEpgwYYK1Wvn+/fv9uq3V3vv3728eeeSRWBpSwvZV1ShU/dD3pgBquJqCbnYI0bMiov6NCaPhUg58nJMnT3pVSjx//rzrCTVhwQ4mEjB25UqTDVT9Qa8x7aYQicIktMQTOHr0qPU3VpWtfNtLL71kevTokXgojBgBBFIksGXLFmuRJN82ZMgQo5AaLTEF3n//ffPPf/7TGfxzzz1nVeOlIRBNAqoeYwcVFy1a5Nq1kiVLWhUVdf21adOmrtuzAQLhEjh9+rRXxUXPIOOFCxfCdRrnOLquoqCib3DRDjPmzJkz7OeMlgMuWLDAqKLi4sWLA3ZJAcVOnTqZunXrRkuX6QcCCCCAAAKpFti5c6c1B0FhxaT+9gU6uBYevPfee62gohZL1uLJNAQQQAABBBBAAAEEEEAgnAIEFEPUJKAYIiC7I4AAAggggAACcSSwYsUKK5g4depUc+TIkWRHpokxWqlQoURWK4yjXwKGgkACCaxevdqMHDnSmhQYqGl18l69epl8+fIlkEpsDFWry2/bts0riKjvjx07FrYB5MiRwwrd+1ZEVGiVlnYCCiH+9NNPTrVEhRTdWsOGDZ1QYpUqVdw25+dpKKDXl6r+4NmmT59u6tevn4a94FTRIKDK7L1797aqZ3q2AgUKmEGDBpnHHnssGrpJHxBAIAYEfvvtt4DXJN58801rEj8t8QRUmU5VeO12xx13mBkzZiQeBCOOGYGNGzc6YUW9RnJrqiBjhxX1+01DIL0EDh065BVe1OJQCjDqdvPmzYh0q1ChQkkGGEuUKBGRc6b1QSdOnGjGjBkTcCE1hTC6detmOnToYAoWLJjWXeN8CCCAAAIIRETg7Nmz1twEhRV10/fBNC1coLCiqitqvoLCizQEEEAAAQQQQAABBBBAIFQBAoohChJQDBGQ3RFAAAEEEEAAgRgX2LNnjxVK/O6778zatWuTHU2WLFms6gQtW7a0LvQT2onxB5/uI5CgAlevXjXDhw8348aNM+fOnfNTuPPOO03fvn0JX6fz78eJEyeMVtHdtWuXde9ZFVGVfsPV8ufPH7AiooL4tPQRuHLlihNInDt3rjl8+LBrR+rUqeOEEm+77TbX7dkgfQQ+/PBD88Ybbzgnr1mzplGIgJZYAlod/e9//7u5dOmS18Br1aplBg8eTGA1sX4dGC0CYRHQ60QtnHTjxg2v47322mtGi47QEkvg4MGDXtWlsmfPbr2foCEQCwLLli2zXh9rISWFvdxavXr1rAXkdON9kJsWP09LATuo6FlxUV8fOHAgYt3InDmzsSstBqrAmCdPnoidO9wH1gJcunb58ccfBzy0gsp6jfPUU0+F+9QcDwEEEEAAgXQX0LXDefPmGVUa37dvX9D9ueuuu6ywYosWLUz16tWD3o8NEUAAAQQQQAABBBBAAAFPAQKKIf4+EFAMEZDdEUAAAQQQQACBGBRQOEehxFmzZlnBRLemSf/NmjWzQon68JuGAAIIxKqAJvqNHj3aqGJsoPbSSy+ZHj16xOrwYq7fqqbmGUJUGNEOJJ45cyas47n11lutIKJnVUR9rdX3adEh4FkpMZiJB5pk8OCDD1o3BYtp0S+g15OqEGO3V1991Tz//PPR33F6GDYBLQ7w+uuv+x1PE4eGDBli4qXqSdjAOBACCAQtoNCDFlTyXcjilVdeMS+88ELQx2HD+BCoXbu21yIX8+fP53pWfDy0CTUKO6iosKLeO7s1VZK3w4rVqlVz25yfI5AuAlqkRAsm7t6927rZX9v3Fy9ejFi/VK3dM7joGWYsVapUxM4byoFXrlxpRo4caXS9JFDT5zWdO3c2+v9PQwABBBBAIB4Fli9fbr7//nursuLmzZuDHqI+O1B1Rb0+vvvuu4Pejw0RQAABBBBAAAEEEEAAAQKKIf4OEFAMEZDdEUAAAQQQQACBGBJYvXq1mT17tpk2bZrRivLJteLFi1uT+/Qht+5pCCCAQCwLaDKfVh6fOHFiwGEoGNGnTx8qDkTgQdbq+EmFEC9cuBD2M5YvX95UrFjRunkGEmNppfywo0TxARcsWGBVS9QtmMo2elztUGLjxo2jeGR0zVdg1apVpnXr1l7//PPPP5uiRYuClSACCglNmDDBb7TPPfecGTp0aIIoMEwEEIikgIIOmnx4/vx5r9OwCEkk1aPz2G3btrVeX9pN4Y7HH388OjtLrxBwETh79qxTVVGhxWDeR6tyjB1W1HsoGgKxIqDrd0kFGCNZfTFDhgxWeDGpAGO+fPnSlfDLL7+0FlxLqrJqt27dTIcOHYw+06EhgAACCCAQrwK///67UXVFhRVVeTzYpgXRFFa87777TKtWrUymTJmC3ZXtEEAAAQQQQAABBBBAIAEFCCiG+KATUAwRkN0RQAABBBBAAIEoF9i/f79VLVGVEjUxPLmmC/IKIyqoo2CiVhWmIYAAArEu8M0335ixY8earVu3+g1Fz3MvvviiadeuXawPM137r8ljduVD3/srV66EvW+5cuWywod2ENEzkJgxY8awn48Dhldg8eLFTihx27ZtrgdXJQM7lMiiCa5cUbuBwiGffPKJ0z9NBgkUVovaAdCxVAtoknHfvn0DVv2gslmqWdkRAQSSENi7d69Rxd7Tp097bdG/f39rQRJaYgi8/fbb5oMPPnAG26VLl4AVfBNDg1HGk4AWnFNFRd3mzZsX1ND0HsoOKyp8RUMgVgWuXr3qVXXRswKjvvZdoCCc41RA0Q4w+gYZ0+r/lcanv226xnn9+nW/4ZUrV8507dqVa5zhfOA5FgIIIIBA1AqcOnXKfPvtt1ZYUbdgqzDnzp3bCivqpuvThQsXjtox0jEEEEAAAQQQQAABBBBIHwECiiG6E1AMEZDdEUAAAQQQQACBKBS4ceOGFUqcNWuWmTp1qmsPb7/9dmviv0KJNWrUcN2eDRBAAIFYEPj111+NKmVMmTIlYHefeeYZ06tXL1O6dOlYGE669lGTwOwV7AMFEQNNjAq1wwoali1b1miCle4rVKjgBBKLFSsW6uHZP40FtKKxXSkxUFjYtztFihRxQol6jZIlS5Y07jGnC6fAzZs3TdWqVc2ZM2ecw3788cfmoYceCudpOFYUCqxdu9b07NnTaIVzz6b/42+++aZ55JFHorDXdAkBBGJdQBWWmjdvbo4fP+41FAUUFVSkxb+Arod17NjRGWijRo2SfF8Y/xqMMF4F9PpK77F++ukno0Vg3JoWptN7KzusSKU1NzF+HmsC+rvvG1q0r2Xt27cvosMJFFq0/y3c1Rc3bNhgRowYYVWQCtQUSu7cubNp0qRJRMfMwRFAAAEEEIgmgWnTppn58+dbYcVDhw4F3bXGjRtbYUUt3lylSpWg92NDBBBAAAEEEEAAAQQQiF8BAoohPrYEFEMEZHcEEEAAAQQQQCCKBDQBWMFEhRJVOTG5duutt1rVEhVK1OQUGgIIIBBPAuPGjTO6qbqAb1O1vQEDBpg//vGP8TTkkMciK03csidv2V/rPpBjyCc0xmTNmtUJIHqGERVKJDgaDuH0PcbKlSudUOKmTZtcO3PLLbdYk2XtaolazZgWHwIKinfv3t0ZTNGiRc3PP/8cH4NjFEkKzJgxw7zwwgtGIXfPVrt2bTN48GBTr1499BBAAIGICWhCoq53+E5M7NGjh1FVX1p8Cyig0rBhQ2eQefPmNVrAhoZAvAps3rzZCirqtmrVKtdhZs+e3SusSOUYVzI2iHEBLazleb1Lfyc8w4yei+mEe6j6G1SiRAlTsmRJ62Z/bd/rc5rUNAUxRo8ebTZu3Bhw9w4dOlhhfV1voyGAAAIIIJBIAkuWLDFz5swxixYtStH7wJo1a1phxWbNmnm9n0wkO8aKAAIIIIAAAggggAACxhBQDPG3gIBiiIDsjgACCCCAAAIIpLOAQiMKJX733XdmxYoVyfYmQ4YMVihRqwBqol6hQoXSufecHgEEEAivwPLly63JOZqUF6gpKKFKTnny5AnviWPgaKdPn3YCiIFCiL4BknANSRMfFTj0vNlhRCo2hEs5eo6jxRLsSom//PKLa8dy5szpTIxVMLFAgQKu+7BB7Am0adPGWsHabs8//7x59dVXY28g9DhogbFjx1oVEn1bq1atzNChQ41CqjQEEEAg0gJHjhyxqvX6Vk0KwWCtAAAgAElEQVTq1q2b+cc//hHp03P8dBaoXr26OXnypNMLTVItX758OveK0yMQeYF169Y5YcX169e7nlDXRzwrK2rhGBoCiSagvxfJBRgj6aHqpkmFF+1AY7Zs2QJ24caNG+b99983ev91/vx5v2103U3vv9u3b28yZswYyWFwbAQQQAABBKJSQAvVaBE1VVYMZiEPexClSpWywoqaV6HrmTQEEEAAAQQQQAABBBBIHAECiiE+1gQUQwRkdwQQQAABBBBAIJ0EFEqcNWuWVS1RH0Qn12rVqmVVJNIFdH1NQwABBOJN4OLFi2b48OFm/Pjx5sKFC37Dq1+/vunXr5+555574m3ozngCrQbvWRFRAcVItUAhRDuQWKxYsUidluNGiYCCiHYoUQFFt5YlSxanUqJen6S2WoDbefh5dAjs2rXL3HXXXV6d+fHHH41WpKbFp4Aqk33yySd+g+vUqVPA0GJ8KjAqBBCIFoHjx4+bhx9+2OjvkWfr3LmzeeONN6Klm/QjAgJPPvmkVTHDbuPGjTOtW7eOwJk4JALRK6DF7OzKilu3bnXtqBaM8Qwr5sqVy3UfNkAgEQR8Ky7a3+s+ktfbbNuCBQsaXV9L6qbroromOnny5IAPR+PGjY1e+zRv3jwRHi7GiAACCCCAQEABXR/49ttvrbCibleuXAlKStWQFVZs2rSpNdcif/78Qe3HRggggAACCCCAAAIIIBCbAgQUQ3zcCCiGCMjuCCCAAAIIIIBAGgooADB79mwzbdo0a0Xf5FqRIkWsVf1atmxpVUykIYAAAvEqoMD2mDFjzOrVq/2GqMqx/+///T/TvXv3uBj+0aNHjSY/eQYP7RXe9+/fH9ExqqpC6dKlTZkyZfwqIhJCjCh9VB5848aNTigx2JWHFUbUTRNetQIxLTEE3nvvPfOvf/3LGeydd95pVf6mxZ/AoUOHTJ8+fbyqZdqjfP31102XLl3ib9CMCAEEYkJAVZEeeeQRs23bNq/+qprQkCFDYmIMdDLlAoMGDbLeJ9rt73//u/XekIZAogpoErYdVty5c6crgypee4YVs2bN6roPGyCQiAIKKHoGFu3rdva/pZVJ7ty5jQIU586dM2fOnAl42rZt25qOHTuaKlWqpFW3OA8CCCCAAAJRKzBlyhQzb948K6x47NixoPuphVAVWPzDH/5gKlSoEPR+bIgAAggggAACCCCAAAKxIUBAMcTHiYBiiIDsjgACCCCAAAIIRFjgyJEjRuEbTeReunSp69kUSmzWrJl1UVwTSWgIIIBAvAocOHDAjBgxwnz66acBh6iAdt++fWOqStfly5cDTmqyQ4haET1SLVu2bFZoTCFE3Xy/ZlXYSMnHznG3bNlihRL1of2yZcuC6rg+rLcntfJhfVBkcbfR3XffbbZv3+6M66233jLPPvts3I0z0QekRQJ69OhhfCe7K8D+5ptvWtXLaAgggEB6Cmii/qOPPmr0esaztWvXzrz99tvp2TXOHSGBqVOnmm7dujlHV7WLL7/8MkJn47AIxI7AzZs3naCiAou6tuLWSpYs6RVW1GJQNAQQCE5AC7nYt4MHDzpfe/57UoHC4M6Qsq0yZcpk9H+6Tp061rW/4sWLW5UZda+bqjXSEEAAAQQQSDQBhRTnzJljhRU9r2W7Odx2221WWFFVirUwHw0BBBBAAAEEEEAAAQRiX4CAYoiPIQHFEAHZHQEEEEAAAQQQiJDADz/8YGbNmmW+/fZbc+3atWTPUqNGDasikUKJtWvXjlCPOCwCCCAQPQJffPGF+fDDD/2qoKiHmkgzcOBAo1XBo7HZVRB9V1fX95qcFMkWKHhoBxIJtUdSPnaPrUpDCiXqtnjx4qAG0rBhQ6dSYtWqVYPah43iU0ATOp566ilncBkzZjRbt241qshKix+B6dOnWwGQGzdueA3qjjvuMKpexfuT+HmsGQkCsS6gikKPPfaY2bBhg9dQ2rRpY959991YHx799xHQ61hNFLVboUKF/B570BBIdAEtkmRXVdR9MJVjypUr54QVmzRpkuiEjB+BsAhcuHDBuiYYKMCof9u3b585fPhwWM7ldhBVS7XDip7BRUKMbnL8HAEEEEAgXgQ2b95sLRy9aNEis3bt2qCHVaZMGes9qBZsVGCRhgACCCCAAAIIIIAAArEpQEAxxMeNgGKIgOyOAAIIIIAAAgiEUUCT5FQtUau879q1K9kja2KVqiWqQpiCiTQEEEAgEQQ2bdpkRo0aZaZNmxZwuJpc3Lt3b2sl8PRqCpUHCh/a/6ZJR5FqBQoUMPoQ1A4d2l/b95E6L8eNL4EdO3Y4ocSFCxcGNbi6detaH7zrVqtWraD2YaP4F+jZs6f55ptvnIE+/vjjZuTIkfE/8AQa4ejRo83gwYP9Rty6dWszZMgQo/csNAQQQCCaBPRa/IknnvCbZPjkk0+a4cOHR1NX6UsYBCpWrGjOnz/vHGnVqlXp+l4xDEPiEAhETEAV3DzDimfPnnU9V+XKlZ2wYqNGjVy3ZwMEEEi9wNWrV83evXutsGJSN1VITYvmGWLUgme63XrrrV73+recOXOmRXc4BwIIIIAAAhETOHLkiJkyZYpVWVE33wXakjrxLbfcYoUV77vvPtOqVSuTN2/eiPWRAyOAAAIIIIAAAggggEB4BQgohuhJQDFEQHZHAAEEEEAAAQRCFNDK1AolaiW+YCoTNW3a1DRr1swKJWrVWhoCCCCQKAIKQXz00UdGHwj6tkqVKpkXX3zRPPTQQ2nCoQlBnjdNDNL3CiHu378/Yn3QBCCFD32Dh/a/5c6dO2Ln5sDxLaDfXbtS4rx584IarIKICiSqinO9evWC2oeNEkdAYQBV0PSsBK7qt5qUQYsPgQEDBpjPPvvMbzBdu3Y1r732WnwMklEggEBcCqhimAKJK1eu9BqfqivqPQctfgQeffRRs2LFCmdA//M//2Mt9EVDAIHkBY4ePWqFFfUeUfd63nRrNWrUcN4f3nnnnW6b83MEEIiAgK5J2tcofUOMuu7j+f48Aqf3O6TCGL4BxkBhxmzZsqVFdzgHAggggAACIQloIYBJkyYZfX6isOLJkyeDOl6GDBmssKKqjyusqM/3aAgggAACCCCAAAIIIBC9AgQUQ3xsCCiGCMjuCCCAAAIIIIBAKgU0uWPWrFnm22+/NVeuXEn2KNWqVbOqJeqitSoU0RBAAIFEElB4e8yYMWb+/PkBh929e3fTq1cvkytXrrCxJBVAtP89bCcKcCBN1NEHlL4hRH2v1chpCIRLQBPX7FCi7q9fv+56aAXOFEhUMLFhw4au27NB4goouKYAm93Kli1rli1blrggcTTyAwcOWNWKNRHHs2XKlMm8/vrrpmPHjnE0WoaCAALxKqAqRE8//bRZunSp1xBVAXbcuHHxOuyEG9c//vEP8/HHHzvj7tu3r+nXr1/COTBgBEIR0PtGz8qKwRyrdu3azvtGfU1DAIHoEPj999/Ne++9Z6ZOnRqwQxkzZgy6MlQ4R6QqU3YFRjvAqO99bwp40BBAAAEEEIgWAX1mqUWodY1UCwEE2/T6WIFFLZ5Tp06dYHdjOwQQQAABBBBAAAEEEEgjAQKKIUITUAwRkN0RQAABBBBAAIEUCGzevNnMnj3b+gB4x44dye5ZoEABK5TYokULK5ioD4dpCCCAQCIJnD171owYMcKMHz8+4Gr9DRo0MP379zeNGzdOMUt6BhBVBdEOIAa6z549e4rHww4IBCtw6NAhr1Ci2yIJOm758uWdShj64JyGQDACf/rTn8zy5cudTQkEBKMW/duo2tjf//53s2fPHq/OlipVyrz55ptUpYr+h5AeIoCAh8CNGzdMmzZtzMKFC71cdA1mwoQJWMWBwNdff20tZmO35s2bm08//TQORsYQEEgfAV3PtsOKixYtCqoTqqZoL3KjKos0BBBIf4FVq1ZZ11z1/zlQa9q0qVXlKXfu3EYL1Bw8eNC62V+fO3cuXQaRXHjRDjMq7EhDAAEEEEAgrQU2bNhgvvvuOyusuH79+qBPX65cOSus2KxZM+s1Mw0BBBBAAAEEEEAAAQTSX4CAYoiPAQHFEAHZHQEEEEAAAQQQcBE4efKktXre9OnT/aqMBNpVF6FVlegPf/iDKVmyJL4IIIBAQgrMmDHDfPjhh2bt2rV+41dg++WXXzbdunVL0kaTZhRCVIAi0H2kUQsVKpRkCLFYsWKRPj3HR8BL4OjRo16hxIsXL7oKKWxkTyLlg3FXLjbwEdCiHL6/N0uWLLHCrrTYFdAiK4H+9mrBgMGDB5uaNWvG7uDoOQIIJLRA27ZtrddKno0gW3z8SmzatMm6xma34sWLmzVr1sTH4BgFAukssGXLFuu5UwGnFStWBNWbRo0aOe8zK1euHNQ+bIQAApET+Oqrr8zo0aONKiv6Ni2w9vzzz5v27dubIkWKeP1Yi8rZYcXDhw8bLYalm/21fa/FINK6aeE3hRV1/TVQFUb73zQ+GgIIIIAAApEQ0OeTkydPtuaFLF68OOhTaPFqzRPRdXUtnJQzZ86g92VDBBBAAAEEEEAAAQQQCJ8AAcUQLQkohgjI7ggggAACCCCAQBIC8+fPNzNnzrSqJboFAapUqWJVS1QoUatK0xBAAIFEFVCgcNSoUeazzz4LSKDnyX79+lkTY5ILIF69ejWihHnz5jUKcPneSpcubQUTc+XKFdHzc3AE3AROnDhh5s2b5wQTNXnMrWklek3gtoOJWbJkcduFnyMQUEBhNU1ytJsqL2jiIy12BUaOHGmGDh3qNwBVyhwyZIjJnz9/7A6OniOAAALGmGeffdZ8//33Xha6TvOf//wHnxgX0Hs0z/eHv/zyi1/QIsaHSPcRSHcB/b+yKyv+/PPPQfVH7xHs956qHENDAIH0EdBnV++//74ZM2aMuX79ul8n9NlVly5dzDPPPJPiDh45csQJLQYKMOrfjh07luLjhmOHggULOkFGO8yoe8+v8+XLF45TcQwEEEAAgQQWuHbtmpk0aZL1OY0Ci8F8TiOuTJkyWWFFVTVWWJFFrRP4l4ihI4AAAggggAACCKS5AAHFEMkJKIYIyO4IIIAAAggggICHwNatW61qiQolbtu2LVmbW265xQoltmjRwgomEgLgVwkBBBJd4N///rf56KOPzPbt2/0ocuTIYTRhTRNlFEy8cOFCRLmSCiDagUT9nIZAtAnow227goXuT5065dpFrcrrWSmRcK0rGRsEIVC3bl2jlaLtNnz4cPPkk08GsSebRJvAzZs3rYUBvvjiC7+ude/e3apoTEMAAQTiRaBjx45m1qxZXsPRhEA9B2pyIC02BTSZc926dU7nFTrV9TgaAghERmDlypVOWFFVFt1ahgwZrPek9vtSJl+7ifFzBCIjsHHjRqP37lp0M1Br2bKl0Wulxo0bh7UDutbrW4HR/t7zPthARzg7p8pVdjXGpEKM+jkNAQQQQACBYAW0qIfmkiisuG/fvmB3M7rerusTen9bq1atoPdjQwQQQAABBBBAAAEEEEi5AAHFlJt57UFAMURAdkcAAQQQQACBhBc4ffq0dSH5u+++M6qa6NbuvvtuqzqRQolaxZ2GAAIIJKKAqrvpwzeFDe3Jazt27EgzCgKIaUbNiSIscOnSJa9Q4tGjR13PmDt3bq9KiVo0gYZAuATmzJljnnvuOedwCr3++uuvBDvCBZyGx9Hf6V69epklS5Z4nTVr1qzm9ddf93qc07BbnAoBBBCIqMDzzz9vpk2b5nWORo0amS+//NLo+Y8WewIvvvii0WI4dnvppZdMjx49Ym8g9BiBGBRYvHixE1YMtBiV75D0POsZVixatGgMjpouIxDbAvqca+TIkUaBxUCta9eupkOHDmleyen8+fNOkDFQgNH+N1WqSsumkHVyIUY9j+mma3E0BBBAAAEEPAVUeXz69OlWWHHz5s1B41SoUMEKK2oRbFUlpyGAAAIIIIAAAggggEB4BQgohuhJQDFEQHZHAAEEEEAAgYQV0MVirSb77bffGn04mlyrVKmStTq7Vplt2LBhwpoxcAQQSByBI0eOOAFEBRzsMKJ9H+kKiFrhWtUOFQQPdJ8vX77EeTAYadwJ3Lhxw5rkaVdLPHDggOsYs2XL5lUpsUiRIq77sAECqRHo3LmzmTFjhrNru3btzNtvv52aQ7FPOgosX77cqELi/v37vXpRtmxZ8+abb5pmzZqlY+84NQIIIBBZgb///e9m8uTJXiepX7+++eqrr4wqu9NiS+Czzz4zAwYMcDr98MMPm/Hjx8fWIOgtAnEgYL9/1XvZYKrFaKETz7BigQIF4kCBISAQOwLvv/++GT16dMDPvvS+sEuXLubZZ5+NugEdO3bMHDx4MNkwoxbOS+um5zQ7rKh7XZfz/N7+Wovq0RBAAAEEEk9Ar491HULzT5YtWxY0QKFChaywohbHVnVFfQ5EQwABBBBAAAEEEEAAgdAECCiG5mcIKIYIyO4IIIAAAgggkFAC27Zts6olKpSoSjDJNX2QqFBi8+bNrWqJ2bNnTygrBosAAvEtoEBUoOCh/W+XL1+OKECWLFmSDSDqQzkaAvEmoErN9qTO3bt3uw5Pq7jrg2lN6tR9iRIlXPdhAwRCEVAFz9tuu83rEKpC1aBBg1AOy75pLDBlyhQrnOjbGjdubAYNGmSqVauWxj3idAgggEDaC/Tu3dsKJHq2unXrmq+//poKOGn/cIR0xnXr1lkTNe2mUEVKJnyGdHJ2RgABP4ErV644VRX1/lYLXLm1W265xbrOrtt9991nCCu6ifFzBMIjoMqnH3zwgd/CDfbR9f+xU6dO1v/LWGp6HvIMMdpf+95fvXo1zYelxTCCCTLqeZGGAAIIIBCfAvp8ddKkSdZr5kWLFplgF3xVNfJ77rnHes2s98Cq8EtDAAEEEEAAAQQQQACBlAsQUEy5mdceBBRDBGR3BBBAAAEEEIh7gXPnzlmhxOnTp1uhALfWqFEjKwigUGK5cuXcNufnCCCAQFQKKGi4Z8+eJKsgXr9+PeL9Tq4CYrFixSJ+fk6AQDQILFmyxKmWqIUSgmmaGGZXmtAEbBoCaSUwbtw48/rrrzunq169elCvn9Oqf5zHXUBVMv75z3/6bfjEE0+YIUOGmDx58rgfhC0QQACBOBFQ1T1V3/NsCuIrpMik8Nh5kBUuKF26tFeHt2zZwmMYOw8hPY1jAV1318Rr+3b69GnX0ebLl88JKmrydcGCBV33YQMEEAhN4McffzQjRowwq1evDnig9u3bG90qVKgQ2omibO/jx487QUbf8OKhQ4esn506dSpdeq0KWXaQ0bMao8IongHH/Pnzp0v/OCkCCCCAQPgEvv/+ezN79myruqL+/gTb7rjjDtOkSRMrrKjr9DQEEEAAAQQQQAABBBAIToCAYnBOSW5FQDFEQHZHAAEEEEAAgbgVWLx4sZk5c6ZVLfHs2bPJjlMfvGpCRMuWLY0CijQEEEAg2gVOnDhhBRCTuqVFANHTKGPGjKZ169amXbt2VmXEkiVLRjsh/UMgYgIrV650QombN28O6jz6oFmhRL0eibcJYUEBsFFUCLRo0cKsX7/e6csrr7xiXnjhhajoG51IXuDGjRumT58+VujGt/Xs2dMMHDgQQgQQQCAhBV566SXzySefeI1dE/u++eYbQjEx9BuhauKbNm1yeqxqFHfffXcMjYCuIhD/AgoCeYYVL1265DrovHnzWpXb7MqKhQsXdt2HDRBAIPUCH374oRk1apTR/1ffpsXkunTpYjp06GAyZ86c+pPE2J56rkoqvKgQyeHDh62bqjamR/MMMiq46Blg9Pxa4W8aAggggED0C6xZs8ZaVFthxV9//TXoDleuXNmqrqgFths3bhz0fmyIAAIIIIAAAggggEAiChBQDPFRJ6AYIiC7I4AAAggggEBcCWzfvt2qljh16lTjFgjInTu3FQRo1qyZdTE3Z86ccWXBYBBAILYFNDkiuQCiW/A61NFnz57dChnqpuoiO3fuNL/88kvAwz700EOmX79+pmrVqqGelv0RiFmBdevWWZXmNCEzqf8rvoPTB8qaiKnXI5UqVYrZsdPx+BDQ5IiHH37YazD6vdaEN1p0C+j1gkKIy5cv9+qo3t+oIuZf//rX6B4AvUMAAQQiLKDA/YQJE7zOosl9CrmpYg0t+gV69+5tvvrqK6ejr732munatWv0d5weIpCgAgcOHHAW7dF7ZC2m4dZ0rd4OK+p9Ms/PbmL8HIHUCej/5/vvv28+//zzgAfQAp6dOnWyFvOk/Z/AyZMnraCiZ2jRDi963qdXkFHX8n2rLwb6Pk+ePDysCCCAAAJRIrB7924zefJks3DhQrNq1aqge6XAuj5bat68uVVdMVOmTEHvy4YIIIAAAggggAACCCSCAAHFEB9lAoohArI7AggggAACCMS8wMWLF83s2bPNd999Z3744QfX8TRs2NAKA+iCLRWKXLnYAAEEIiiwb9++JEOImtgQyZYrVy6n0qFd8VBhRPtre9X6iRMnmvHjx5tdu3b5dUfbvPzyy+app56KZFc5NgJRK7Bx40YnlLh69eqg+qnVbe1QYpUqVYLah40QSAsBPZ/rOd9uWsDD8/u06APnSLnAsmXLTLdu3axJkp6tYsWK5o033rCeb2gIIIAAAsa8+uqr1vsaz1a+fHlrMqAqBtGiW0ABUwVN7fbYY4+Z0aNHR3en6R0CCFgCup40b948M3/+fOt2/fp1VxkttGFXVdQ9i6a4krEBAikWWLx4sRk+fLjRfaD2l7/8xaqmWK1atRQfO5F3iPYgo55ffSsxBvpeoXEaAggggEDaCVy4cMFaREmLe6i6YrCBdwXUFVbUIpia+0JF8rR7zDgTAggggAACCCCAQPQKEFAM8bEhoBgiILsjgAACCCCAQMwKaDLuzJkzzbfffmtOnTqV7DjKlStnTWpo0aKFdZGWhgACCKSFwIkTJ5KtghjMpKzU9lNVD+0KiJ7BQzuAmD9//mQPvXbtWjNmzBgza9asgNupGlPfvn2tCQ00BBJJ4LfffnMqQSxdujSood91111OKJGJXUGRsVE6COh30/M1tUIcvhUV06FbnDIZAU1a6dGjh98W9957rxk0aJBRdTAaAggggMD/Caiq7Lhx47xISpcubaZMmWK9d6JFr8CKFSvMo48+6nRQf+NUZYKGAAKxJbB3714nqKiw4uXLl10HkCNHDqeyoiosFi9e3HUfNkAAgeAFPv30UzNq1CijhfR8W8GCBU2XLl1M+/btjRa7o4VPINqDjAooKhyuhTx0n9TX4RPhSAgggAACngJanFufzyqseOzYsaBxGjRoYJo2bWqFFbk2HDQbGyKAAAIIIIAAAgjEmQABxRAfUAKKIQKyOwIIIIAAAgjElIBWXP7vf/9rhRJVtSi5ppVAtVrcgw8+aFQBJk+ePDE1VjqLAALRL6AVLffs2WPdNMnK/tq+P3fuXMQGUaRIEa8AomcYUV+n9jlPockRI0ZY1UU0UcK3Va1a1QwcONAKfNMQSBSBnTt3OpUSg50IXb9+fet1iG41atRIFCrGGaMCem39wgsvOL3XSsvr16+P0dEkRrffeecd8+677/oN9umnnzZDhgwxei9EQwABBBDwF1CAWwuxeLYSJUpYIcUyZcpAFqUC58+fN6oO7Nm2b9/O37sofbzoFgLBCBw8eNArrKj/524tW7ZsXpUV9fxNQwCB0AW0WNF7773nV23aPvIdd9xhOnbsaB555JHQT8YRUiQQ7UHGYEKMVGNM0UPOxggggICfwMqVK820adOssKLeBwfb9HmuFu5WWLFhw4bB7sZ2CCCAAAIIIIAAAgjEvAABxRAfQgKKIQKyOwIIIIAAAghEvYBWUlYocfr06WbOnDmu/VUgQNUSFUpkZThXLjZAAIFkBG7evJlsBcSUrFqZUmjfwKHv95qUFe42d+5c8+GHH5rFixcHPHTPnj1N7969TSTOHe6xcDwEQhXQyvH6P/HTTz9Z93o+cGuasGWHEmvVquW2OT9HIGoE2rZta/2e200VElRlihZ9AteuXbP+Fk+ePNmvc6ps3K9fv+jrND1CAAEEokxAQW5VCvJsqgyvwH758uWjrLd0xxZQheBt27Y5ILpOqGuANAQQiH2Bo0ePeoUVT58+7TqoLFmyWJ8B6KbKiqVKlXLdhw0QQCB5gTVr1pgPPvjAuhYWqD3++OOmQ4cOpnbt2lBGmUA0Bxmpxhhlvyx0BwEEYlpgx44d1nVhLaS5du3aoMeiirgKK7Zs2dKaQ0NDAAEEEEAAAQQQQCCeBQgohvjoElAMEZDdEUAAAQQQQCBqBVasWGFmzpxpTRA7ceJEsv3UKveajKCKXk2aNInaMdExBBCIPoEjR44kGUJUVcRItKxZsyZb/VBhxAwZMkTi1AGPqaClJuiqauKNGzf8tmnUqJF58cUXmfyZZo8IJ0ovAT0f2IFE3V+5csW1K3Xr1rVCiXodwgQtVy42iEIBVf1t0KCBV89++OEHQ8g2+h4sVZPv0aOHWbVqlVfnVDVZgdI2bdpEX6fpEQIIIBClAsOGDTPDhw/36l3BggXN1KlTTaVKlaK014ndLVV71jVCuylo2r59+8RGYfQIxKGAQjbz5893bsePH3cdZebMma2Qoh1WpCKuKxkbIJCswDfffGNGjhxpfv/9d7/tFDbTokYKKubPnx/JGBOI5iBjctUY9TPddP2DhgACCCDwvwJnz541kyZNMj/++KNVXTHQ57uBrHLmzGm0ANCDDz5oVVfk7zm/UQgggAACCCCAAALxJkBAMcRHlIBiiIDsjgACCCCAAAJRJaAJ0qqWqAlH69evT7Zv2bNntwIBuniqld7y5csXVWOhMwggEB0CCjgraKibnmN871WlNRKtcOHCpmzZsl43TZBS+FDVOaKlaaXNjz76yGzYsMGvS1qN/pVXXj2B7H8AACAASURBVDGdO3eOlu7SDwTCLqCJOZ6hxPPnz7ueQ0FEO5SogCINgVgWUHWEt99+2xmCKoHOmDEjlocUl31fsmSJef75542qy3i2KlWqmDfffNOaVEJDAAEEEEiZwD//+U/z/vvve+2ka0vTpk0zVatWTdnB2DriAmPHjrX+5tntmWeeMe+9917Ez8sJEEAg/QQ06dozrHj48GHXzmTMmNEJKiqwqGtzNAQQSLmArpnr7+zo0aPN9evX/Q6gRY06depknnjiiZQfnD2iXkCfqRw8eNAcOnQoyXtdU03rZldjtAOLqghmf+35b2m5+GNaG3A+BBBAICkBXdOfNWuWFVZMyXP0XXfdZS32obBihQoVAEYAAQQQQAABBBBAIOYFCCiG+BASUAwRkN0RQAABBBBAIN0Frl27ZmbPnm2mT59u3bs1TZrW5AKFEpkw5qbFzxGIfwFNVkoqfKh/P3fuXMQQSpQo4QQQy5Ur5xVGzJUrV8TOG44Db9u2zYwZM8Z89dVXAQ/38MMPm/79+5vKlSuH43QcA4GoEtDzwty5c51gYjAf1t52221OKFGvRWgIxIvAPffc41UVYejQoea5556Ll+HFxTi+/vpr06tXL7+x6D3RoEGDTPny5eNinAwCAQQQSA+Bd955x7z77rtep9Z7OYUUa9asmR5d4pxJCCxatMg8+eSTzk/1+KhSBA0BBBJD4OLFi15hxf3797sOXAEVz8qKvG52JWMDBPwENm/ebC3oMHPmzIA6rVu3tioaN2jQAL0EE7h06VKyAUY74Bgo4BppKi0Q6Rlc9A0y6vu8efNGuhscHwEEEEg3gWXLlpmpU6daYcXdu3cH3Y/q1aubJk2aWGFFPgcLmo0NEUAAAQQQQAABBKJMgIBiiA8IAcUQAdkdAQQQQAABBNJNYPXq1VZ1Fl0c9a0E4tupUqVKWaHE5s2bW/c0BBBIHAF90B2o8qEdSjx16lTEMLTqum8VRM/vVWEwFtvHH39sxo8fb7n6Nn14//LLL7P6dSw+sPQ5WQGt/O4ZSjxy5IirmCY963WHqiXWr1/fdXs2QCDWBHwn+qv/W7dupTJ5FD2Qqm6pKpe+rW3btmbw4MEmW7ZsUdRbuoIAAgjEpoAm3auaomfT86sW0rr99ttjc1Bx2GstKqLJkp5N1wUyZ84ch6NlSAggkJzA1atXvcKKwU66VljRDixSHYbfMQRSJqDP8kaMGGE2btzot6OukXfp0sV06NDBCoXREPAU0DXY5CoxKsioRSjTuuXMmTPJEKMCjLoVL148rbvF+RBAAIGwC2jB2smTJ5sFCxaY9evXB318LdJ77733mpYtW1pzdGgIIIAAAggggAACCMSKAAHFEB8pAoohArI7AggggAACCKSpgFY2VpVEhRLXrVuX7LmzZs1qBQJ0U7XEAgUKpGlfORkCCKSdgKqZ7dixw+u2c+dOqzKiW4A51F5mz549YAhRFRFLly4d6uGjav+VK1easWPHmjlz5gTsV7t27Uy/fv1M4cKFo6rfdAaB1ArcvHnTqZL4008/mWAqLGjSsx1KbNiwYWpPzX4IxIRA7969vSrpPvbYY2b06NEx0fd47+SVK1esqol63+TbBgwYYPTY0RBAAAEEwicwfPhwM2zYMK8DZsqUyXz33Xembt264TsRRwpJQK/PPYNI//3vf03t2rVDOiY7I4BAbAvoff/8+fOd2/bt24MakCrD2GHFSpUqBbUPGyGAgLEW0Bk1apQ5f/68H0flypVNp06djBbUoSGQEgH9PtkVF33vFW60A44pOWa4tlVI0Q4rJvV1uM7FcRBAAIFIC2jR30mTJpkff/zRaPHCYFvu3LmtsKKCiqqumCdPnmB3ZTsEEEAAAQQQQAABBNJcgIBiiOQEFEMEZHcEEEAAAQQQiLjAjRs3jCYMaeV5rbLq1jTxS8EArcZWo0YNt835OQIIxIjAtWvX/EKICiVq4lAwlcxSO0xNKlUVVoUNPe/tr4sUKZLaQ8fMfqocN3LkSKtq4pkzZ/z6Xa1aNfPSSy+ZZv8fe+8BLUWxfm8XOeccJOcMguTgIhy4XIJkySiCkhRQokgyBwSUeEFRBAUuAoeMwJ+MCJIzApIzSM7wrV336/nN9PSZrpnuyftdq9cczlR8ZjjTU1X73XXrhs2cOFASiIuAdjhx7dq10jHx77//NoVVpEgRhyixSpUqpuVZgAQigcD9+/cF3vsQwmkxa9YsupWHwIuL+6NevXq5JXRJly6dGDFihGjVqlUIjJJDIAESIIHII4DD9h999JHbxCBSrFChQuRNOAxnBNHDkiVLHCP/4osvKIIIw9eRQyYBfxLYsGGDFCvCIQbu8CpRvXp1+T0IgsXChQurVGEZEohqAkgsCAdqCByMIiYmRrop4v8WgwTsJKCJFZ1Fi/rfGe1/2DkGo7YoYvQ3YbZPAiTgLwILFy6U37FxD+2Nm23VqlVlknGIFXPnzu2v4bFdEiABEiABEiABEiABEvCJAAWKPmH7v0oUKFoEyOokQAIkQAIkQAJ+I7Bz5065oPnrr7+KS5cueewnR44cchET4pg6der4bUxsmARIwP8E4Gagd0PEv0+fPu23znPmzBmnCBF/X6I5Vq5cKaZMmSK2bt1qiAHuTP369ROJEiWKZkyce5gTQDIECBJxCBGPKqJEZHXXnBKrVasW5gQ4fBLwngDEiHDN1QIHCX7//XfvG2INWwkgc/Wbb74prl+/7tIuEreMHDlS4PAHgwRIgARIwH8EJk6cKEaPHu3WARxt6a7tP+6qLeudLjt16uTmfKnaFsuRAAlEPoEtW7Y4xIr79+9XmjDWBzRnRSR0YZAACcRNYPXq1QKfzTt27DAs1K1bN/Haa69RuMA3UUAJwI3RWbSoOTLqf4f15EAGRYyBpM2+SIAEfCGwadMmgbUPiBXPnj2r3ESJEiVErVq1pFixbNmyyvVYkARIgARIgARIgARIgAT8RYACRYtkKVC0CJDVSYAESIAESIAEbCWADZ5ly5ZJUeKff/7psW2IYSAMwIUFy4wZM9o6FjZGAiTgPwLnzp0TcQkRnz59anvHWbJkidMBEU6I8ePHt73PcG8Qf48nTJggpk2bZjgVCBwGDRokypcvH+5T5fijlAD+1jiLEvE3ySzy588vEyLgqlGjhllxPk8CEU2gWbNmLuL1vn37igEDBkT0nEN9crNnzxb9+/d3GyaSuEAsw2zUof4KcnwkQAKRQmDy5MlSFK6P//73vxSKB/lFhkN6+/btHaMoV66cWLp0aZBHxe5JgATCgcAff/zhECvu3r1bachVqlRxOCsWK1ZMqQ4LkUA0Epg6dar45ptvxNWrV92mj++xcECGoyKDBEKJwOXLlx1CRr2IEf8+f/68V25idswtW7ZswlnI6Pxv7WfuhdlBmm2QAAmYEYATOdZAkBT04MGDZsUdz2PPHntvOPuDM0AMEiABEiABEiABEiABEggGAQoULVKnQNEiQFYnARIgARIgARKwhcCKFSvEwoULxaJFi0zbK1OmjFyQjImJEaVKlTItzwIkQAKBJ/DgwQPpQAbBj9H1+PFjWweVJEkSkSdPHnnh0IL2mCtXLilMTJw4sa39RXpjv/zyi/jPf/5juGkElu+//748GMIggXAj8OTJExdRoooza968eR2iRGRxZZAACQiBAwZwBXEOOPcVKFCAeIJE4OOPP5YHOvXRuXNn8eGHH4oECRIEaWTslgRIgASikwC+T33wwQduk58zZw4TXQTxLXHp0iWBdUUt8P1WJVFJEIfMrkmABEKQwM6dO8W6devkgeu4nN/0w4aLrpZsEe7mDBIgAVcCSJb39ddfix9//NEQDdbkIFKsU6cO0ZFA2BC4ffu2FCpqgkXnn4MlYkQyT72IUS9sTJgwYdgw5kBJgARCn8C1a9fEvHnzxKpVq1wSHpqNPHXq1HL9BGeCIFhMnjy5WRU+TwIkQAIkQAIkQAIkQAK2EKBA0SJGChQtAmR1EiABEiABEiABnwns2bNHLF68WLolYiPGU2BzBG5F2HzEIiSDBEgg+ASuXLkSpwgRh/7sjnTp0rkJEDVRYtasWe3uLirbO3TokJg0aZLcKDKKRo0aSXcsClCi8u0RtpOGINrZKfHMmTOmc8mXL5/D5YBZWk1xsUAUEtCL4apXry7mzp0bhSSCP2UkhXj77bdFbGys22CGDBkievfuHfxBcgQkQAIkEKUEpk+fLpO76AOOt3qhf5QiCsq04ZrovA4JV0U6mwXlpWCnJBARBPbu3esQK/7+++9Kc6pYsaL8HMB6Q8mSJZXqsBAJRAuBzZs3i7Fjx4pNmzYZTrlTp05SqFiwYMFoQcJ5RjiBUBQxZsqUySFijMuVkUlBI/yNyemRgB8JzJ8/X54RQsLDe/fuKfeEPQicFWrYsKHIkSOHcj0WJAESIAESIAESIAESIAFvCVCg6C0xXXkKFC0CZHUSIAESIAESIAGvCFy+fFksW7ZMihK3b9/usS5cPrSswg0aNBDI6sggARIILAG4IJ44ccLQBdGbTQPVUWNDQXNA1LshpkmTRrUZlvOBwJQpU6Rr4rlz59xqQwCKg7XNmzf3oWVWIYHAE3j06JGLKPHs2bOmg8ifP79DlMgD46a4WCDKCZQvX97l8wKHB1u3bh3lVAI//ePHj4sePXoIHIp2jowZM4oRI0bwczvwLwl7JAESIAE3AjNmzBCDBw92+/3MmTPpABSk9wuEDXBu0GLcuHGiVatWQRoNuyUBEogkAgcPHnSIFeMSV+nnW6FCBcdaROnSpSMJB+dCApYI4F5p/PjxwmhND2vV3bp1E6+99ppIkiSJpX5YmQTCgUAoihix9pQzZ04pEtJf+D2eZ5AACZCAGYH169fLc0MbNmwQcFNWjVKlSsl7aDgrMuGHKjWWIwESIAESIAESIAESUCVAgaIqqTjKUaBoESCrkwAJkAAJkAAJKBHAwZ9FixbJBUaz0BYU4ZRYpkwZs+J8ngRIwCIBCNIgQjx58qR8dL6eP39usXX36rly5RJwJ8OVN29e6YqoiRETJUpke39s0DOBLVu2CIgTnQ9oOtfA4c333ntPZMiQgShJIKQJPHz40EWUaCS21U8AbqDYxIQgsVatWiE9Pw6OBEKFAD4v8NmgRfLkycXhw4cFP8MD+wrh8Eb37t3FzZs3XTrGoWaIEytVqhTYAbE3EiABEiCBOAn8+OOPYuDAgW7Pf//996J+/fokF2ACX3zxhRgzZoyj1zfeeEOMGjUqwKNgdyRAApFO4NixY+L//b//J69169YpTReJYDRnRe6LKCFjoQgngO+7X3/9tVy7NorKlStLN0U4KTFIINoJQMQIl3Dn6/z58y7/vnHjRsAwQTxsJFx0/h0FxgF7OdgRCYQFgQMHDoj//ve/8v75yJEjymNG4uOaNWtKsSIeGSRAAiRAAiRAAiRAAiRglQAFihYJUqBoESCrkwAJkAAJkAAJxElg3759YsmSJVKUaOZcBHfE2rVry+zxcEtkkAAJ2EvgypUrLsJDZzEiRD12R+bMmaUAEY5kmhhRe0yYMKHd3bE9HwjcvXtXTJgwQbom3rlzx62FYsWKiSFDhsi/zQwSCFUCDx48cBEl4tCFWRQsWNAhSuRmpRktPk8C7gQgiouNjXU80b59e4GD/ozAEYCTxIABA9w6xPcoCCyQqZ5BAiRAAiQQWgR++uknmfhFH9OmTeOh+gC/VMuXL5eOS1pA1L9gwYIAj4LdkQAJRBMBrMNqYkU8Pn361HT65cqVcyRTgnCRQQLRTGDnzp1SqLh69WpDDK+++qr8bC9RokQ0Y+LcScCUANbS9aJFCBqdf4e9xEAFXRgDRZr9kED4Ebh8+bKYN2+eWLlypdi+fbvyBNKmTStq1KghzxtBsJg4cWLluixIAiRAAiRAAiRAAiRAAhoBChQtvhcoULQIkNVJgARIgARIgARcCFy7dk0sW7ZMihJ///13j3TixYsnBQK4sEiYLVs20iQBErBAACIzZOfWuyDiEAyyp9odqVOnNhQgQoiYMmVKu7tjezYSWLp0qRQmbtu2zbDVvn37iv79+4sECRLY2CubIgF7CNy/f99FlIhDFGZRqFAhhygRm5MMEiAB3wjgXl9/4A/3/XAtYASGwOjRo8XEiRPdOoNrxIcffhiYQbAXEiABEiABnwj8/PPPol+/fm514QrUuHFjn9pkJe8JnDlzRrz00kuOili/wFoKgwRIgAQCQQB/g5zFiiqJ44oXLy5q1aolHWGqV68eiGGyDxIISQJwVRo3bpz466+/3MaXPn16AVdkfDdOlSpVSI6fgyKBcCDw5MkT6bpoJmQMxFyMXBj1roxJkyYNxFDYBwmQQBAJPHv2TDorLl68WGzYsEE8evRIaTQ4i4T9wHr16kmxYtasWZXqsRAJkAAJkAAJkAAJkAAJUKBo8T1AgaJFgKxOAiRAAiRAAiQgCaxZs0YsXLhQChOxSOgpcKgZokQsBr744oskSAIk4CUBZDDF4Tn9pSLS8bIrgQ1AvQOi9m9kN2WEFwG42U6aNEl89913hgOvVq2aGDx4sECWdgYJhBKBe/fuuYgSL168aDq8woULO0SJPMBniosFSECJAMTtH3zwgaNs0aJF5f9Nhv8J4O9gnz59BJIM6GPYsGGiR48e/h8EeyABEiABErBMYM6cOeKdd95xawfi81deecVy+2xAjQDWJpF4QYuNGzeKAgUKqFVmKRIgARKwiQDWcp3Finfv3jVtOX/+/FKoqAkW6QpjiowFIowARAlwU/zmm28M3Uixrt21a1feV0XY687phB6Bc+fOCew3xfWo8plmx6wyZMgg9KJF539nyZLFjm7YBgmQQAgRwH7E/PnzBb7He+P6WqZMGVG7dm3RsGFDgX0NBgmQAAmQAAmQAAmQAAnERYACRYvvDQoULQJkdRIgARIgARKIYgIHDx6UmcogSjx9+rRHEpkyZZILfrjglkhXrih+43DqygTw/8pIiPjPP/8ot6FSEBkE9SLEvHnzyt9hI48RGQRmz54tXRMPHz7sNiEIUd9//315eINBAqFCAIcYsNGIw3p4vHTpkunQihQp4hAlQnDLIAESsJcA7uN3797taHTo0KGiV69e9nbC1twI4H7wrbfeEgcOHHB5DlmfR4wYIZo0aUJqJEACJEACYUQAmf979+7tNmIctG/RokUYzSR8h/rqq6+KdevWOSaARD5NmzYN3wlx5CRAAmFPAIerncWKN2/eNJ1T9uzZXcSKadKkMa3DAiQQKQSwxj1mzBi5R2kUzZo1E6+99hqTpEbKC855hB0B7GN6EjGqrPXbMemECRPGKWB84YUXRK5cuQTF/naQZhskEBwCe/fule6K2EM8fvy48iBwDuLll1+WzopVq1ZVrseCJEACJEACJEACJEAC0UGAAkWLrzMFihYBsjoJkAAJkAAJRBmBGzduiGXLlklR4pYtW0xnj4U9uCXWr19f5MyZ07Q8C5BANBI4evSowKUXIz58+NBWHNho04SHzoLEPHny2NoPGwstAvv27ROTJ0+Wf7eNonHjxmLgwIFSkMoggWATuHPnjoso8fLly6ZDQqZT3GvgnoMbiaa4WIAEfCawa9cuuWHvHH/++afAoViG/wjgkHK3bt0E/j46B1whRo4cKcqXL++/ztkyCZAACZCA3wjg+1nPnj3d2h87dqxo3bq13/plw/8j8NFHH4lvv/3WgQOvBZL2MEiABEggFAhgDwbfAyCkxqXiDJMuXTqHqyLcFekYFQqvJMcQCAJLly4VuH/av3+/W3cpUqSQ36chVMyYMWMghsM+SIAEFAk8fvxYChg9iRjt3iONa2hIAKaJFY0ekeSVQQIkEPoE4E4+b948sXLlSrFz507lAadPn17UqFFD7n3gYqJ1ZXQsSAIkQAIkQAIkQAIRS4ACRYsvLQWKFgGyOgmQAAmQAAlECQFsiC9cuFAsWLBAYNPAUxQrVkwKBerVqycqVKgQJYQ4TRIwJ3Dy5Elx5MgR6WCHR+3n58+fm1dWLAG30oIFC0qxmV6MiEyhjOgiMHHiROmaePHiRbeJZ8uWTR7ARDZpBgkEk8Dt27elKFFzS1Q5eKfda+B+o3LlysEcPvsmgaghgM+M6dOnO+YbExMjZsyYETXzD8ZEwXfw4MFuXf/73/8Wo0aNEvgsZ5AACZAACYQvAayzwSFXH1999ZVo27Zt+E4sDEa+aNEi8eabbzpGisOIc+bMCYORc4gkQALRRuDu3btSpKgJFiHkMIukSZO6iBWZnM6MGJ+PBALjx48XcKPWJ/fB3EqUKCFef/110aZNm0iYKudAAlFD4OrVqw4RoyZmdH5USW5oByyIFjXhIhLBOosYuTZnB2G2QQL2E8B5JjgrxsbGig0bNohnz54pdQJxItYHkHwdYkUmOFDCxkIkQAIkQAIkQAIkEHEEKFC0+JJSoGgRIKuTAAmQAAmQQAQTgIhq8eLFUpQIYZWnyJAhg6hdu7a8GjRoIBIlShTBZDg1EvBM4OzZs4ZCxEePHtmGDptgECLqr7Rp09rWBxsKXwLYbJk6dapYs2aN4SQ6d+4sBgwYIJBdnUECwSBw69YtF1EiDhuYRfHixWUCBFyVKlUyK87nSYAEbCYAYTCcPLSYMmWKgAsvwz8ERowYIcBYH927dxd4jkECJEACJBAZBLDuBmcffXz++eeiQ4cOkTHJEJzF8ePHRbVq1Rwjg2PCgQMHQnCkHBIJkAAJ/B8BHLTWXBUhWDTbs9Fq1qxZ0yFYLFq0KJGSQMQSOHXqlBgzZoyYO3eu4RwbNmwohYpMdhaxbwFOLMoIYM/VSLjo/Lv79+/7lQrOQzgLFnPnzi2QGEC74OTKIAESCD6B3377TcyfP1+KFZ33OMxGVq5cOVG3bl0pVixUqJBZcT5PAiRAAiRAAiRAAiQQIQQoULT4QlKgaBEgq5MACZAACZBAhBGAYGDp0qVSlLhx40bT2WFzG0IBZBGDYIpBAtFE4NKlS4ZCRGS2tiPix49vKEKEKDFJkiR2dME2IozAzZs3heaaaLTxCoHX0KFDxcsvvxxhM+d0woEA3p/OTonXrl0zHTYynGuixIoVK5qWZwESIAH/ENA7PCFz8L59+/zTWZS3CreH3r17ixUrVriQiBcvnhQmGolYohwZp08CJEACYU8A63Bdu3Z1m8cnn3wikFyG4R8COFwIN3cttm3bxrVN/6BmqyRAAn4isH79eodgEckmVeKll15yiBVx4JpBApFIAOuPX3/9tdixY4fb9BImTCi/V7/22msiR44ckTh9zokESMCJwPXr1w1FjEg0e+bMGXHlyhW/8sqcObNDrJg3b14X8SITzvoVPRsngTgJ7Nq1S7or4n7h77//ViaVP39+uV8JsSKTqCpjY0ESIAESIAESIAESCEsCFChafNkoULQIkNVJgARIgARIIEIIIFsYDh7/+uuv4uHDhx5nVaRIEemUWKdOHS6+Rcjrz2l4JoANrCNHjggc9MCj9vM///xjC7pkyZKJwoULu4kRsdDNIAFVArGxseI///mP4cELtNGvXz/x7rvvCggcGCQQKAL4O+ksSsTfU7MoWbKkQ5SIg3MMEiCB4BPo2LGjQJZhLXCYb+TIkcEfWISNAPeYb775przndA4cmoQ48d///neEzZjTIQESIAES0AhAmN6lSxc3IKNHjzYUL5KcdQLNmzcXW7ZscTQ0ffp0edCQQQIkQALhSOD3338XcFWEw+LevXuVplCqVCmhuStWqVJFqQ4LkUA4EcBa+fjx48XVq1fdho0kkEgQgfUOBgmQQPQSQKJPCBVPnz7t9ojfIemivyJdunSG4kUIGZEcjkECJOB/AhArz5s3TyYLVL2Hxqjwf7RWrVpyDaFBgwb+Hyh7IAESIAESIAESIAESCCgBChQt4qZA0SJAVicBEiABEiCBMCZw7NgxsXjxYilKPH78uMeZpE+f3iEWwCJb0qRJw3jmHDoJGBNA5nwjIaJdGTSRnRdCRFwQ+mo/586dmy8JCfhMANkdJ0+eLH744QfDNqpXry6GDBkiypQp43MfrEgC3hCACBGH4iBMxOONGzdMq+NQnOaUWKFCBdPyLEACJBA4AjikoxcLY8O+dOnSgRtEFPS0evVq6eKgd0AGe4gTy5YtGwUUOEUSIAESiG4Cq1atEp06dXKDgM+B7t27RzccP8x++PDhYurUqY6W+/btKwYMGOCHntgkCZAACQSWwM6dOx3Oitu3b1fqHGItTayIR6xjM0ggEghcvnxZuinOmDHDcDp169aVbooQGTBIgARIQE/g1q1bhuJFTdR47949v0BLmTJlnOLFbNmy+aVPNkoC0U7gwYMH0lkRCYE3btyojCNRokSiRo0aUqgIwSLExwwSIAESIAESIAESIIHwJkCBosXXjwJFiwBZnQRIgARIgATCjMCdO3fEsmXLpChx/fr1pqOHsAWCgZiYGIGMfQwSiAQCWGA2EiKeP3/etukVKlTITYhYoEAB29pnQyQAAjNnzpSuiRCc6wNC8mHDhskDFgwS8DcBZCJ3FiWqZBaGuEkTJZYvX97fQ2T7JEACPhIYN26c+PTTTx21y5UrJ5YuXepja6xmRGDatGnyM1sfTZs2FaNGjRKZMmUiOBIgARIggSghAMF6hw4d3GaLz4kePXpECYXATBMuCX369HF0VqdOHfkdm0ECJEACkURg//79DrHi5s2blaaWM2dOKdbSBIsQSTBIINwJbN26VQoV4xIcvP766wIX90HD/ZXm+EkgsASuXbsmBYyaAyMSimrXuXPn/DKYJEmSxClezJUrl1/6ZKMkEI0EkKQRgsUNGzYIJLlWDex34mwVxIr58uVTrcZyJEACJEACJEACJEACIUSAAkWLLwYFihYBsjoJkAAJkAAJhAmBTZs2iYULF0phot6VQz8FCKtqAkz6YwAAIABJREFU164tcDCnSpUqYTJDDpME3Ak8ffrUUIh46tQp23Bhw1rviAh3xHjx4tnWBxsiAT2BXbt2SacH/F03iiZNmohBgwbJTUoGCfiLADKQO4sSVTbo4OSpiRJffPFFfw2N7ZIACdhIAIdSjx496mjxww8/lIf2GPYQgOAEAkV9QIRiJFq0p1e2QgIkQAIkEMoEcI/dtm1btyEOGTJE9O7dO5SHHlZjO3TokPxuokXWrFkFvmszSIAESCBSCSDBGT5j1q1bJ6/nz5+bTjVDhgwuYkUmTzFFxgIhTuCnn34SSMR09uxZt5FC2NO1a1eZ8C9BggQhPhMOjwRIINQJPHr0yCFWhGjx5MmTLv/2x/jjx48fp3gR+4X82+YP6mwzGgjs2LFDihXXrFljeA8RFwO4lOPMFcSKTNQaDe8UzpEESIAESIAESCBSCFCgaPGVpEDRIkBWJwESIAESIIEQJnDixAkRGxsrRYlG7lrOQ0+bNq1DMNCgQQORPHnyEJ4Zh0YC7gTwHj98+LAUJGruiH/99ZdtqJA52kiImDhxYtv6YEMkYEYAB4cmTJggXRMhDtNH9uzZpZgBjksMEvAHgYsXL7qIEu/evWvaTdmyZR33GHBeY5AACYQPAThstGjRwmXAOMyP7w4MawRu3bolevXqJX777TeXhhIlSiSGDx9OEag1vKxNAiRAAmFPYP369aJNmzZu8xg4cKB45513wn5+oTIBHNJ9+PChYzgQKEKoyCABEiCBSCeABH6aUBGiRee/hXHNPUWKFA5XRSSyoUtTpL9LInd+SLIGN8VJkyYZTrJGjRpSpAj3IwYJkAAJ+IMA9vqc3RadxYv4+cmTJ/7oVrzwwgtSwIjku3h0/jlp0qR+6ZONkkCkEcB99Lx588Ty5cvFwYMHlaeXJUsWmfgDYsV69eop12NBEiABEiABEiABEiCBwBOgQNEicwoULQJkdRIgARIgARIIMQJwR1y6dKkUJWJj2SyqVq0qRQNYBCtQoIBZcT5PAkEngA0bvRARgsRnz57ZMjYsDhsJEXEAg0ECwSSAv+kQJsb1tx2HJgYMGCDSpEkTzGGy7wgkcP78eRdRopkTMxDAHfHll1+W9xgQKDJIgATCk0D//v3F7NmzHYN/5ZVXxMSJE8NzMiE0aog8u3fv7pZEJnfu3GLEiBGifv36ITRaDoUESIAESCBYBDZt2iRat27ttt7x7rvvCnxGM6wTaNSokYATghYzZ86U7gYMEiABEogmAhcuXHCIFSFaRDIVs4BDE0SKOGSNR6ynM0gg3Ajs3r1bChVXrVplOPQOHTpIoWKRIkXCbWocLwmQQJgTgMurkesixIsq+zO+TB+JWpyFi87ixVSpUvnSJOuQQMQTQBJXOCsuWrRIbN26VXm+EAQjIQLEirj4f0wZHQuSAAmQAAmQAAmQQEAIUKBoETMFihYBsjoJkAAJkAAJhAgBLHgtWLBAXnfu3PE4KggRa9euLa/q1auHyAw4DBJwJXDu3DlDIaJKNmcVlunTpzcUItIRSIUeywSSwPXr12U2Z4gTjd7/JUqUEO+//748DMQgAbsIYAMcYti1a9fKR5W/vRUqVHCIEkuXLm3XUNgOCZBAkAg8ePBAFC1aVOBRCx7at/5irFy5UnTr1k08evTIpbHKlStLcWKpUqWsd8IWSIAESIAEIobAli1bxKuvvur2udG3b1+ZoIZhjcDgwYPFjBkzHI3QodIaT9YmARIIfwJYh8Q6kOauePXqVaVJ4fuMJljkmpASMhYKIQLz588XY8eOFX/99ZfbqJDQsmvXruL1118XyZIlC6FRcygkQALRSuDSpUtxihdVkgz4wi1Dhgxxihex384gARL4HwEkkodgccOGDeLevXvKWF566SWZtBBiRSQxZJAACZAACZAACZAACQSXAAWKFvlToGgRIKuTAAmQAAmQQBAJIHNebGysFCXCUc5TpE6dWroY4cLiFrNwBfGFY9cuBC5fvmwoRDQT2qpixHvdyBExU6ZMqk2wHAkEjcDChQulMHHnzp2GY6BzRtBemojs+PTp0y6ixMePH5vOs2LFig5RYsmSJU3LswAJkED4EIBzorM70wsvvCD++OOP8JlACI50ypQpUoSoj+bNm4tRo0YJHugJwReNQyIBEiCBECDw+++/i3bt2rkdbuvTp4+AwI7hO4FZs2YJfK/WAocBp0+f7nuDrEkCJEACEUQA6/OaUBGixfPnzyvNrkyZMg5nxUqVKinVYSESCDaBJ0+eSDfF8ePHC/ysD6yBQqQI92UGCZAACYQqASQaiMt58dq1a34ZNs6gxOW8CJE3gwSilcC2bdukWHH16tXi4sWLyhjg3Fy3bl0pVsR9NYMESIAESIAESIAESCDwBChQtMicAkWLAFmdBEiABEiABAJMAA5GyLwFUSIWs8wCmWshSqxXr54oVKiQWXE+TwJ+I3Djxg1DISJ+b0ckTZrUUIiYPXt2O5pnGyQQUALHjx8XkydPFj/99JNhv8hIPmTIELosBfRViczOsFnt7JT49OlT04ni3uLll1+W9xfFixc3Lc8CJEAC4UmgRYsWYvPmzY7Bv/3222LQoEHhOZkQGDU+t7///nu3kVBcEgIvDodAAiRAAmFAYPv27aJ9+/ZC74jRs2dP8f7774fBDEJziHv27JGJ3LTIlSuXwCFCBgmQAAmQgCsBOMBrYkU8njx5UgkREgfWqlXL4a4YL148pXosRALBInDkyBEpVFy0aJHhEFq1aiWFiqVKlQrWENkvCZAACfhE4Pbt23GKF70RT3nTOZxnIV7Mly+fyJ8/vyhQoIDjkcm0vSHJsuFO4MSJE2LevHli+fLlAvcaqpEtWza5FwuxIh4ZJEACJEACJEACJEACgSFAgaJFzhQoWgTI6iRAAiRAAiQQIAI4HAMnrV9//dXtMJJ+CFjkrV27trwgYmGQQCAJILMyHD2xuIpL+xlOiXZEggQJDIWIuXPntqN5tkECQScwY8YM6ZqIzQp9YDNv2LBhokuXLkEfJwcQvgTw3nIWJT5//tx0MlWrVnWIEosWLWpangVIgATCm8DRo0fdvkds2LBBFCxYMLwnFoTR37x5U/To0UOsXbvWpXck14CbYqdOnYIwKnZJAiRAAiQQjgT+/PNP+bmhd77o3r27oUNvOM4x0GNGgpacOXO6dHvgwAG6Ggf6hWB/JEACYUfAWayoesga6/fYr9IEi8mTJw+7eXPA0UNg2bJlUqi4f/9+t0mnS5dOdO3aVbz22msibdq00QOFMyUBEohYAg8ePHATLyIZARJcnjlzxi/zhruiXrQIASOSxjBIIJIJIPEUnBVx9gvJqFQD9864l4ZYERfvpVXJsRwJkAAJkAAJkAAJeE+AAkXvmbnUoEDRIkBWJwESIAESIAE/EsCCb2xsrBQlHjx40GNPKVOmlFmzcCHzd5o0afw4MjZNAv8jcOzYMbFv3z6Bw1uaEPHcuXO24cEh+CJFikhBIi78jM0JBglEIoEdO3aIqVOnisWLFxtO75VXXpHOVdyci8RX3/9z+uuvvxyiRBwiU4nq1as7RIn4G8wgARKIHgKffvqpGDdunGPC1apVkxl+Gd4RwD1yt27d3JIOIKEMxIl169b1rkGWJgESIAESiHoCu3fvFp07dxaXLl1yYYFD8qNHj456Pr4AqFevnlzb0mLOnDmiRo0avjTFOiRAAiQQlQS2bt0q3RWRDMv576knGJkzZ3YRK2bIkCEq2XHSoU/g22+/lesjSMypj7Jly0qRYosWLUJ/IhwhCZAACfhIAEldIFTUBIv6n589e+Zjy8bVEiVK5OK06Oy6iPMwDBKINAI4DwbB4vr16wVcy1WjcuXKokGDBlKsmCNHDtVqLEcCJEACJEACJEACJKBAgAJFBUieilCgaBEgq5MACZAACZCAzQSePHkili5dKkWJq1atMm29YsWK0imxTp06go5GprhYwAIBiGRxwADX3r175SMyKtoRefLkcRMiQgwTP358O5pnGyQQ0gQeP34sJk6cKF0T9U4YGDjcHN5//33RpEmTkJ4HBxd6BOCApjklwvlMJZB98+WXX5YJD+iUpkKMZUggMgm89NJLLtmxx4wZI1599dXInKyfZgW3BYgTcYjHOSD+hjixWLFifuqZzZIACZAACUQ6AazJ4DC8PkFUly5dxMcffxzp07d9fv379xezZ892tDts2DDpfswgARIgARLwngDcfjV3RSRjU4lUqVI5XBXhrsgD1irUWCaQBE6fPi3dFH/55RfDbrFu//rrr4sKFSoEcljsiwRIgARCggD+RsYlXnz48KGtY4TrIgSLzqJFuDAysautmNlYEAls2bJFihVXr14trly5ojwS7DUg+RLEiiVLllSux4IkQAIkQAIkQAIkQALGBChQtPjOoEDRIkBWJwESIAESIAGbCGCzdsGCBfK6ceOGx1bz5s3rcEuEgIBBAnYSwCFqTYjo/Kg/XO1LnzhcoHdEhBAxSZIkvjTHOiQQ9gSwwQBhYlziMRxsGDhwoMBBHQYJqBCAm60mSty0aZNKFSlI1ESJ2MxlkAAJRDeB3377TXTs2NEFAjJj835N/X2BxANGLlatW7cWI0eOpNu9OkqWJAESIAESiIPA/v37xRtvvCGdLJwDn+GfffYZuXlB4PvvvxdDhgxx1GjatKmYNGmSFy2wKAmQAAmQgBEB7C1oYkUctlaJhAkTOsSKcLMtVKiQSjWWIYGAEMD7GQmctm/f7tZf8uTJBRytkUQCAhoGCZAACZCAEBcuXJDixePHj4u//vpLXvj51KlTtuJJnDixm2hREzKmSJHC1r7YGAkEisCxY8fEvHnzBBIh4v+NauA8DpLbQ6yI+2kGCZAACZAACZAACZCA9wQoUPSemUsNChQtAmR1EiABEiABErBAAJnOY2NjpSgRm7WeAptbECPiiomJEenTp7fQM6uSwP8I3L9/302MCKdEq5E5c2YXISJEiBAmpkyZ0mrTrE8CEUHg8uXLYvLkyVKcCOdcfZQqVUq6JsJliUECZgTwd1sTJaoc+IoXL568n9BEiUh8wCABEiABjcBbb70lFi5c6ADSrl078eWXXxKQIgEkFvjxxx/dSvft21cMGDBAsRUWIwESIAESIAFzAocOHZJuvTjk6Rz87DZn51wCIoPGjRs7foWDrBs3bvSuEZYmARIgARLwSODo0aNSrIj1KzyqRsWKFeXBalzly5dXrcZyJOBXAtOnTxdjx44VV69edesHDkZIOti2bVu/joGNkwAJkEA4E3j8+LGbaFETL96+fdvWqWXNmtVFvKi5L77wwgu29sPGSMCfBJDgHs6K2LfZuXOnclc4m4O9YIgVcUHMyyABEiABEiABEiABEjAnQIGiOSOPJShQtAiQ1UmABEiABEjASwLPnj0TS5culaLE5cuXm9auUKGCqF27tsxyVbx4cdPyLEACcRG4deuW2Lt3r4sgUX+IzVt6CRIkECVLlpQXNl41IWK6dOm8bYrlSSBqCMyfP18KE/fs2WM45/fee0/069cvanhwor4RgGMKDnXh2rp1q2kj+HvtLErMnTu3aR0WIAESiD4C2OjGPZ1z4HOrSpUq0QfDyxmD3ZtvvunmioxDAMOHDxft27f3skUWJwESIAESIAFzAkeOHJGfP3BSd442bdqIr7/+2rwBlpDJu/Lly+dCAk4FTLLFNwcJkAAJ+IcA3H81Z0U8Pnz4UKmjokWLOsSKECzCbZFBAsEicOXKFXmvBSdmo2jQoIF0U6xWrVqwhsh+SYAESCAsCVy6dMnhtKiJFvF4+vRpW+eTJEkSkT9/file1ESL2iNdF21Fzcb8QABnzSBYxL00zp+pRtWqVR1iRYh3GSRAAiRAAiRAAiRAAsYEKFC0+M6gQNEiQFYnARIgARIgAUUCyGSFjFa//vqruHbtmsdaEA1obokQJjJIwFsCyNwKV07n69SpU94241I+WbJkDjGisyjRUqOsTAJRRAAHR6dOnSpmz55tOOtatWqJoUOHihIlSkQRFU7VGwIQmWuixG3btplWTZQokYsokRlhTZGxAAlEDIEzZ84IX/7PwwUADr7OceHChYjh4q+J4O8zHKz099uFChUSI0aMkFmKGSRAAiRAAiTgLwI4rAmR4oEDB1y6aNmypRg/fry/uo2odvF9HN/ZtcBhv0qVKkXUHDkZEiABEghFAufPn3cRK6q6JuXIkcNFrJg+ffpQnB7HFAUEsEY7ZswYt2RFmDoSxnXt2lU6KvqyRhMF+DhFEiABElAm8OjRI4fr4vHjx6WIURMw3rlzR7kdlYLZsmVzEy1CvJgzZ06V6ixDAgElsHHjRilW/O233wSSKKoGziPUr19fChaRCIRBAiRAAiRAAiRAAiTwfwQoULT4bqBA0SJAVicBEiABEiABDwQuXrwoYmNjpSgxLqcsrXrSpEkdosSYmBiRMWNGsiUBJQLYxNeLEa0eJE+dOrWLGLFUqVJyIZ5BAiTgG4HvvvtOuiYiQ7g+kIkTYpDOnTv71jhrRTSB3bt3O0SJ27dvN50rsr46OyXiwBaDBEggOgisXbtWrFixQh7uhEARYkNsLnsTKL9r1y5HlcGDB4s+ffp400TUlV28eLEUJ+oDQgeIE+EwziABEiABEiABfxM4ceKEFClifcg5mjVrJiZMmODv7sO+/d69e8sDfVqMHj1aCgoYJEACJEACgSOAxJ74Prt+/XqBg9bYX1OJVKlSuYgV8+TJo1KNZUjAVgJISghHxbNnz7q1C4cuiBS7dOlia5+qjS1atEg0adJEtTjLkQAJkEDYEcA9g160CPEi1sjtDJzn0VwX9e6LyZMnt7MrtkUCPhE4fPiwmDdvnli2bJnhmYS4GkUihbp168r9JLgsMkiABEiABEiABEgg2glQoGjxHUCBokWArE4CJEACJEACBgSw4ANR4tKlS035vPjii6J27dryggiMQQKeCEDcpBcjmjlymhGFGFZzRNQe4eLJIAESsE4AGZQhTIzr8wCHRSH+YNZN66wjqQW4LmtOiX/++afp1OBw6yxKRHZXBgmQQPQR0IsLK1SoIJOlqAYE0Q0aNHApDmE0P6PiJvjNN9+Ijz/+2K1A27ZtxahRowSSEDBIgARIgARIIFAEsGb01ltvCXymOwcOpE+ePDlQwwjLfqZMmSITC2jRqlUrMW7cuLCcCwdNAiRAApFA4OHDh1KkqF2HDh1Snlb16tUdgkXuuSljY0EbCMDBCyLFiRMnGraG9VsIFfEYiPj555/leCDQGTZsmOjRo0cgumUfJEACJBAyBOC66Oy0qDku4vHu3bu2jjN79uwO8SKSPmsCRiYRtRUzG/OCwNWrV2UipgULFoi9e/cq10Qic5xdw34Trvjx4yvXZUESIAESIAESIAESiBQCFChafCUpULQIkNVJgARIgARI4P8nAIdELO5AmHjlyhWPXJCBChtQuOrVq0eGJGBI4NixYw4xIhYNIUy8ffu2JVpYHNeLESlksYSUlUnAkMD9+/flAVCIE2/cuOFWBp8DcE1s3LgxCZKAJPDHH384RIlmrssoD9GLsygxS5YsJEkCJBDlBHCQHoc3nQOJU8qWLatE5oMPPpCfW1rge8oPP/ygVDcaC7377rti1qxZblN/7733RL9+/aIRCedMAiRAAiQQAgRwAB1Oikh64hwNGzYUU6dO5cGyOF6jzZs3ixYtWrg8e+HChRB4RTkEEiABEiABEEACL02suGXLFmUopUuXdogVq1WrplyPBUnACgHs50EYuGLFCsNm4KT42muvCQhY/BVof/ny5S7Nr169WhQvXtxfXbJdEiABEggrAvi+p7kuOrsvGjnhWpkYXBfx995ZtKiJF5F8lEECgSIAsSIuuJV7EzVr1nSIFZH4nEECJEACJEACJEAC0UCAAkWLrzIFihYBsjoJkAAJkEBUE7h8+bJ0JYEocdeuXR5ZJE6c2EWUSCFBVL913CZ/4MABN2fEBw8eWIIEF0RkCHYWJGbIkMFSm6xMAiRgTmDVqlVS4LFp0ybDwl27dhWDBg2iq5I5yogvgUOwmlPiwYMHTeebKlUqF1FipkyZTOuwAAmQQPQQMDp8BiE8HIFUQp+0AkJ7OC4xXAnAvbx79+4Cf8OdI02aNNJ5qU2bNkRGAiRAAiRAAkElcO7cOemkCCdk56hfv74UKSZKlCio4wvFzm/evCmKFCniMrRTp04JrOeqBlyT4CyQPHly1SosRwIkQAIk4AOBEydOuLgr3rp1S6mVvHnzOsSKNWrUEClTplSqx0Ik4CsBJLWFUBHJSPWBBIZYx4Gjoj/uzb766ivx5ZdfunQLQcyaNWtEkiRJfJ0S65EACZBAxBOAi7Oz06Lzz/fu3bN1/rly5ZLfQwsXLiwftYuOdbZiZmMGBNatWyfFijjT4E2CdJw9atCggRQsFipUiGxJgARIgARIgARIIGIJUKBo8aWlQNEiQFYnARIgARKISgLIeglR4uLFi03nD8eS2rVry6tMmTKm5Vkgsgk8efLETYgIZ8Rnz55ZmnjBggXdnBFTp05tqU1WJgES8I7A+fPnpQhk2rRphv+nkbEbronM1u0d10grjU0fiBLxePToUdPpQfDi7JRIobkpMhYggagl8Pbbb4u5c+e6zB+HGeA0kTVrVo9ckHQFojvnoGuQOzIkpenWrZvQZ9IuWrSoFCfikCuDBEiABEiABEKBwMWLF6WT4rZt21yGU7duXSlShIsDw5WAPlnD0qVLRbly5ZQxwV154cKFAq7WEBtABMAgARIgARLwL4EbN264iBUhLlcJrK/h+5t2Zc+eXaUay5CA1wSw9zdmzBgxbtw4gf1BfVStWlXeN+Cwv52Be8CmTZu6Ndm5c2fxySef2NkV2yIBEiCBqCGA9XIIFp1Fi3BftNt1Eec+NLGiJl7k98uoeZsFfKJIpD5v3jyBNRBv3stIlh4TEyPFihUrVgz4uNkhCZAACZAACZAACfiTAAWKFulSoGgRIKuTAAmQAAlEDYH9+/dLUSIyXuKQj6fIkSOHwy0R2ckZ0Ung/v37Yu/evS6CxEOHDlmGUbx4cTcxIg+WWcbKBkjAEgEIQuCaiM8KoxgwYIDo27evpT5YOTwJ4OCJ5pIIUeLJkydNJ5IuXToXUSL+zSABEiABMwIQwU+fPt2tGAR1I0eO9Fi9U6dOMluuFnD7HT16tFmXIfM8DqUmSJBA+DNBBwQHcKPSR506dcTw4cNFgQIFQoYHB0ICJEACJEACIHD58mUpUty6dasLECRAgUgxRYoUBOVEAMkakLRBi88++0x07NhRidH69evdXJS//fZb0bx5c6X6LEQCJEACJGAPgY0bNzoEi7t371ZqFO51zmJFvaOuUiMsRAImBOCiCDdF7DEbRdu2baVQsVixYrawxJo0xCyPHj1ya++XX34RNWvWtKUfNkICJEACJCDEgwcP3ESLmpAR50XsCNyvGLkt4lwSgwTsInDp0iXprIj7FQgXVSNt2rQC+yQQK9qddEF1DCxHAiRAAiRAAiRAAnYSoEDRIk0KFC0CZHUSIAESIIGIJnDt2jWxaNEiuQCzY8cOj3NNmDChFBPAKRGLL8y4GtFvDbfJ3bx5080ZEQvPVgLvqZIlS7pdcMJhkAAJhAYBLM5DmDhnzhzDAb388svSNdGugwWhMWuOwowANhw1l0Q8qmScROZ2Z6dEOCcySIAESMAbAp9++qnMyK+PlClTCjj/4dEozp07J8qXL+/y1LJlywSc4MMl+vXrJ37++WdRqlQpgc/eZs2aiUKFCtk2/LFjxwqIFPQB0QLEn0wWYhtqNkQCJEACJGAzgatXr0qB/aZNm1xaxqF0iBT9Ke63eSp+b+6bb74RH3/8saOf9u3biy+++MK039u3b0thiz6hnbcOjKYdsQAJkAAJkIBXBJBIzlmwaOReZ9RghQoV5N91fFbiZwYJ2ElgxYoVUqiI5Kb6yJw5sxQpvvbaa3Gu4XgzljZt2ggkUdAH1qHxezwySIAESIAE/Evg/PnzLuJFzX0Ra/J2BNb8NbdFZwFjxowZ7WiebUQxgadPn0qxIi79mpInLPHixZN7NA0bNpSCRYgXGSRAAiRAAiRAAiQQbgQoULT4ilGgaBEgq5MACZAACUQkAbiHQJQIlwyzKF26tBQlQlTw4osvmhXn8xFA4MqVK25ixNOnT1uaWbJkyVyEiDhcXbRoUUttsjIJkIB/CUCYiOvMmTNuHWFDCMJEOFIxooPArVu3XESJyDJpFpkyZXIRJaZKlcqsCp8nARIggTgJTJgwQXz44YeGz48YMULAFcgo9IfxUebChQthQxqfwy+99JLLeIcOHSp69eplyxzggAx3AX0MGjRIvP3227b0wUZIgARIgARIwJ8E4DQMJ8UNGza4dFOtWjUpUrTbsf3u3bsCSd9y5crlz2nZ3jaSy8C9yDlU7ol69+4tD+w5R5IkSeQhVCQfY5AACZAACQSfAEQAzmJF7PGoBA76O7srwr2IQQJ2EMAaDpIh3blzx605CGMhUmzatKmlrsaPHy8++eQTwzYgwDVa67DUISuTAAmQAAkoE7h37544fPiwOHLkiHzUrsuXLyu34akgBIpGjotxJTG0pVM2EtEE1qxZI9c+cJYO71/VQCJMCBVx5cuXT7Uay5EACZAACZAACZBAUAlQoGgRPwWKFgGyOgmQAAmQQMQQOHjwoBQl/vrrrwKZzDxFtmzZpKAAV0xMjEiQIEHEcOBEXAlg43rfvn0ulz4jurfM4Iqld0YsUKCAt82wPAmQQJAIbNmyRQoTke3YKJo3by6GDBlCJ90gvT6B7BaHbtetWyeFibiuX79u2n2WLFkcokRkkORmoCkyFiABElAk8OOPP4qBAwcals6aNav4888/hZETN77bOMfo0aNF165dFXsNfrH+/fuL2bNnuww0RsatAAAgAElEQVQEh/xat25taXA4sNqtWzfx+++/u7QDh4Hhw4eLli1bWmqflUmABEiABEggkARu3rwpnRTxvcU5KleuLEWKVt0Vjh8/Lj7//HPpBvT333/LQ2ebN28O5BQt94XPfiQMcw4zgeLatWtFu3bt3PquVKmSXGdmkAAJkAAJhB4BHKh2FisePXpUaZDZs2d3ESvSfU4JGwt5IHD27Fnppqhf09CqYJ8Bjoo42O9L7Ny5U7oXxRUQL3bu3NmXplmHBEiABEjATwSQYMhZsKgJGPGd3o7IkSOHoeMikzDYQTd62sDaz7x588SSJUuEN2en8ubNK+rXry/FiuXLl48eYJwpCZAACZAACZBA2BGgQNHiS0aBokWArE4CJEACJBDWBLDAFxsbK0WJf/zxh8e54DAvBIlwS6xTp47ImTNnWM+dg3cngANUmhgRi2r4WUVs4okl3LH0YsRwyyDP9woJkMD/CNy+fVtMmTJFihPhlqcP/N+Ga2KjRo2ILIIJYKNFEyXi0ei9oJ8+xD8QI+I+Ao/JkyePYEKcGgmQQLAI4DtNz5494+wen2GNGzd2eX7r1q2iWbNmLr87cOCASJ8+fbCm4VW/SCYCAcCTJ09c6uFwH/7e+ho7duyQ4kS9KAH39XCjrFKliq9Nsx4JkAAJkAAJBI0AHHrgpIis984BJ2KIFJFMxddYvXq16NChg0t1CPTwOR2MgOsE5vTuu++KpEmTKg9Bn7jht99+EyVKlDCsjwOiVatWlW6R+ujTp48YPHiwcr8sSAIkQAIkEDwC2BvUBIvbtm1TGggSjjk7K+KwNYMEfCWwfv16KVQ0ev+lTZtWuilCqOjtWs3z589FwYIFBdytjQKOz7gvzJ8/v69DZz0SIAESIIEAEcA6tZHj4sOHD20ZAT4L9I6L+AxhkIAZAST/h7Mi9qcgqFUN3NfUq1dPihXr1q2rWo3lSIAESIAESIAESCAgBChQtIiZAkWLAFmdBEiABEggLAlgwwULJDgogw0aT4HM2ZpbYoUKFcJyvhy0OwFkRYeLDC5kEYUYEeIjK4EMuni/OAsS4VbDIAESCH8Cy5cvl8JECDmM4o033pCHD5MlSxb+k+UM3Aggm7XmkghR4v37900pIQupsyjRm0Oxpo2zAAmQAAkYEMB3nPbt28fJply5cmLp0qUuz+PQ/qxZs1x+Z+YU5Fz4wYMH8vMR97zBcBQ0Gj/GB5FE8eLFfXqfzJ8/X/Tq1cutbkxMjBQn5smTx6d2WYkESIAESIAEQoEAXKMgUoTwzjlefPFFKejD2pYvYeQkiCQIEyZM8KU5S3WQRAZJGXAw7oUXXhCTJ08WuA9SCb1AEWKBNm3aGFbt3r27THxnFHC25gE7FeIsQwIkQAKhReDYsWMu7opxCbv0o65WrZpDsFi6dOnQmhRHEzYEvvvuOylUvHr1qtuYsfcIkWKrVq28mg/WifTJKZwbKFq0qFi1apVImDChV+2yMAmQAAmQQGgQQAJuI8dFO0aHBO4QLWpX4cKF5c9Mxm0H3chs49GjR1KsiCuuMxVGM0+QIIE0CoBYEVeqVKkiExBnRQIkQAIkQAIkEDYEKFC0+FJRoGgRIKuTAAmQAAmEDQEcStFEiWfOnPE4bmQM10SJOIiaKFGisJknB2pMACJETYyIR7P3gBlHHEzWOyNmyJDBrBqfJwESCDMCp0+flsKLadOmGY68TJky0jURrgmMyCJw8uRJF1Gi3p3LaLY4/OosSkycOHFkQeFsSIAEQpoAMu03bdrU4xhxiF5LuoLN4ty5c7uU/+GHH2TWWrOAUxA+H3H4Hq70EGHjwFu+fPnMqtr2fFzuiehgz549InPmzF739dVXX4kvv/zSrV6XLl3EyJEj+b3Qa6KsQAIkQAIkEIoEkGDgrbfeEitWrHAZHgQVECn6ctgQiVxeffVVl/bwfQgJwVKnTh0wDHCPwP3Q7t27HX3iUCWckYcMGWL6Wa6/F4Bj0UcffeQ2frDD/UFcAYEL3LUYJEACJEAC4UsAIjHNWRGPSGCmEhCSae6K1atXV6nCMiTgIID1FogUp0+fbkilUaNG0lFR1aUa93bDhw/3SBhJmoYOHcpXgQRIgARIIIIIGLktQsxoRyRPntzNbRHCRV/W4+0YD9sIXQJIggCx4sqVKwX2o1SjfPnyomHDhlKs6MsalWo/LEcCJEACJEACJEACcRGgQNHie4MCRYsAWZ0ESIAESCCkCSBj9qJFi6RTokqGJogSkZkJl/6wbkhPlINzIYCNYk2QqIkSzZwyPSEsVKiQmxiRWbv4piOByCfwyy+/SPHFwYMHDSc7cOBA8c4770Q+iCia4dGjR6UoEYdrcakE7hecRYnMNq1CjWVIgAT8QeDAgQOiTp06HpvGpq4musfnXN++fV3Km7kn4u/kpEmTZOIX/YYyDmHCcRgigEDEgAEDxMyZM926ihcvnoB4EY/eRJ8+fcS8efPcqiARQc+ePb1pimVJgARIgARIIOQJPH78WDopLlu2zGWsJUqUkCLFvHnzejWH9evXGzoNjho1SrzxxhtetWWl8KZNm+J0dS5QoICYOHGiXOOLK3BornPnzh7vj65fvy7glIUkDUZRsGBBsWHDBivTYF0SIAESIIEQI/D06VMXsSIE+CqBRJeaWBGP3FdSocYyIPDHH39IoaLRGnWyZMmkSBGOinr3Zz29/fv3K7k6Y52ncuXKhE8CJEACJBDBBJDQx8ht0WxPQBVJunTpDB0X06RJo9oEy0UwgV27dsn9lyVLlogrV64ozzR//vwOZ0UkjmaQAAmQAAmQAAmQQCAIUKBokTIFihYBsjoJkAAJkEBIEoC4AKJEbKhg49BT4OCN5pZYsWLFkJwPBxU3ARyM1osRL1265DMyvB/0zohJkiTxuT1WJAESCD8COGACYaKRSAGzwWcGxApFixYNv8lxxG4EIOjRRImbN29WIoTDus6ixECJcZQGx0IkQAJRS+DUqVNKGfS3b98ucubM6XaIDQK9wYMHG/KD6ADCxtWrV3vkO2fOHHn40t+B+304QUJcoY+MGTNKtybVuHjxonRVAhfnQMbnESNGiFdeeUW1KZYjARIgARIggbAigDVTOCkuXrzYZdz4rguRIgR9qgFnqVatWrkVh7uy6vcs1b7MyvXr10/8/PPPhsWQUKZ3794CZYySyyDJATL1O4f+sGa7du3E2rVr4xwGnjdyZDYbN58nARIgARIIHwJ79uxxESyqJMhMnz69i1gxR44c4TNhjjRoBJBcasyYMeLMmTNuY4BbFYSKHTp08Dg+lLt586bHMlmyZJHvaYpog/ZSs2MSIAESCBoBfEYYOS7GlZTH24FCTI/PosKFC7sIGHkGx1uSkVMe9zVwVpw/f744fvy48sSw9xMTEyMFizivwSABEiABEiABEiABfxGgQNEiWQoULQJkdRIgARIggZAhcOzYMYcoEYdzPUWmTJkcosR69eqJpEmThsw8OBDPBE6cOCE0V0Q8enP4WN8yDkmVK1dOvPjii/IRwkRvnVb4epEACUQWgSlTpkhxIg4l6gOb8xAmduzYMbImHYWz2b17t8w+DWEislGrBDI0OosSVeqwDAmQAAkEkgAODBQrVsy0y65du4pOnTqJ6tWru5TF30UcEtAC4j8kfMFn46FDh0zb/eCDD6TIIRAxaNAg8cMPPxh2BQZr1qxRGsa2bdukOPHy5csu5cuWLSuGDx8umMBGCSMLkQAJkAAJhDkBOCkuWrTIZRaFChWSIkXnewNP04QIsUWLFoZFYmNjZWKBQMW9e/fkuq+n9WEkKPv2228N56d3IkKiBvBA4N7IzFl53LhxhmLNQM2f/ZAACZAACQSWwOnTp13EinDaNQuI5J2dFZkIz4xYdD+Pexu4KeLexSiwzw03xbgSRkHEuHz5clOIjRo1kvd/DBIgARIgARIAAayZGzku4nPJjoDTNISL2qUJGO1om22ED4H79+9LsSIu1T17zC5RokTSJRpiRVxwmGaQAAmQAAmQAAmQgF0EKFC0SJICRYsAWZ0ESIAESCCoBO7cuSNwyAWHQ1SycdeqVUvUrl1bXnA/YoQ2Aby+zmJE/PzPP//4NOgUKVI4hIgQJOJKly6dT22xEgmQQOQR2LRpkxQmrlq1ynByOGg5dOhQkTVr1sibfJTMCM5Ymihx165dSrMuWLCgFCXiwj0EgwRIgARCnYD+QL3ReJGcBYfTJk6c6PK05g6EjMkzZswQ3333nZtwL675B1Kc6Mk9EeOrWbOmgMOAWcDt8Z133nEr1rBhQylOfOGFF8ya4PMkQAIkQAIkEDEEevToIRO/OQeStOCQukoChK1bt4pmzZoZ8mjdurUYO3ZsQFkhoVn9+vXFs2fP4uwXh9kGDBggMPf48eM7yunvpyZMmCDndvXqVVGlShVx+/Ztj3PBGjWSojFIgARIgASijwA+I+BCp12qjjBw79UEi0yUE33vG9UZ4/4GQkUjsSHuZSBSxHoPBB/OgfUd7G2oBBMtqFBiGRIgARKIbgJIzmDkuOjp+7c3xIoXLy6cL6xJ8FyPNwTDuyzucyBWXLlypXj69KnyZCpVquQQK9KpXBkbC5IACZAACZAACcRBgAJFi28NChQtAmR1EiABEiCBoBDYsGGDFCXigrOHp8CCFbJm46pcuXJQxstO1QjAmWXnzp0OUeKRI0fUKhqUQoY1zR0RYkRkXmOQAAmQgJ4A3KYgTMQFUbQ+cufOLYYNGyYgVmCEHwEckoVLIq79+/crTQCfH5ooMa6s00oNsRAJkAAJBIEAPrcePXpk2nOCBAlcNne//PJLUa1aNTF58mQB4R6y1qpGIMWJGNOQIUPE999/H+fwWrZsKcaPH+9x+J9//rk81KePN954Q4wcOZKu6qovPsuRAAmQAAlEFIHevXvLQ2DOgQPuECmWLFnS41yR5b5JkyaGZRInTizdmJMnTx5QXl988YUYM2aMaZ+lSpWS90BaMrtPPvnE5V4CDpNIXtCuXTuxdu1aj+3h0OTBgwdN+2QBEiABEiCB6CCAtUlNrLhjxw6lScO1F2uS+I4OYXyqVKmU6rFQ9BCA8zXucY4ePeo2adzPQKQIsWK8ePHk89hrVU2+h/s1vGezZ88ePUA5UxIgARIgAVsIHDt2zOG4iM8eiBhVkzWYDQCfS3rhIhPSm1EL/+dx/zxv3jyxePFigTMdqoH7abgq4nxHiRIlVKuxHAmQAAmQAAmQAAk4CFCgaPHNQIGiRYCsTgIkQAIkEDACJ06ccIgST5486bHfDBkyOESJdevWFXDPY4QWgWvXrrmIEeGOeO/ePZ8GmTZtWjd3xJQpU/rUFiuRAAlED4ElS5ZIYSIOUhpFt27dpAgiSZIk0QMlAmaKJAYQJMItEZtfKgEROxIZQJiIwz8MEiABEghXAthsxX22WWTJkkX069dPLFy4UODAJL4zrVmzxqPLkFGbgRYnXrx4UZQtW9bj9Hr16uXRGaBnz57ye6U+IDyAAIFBAiRAAiRAAtFM4O233xZz5851QQBXYYgUy5QpEycaONY3btw4zuch+uvcuXNA0cK9AS6KcBsyi2TJksn7Bxzox1oB1gOcAyIA3DuZBfrzlEjBrD6fJwESIAESiFwCWKd0dld88OCB6WQhfK9ataoUKuIRh60jMa5fvy7Sp08fiVPz25yeP38uEy/hevLkiVs/ECTivgbrPQisf9+8eVNpPEj6Ghsb6+IwrVSRhUiABEiABEhARwDJ5o3cFs+dO2eZFUT1eqdF/Jv7+pbRhmQDf//9t0yqNX/+fIGfVSNz5syiQYMGUrDIxMSq1FiOBEiABEiABEiAAkWL7wEKFC0CZHUSIAESIAG/EoBzBzJB4gApNu7MAgsKtWvXliKDAgUKmBXn8wEksGfPHoczIsSI3iwa6YeJg9fO7oj58+cP4EzYFQmQgJ0ELl++LA8L4m93oAIidwgT4zo0COEDXBPpuhuoV8RaPzh0qrkkQpSomo1Tc1iGKBGHfBgkQAIkEAkEcGARiV1UomvXrmLbtm1Kh/aN2hs0aJCAiCGQgc/nadOmeewSDoh6UQEq4NADfg/HdudA9uURI0aIRo0aBXIq7IsESIAESIAEQpYAhHg///yz2+clRIo4sG4UWOv797//HeecihYtauo+6A8g+P6P9QZVd2jcS7377rvilVdecRkOEqHduXPHdIhMeGCKiAVIgARIgASEEJcuXXIRK164cEGJC/bF8FmFq2bNmkp1Qr0QkhxASIf5fPvtt6E+3JAb319//SVFikaJmDDYjh07SjfFr776SooOVeO9995TSs6g2h7LkQAJkAAJkIAzAXy/hnBRuzTHxatXr1oGhXNierdFJGxkRA4BvH8gVsSF9SjVSJo0qUzeALEirsSJE6tWZTkSIAESIAESIIEoI0CBosUXnAJFiwBZnQRIgARIwC8ENm3aJDdTFixYIMyyiGquRxAlYlOOEXwC2EzFQhAO/2qPRhk8VUaaKVMmN3dEZj1TIccyJBAeBLp06SJWrFghcubMKfBz+/btRerUqf02+FmzZklxIjY6jGLw4MGiT58+fuufDdtD4OHDhw6XRIgTT58+rdQwBO6aU2KlSpWU6rAQCZAACYQTAWyu7t+/3+9DDsbnJQ5wVqhQQSDrsqeYMGGCaNasmUuRLVu2SHGi3l2yfPnyUpwYl9jC7yDZAQmQAAmQAAmEKAGI9PD92TlwoA8ixZdeeslt1Lt375YZ6T0FvvuXLl064DPGPDAf1dDEiAULFhT4Drlr1y7lRGs4+I/7FQYJkAAJkAAJqBJ49OiRi1jx4MGDSlWzZcvmIlbEv8MtkBDB2aEY9xg//vijSJMmTbhNJejjXbVqlRQq4p5MH0jMhKSMS5cuVR5n/Pjx5b5NyZIlleuwIAmQAAmQAAlYJYDExgcOHHC5jh07ZrVZkTFjRodoEQlsIWDEOTNGZBBYsmSJFCuuXLnSqwlVq1bNIVakiNUrdCxMAiRAAiRAAhFPgAJFiy8xBYoWAbI6CZAACZCAbQTgqKeJEpHx0VOkS5dOCgyQAbtOnToiVapUto2DDXlH4OnTpw4hoiZGPH/+vHeNOJXGJpmzO2KuXLl8bosVSYAEQpsAHHLffPNNl0EOHDhQvPPOO7YPHBvzECbGlUkYnydwZSpcuLDtfbNBewggGyIcEjW3RNXM4qVKlXKIEo0O0tozOrZCAiRAAqFBoHnz5gJiPH9GMJwTMZ8PPvhAfpabxbx58wQ2lrWYPXu26N+/v1u1xo0bS3FiOB7iNGPA50mABEiABEjADgIDBgwQM2fOdGkqQ4YMUqSod6Hfu3eviImJ8dhtu3btxJdffmnH0Lxuo3Pnzl4fVMM6AdYpvRmz6vdUryfACiRAAiRAAlFDAIk/kcQV1+bNm8WzZ8+U5q45K+IzumLFikp1glno+vXrUhygD+wJQriYL1++YA4vbPueNGmSFCrevn3bZQ5Zs2YVFy9e9GpeuXPnlg7YyZMn96oeC5MACZAACZCAnQSQtFYvWkSSRrNE92ZjSJAggZvTIu5NePbMjFxoP79t2zaBPaLFixeLW7duKQ8WwlXNWbFo0aLK9ViQBEiABEiABEggMglQoGjxdaVA0SJAVicBEiABErBEAJlBFy5cKJ0SITowi+rVq0uRAa5ChQqZFefzfiBw6tQp6YqoiRGNsnGqdousnXArcRYkIisngwRIIPIJXL16VeBv+j///OMy2blz58rf2xUQUU+ZMkUKGow24OHWCGEinBsZoUcA7w9NkIj7hCtXrigNskyZMg5RItyxGCRAAiQQLQQ6deokkDXfXxEM50TMBQcX8b1B5dDB+vXrHd8VP/nkEzF+/Hg3HG+99ZYUPDJIgARIgARIgAQ8E8Bn/4wZM1wKpU2bVooUnb+743AgnJw9BQ6379u3LyiH3G/evCldpvRuyna+/nBOhIMigwRIgARIgATsInD27FmHUBGCRVWBGcR9ECrisw/JeUJ1383oPgPssGb/3XffyfEzvCeAJLJjxoxxccP+6quvxBdffKH8HtJ6ffXVV2VbDBIgARIgARIINQLHjx93CBexJgER46VLlywPE8kSIFTUnBbxM5OqW8YalAbwHoGzIi7cV6sGklo2aNBANGzY0C1Bl2obLEcCJEACJEACJBDeBChQtPj6UaBoESCrkwAJkAAJ+EQArh4QJcLJ6t69ex7bgBBREyXaKVrxaeBRVun+/fsuYkSIEn09yIMMZHoxIt1KouwNxemSgBOBDh06iNWrV7swwUGJEydOiCRJktjCCgIFCBPXrFlj2F6rVq3E0KFDRebMmW3pj43YQwAiRIgSNbdEvYg1rl7wGVOrVi15zwDhO4MESIAEopFAz54943QLtsoDgj4I+4IRcDpEwgGVOHTokIBwAi7NcGt2DnwnQVtdu3ZVaYplSIAESIAESIAEhJDfmyEScA44CkCkiO9gCBwErFOnjikvHIwPVoIgOADBxdFfgfuw999/31/Ns10SIAESIIEoJ4CEPdhbhasixIpwL1aJpEmTSqEfrvr164u8efOqVAtIGaz7Yk3XaJ8Y39/hBNiyZcuAjCUSO9m4caMUJSLgCo3kkKpr7c48cB+IQ/oMEiABEiABEgh1AkiQrLktaqLFo0ePWh421kAgVNRfuF9hhAcBJK7SxIreJOFHsq2YmBiHu2KoJv7w5lX4/fff5TlArGMxSIAESIAESIAEjAlQoGjxnUGBokWArE4CJEACJKBM4PTp0w5RotkiUJo0aaTAoHbt2vLCAVOG/wngddm5c6dDlIjDvb5G7ty5XQSJcLNikAAJkAAIwDnXSOCARX29aNEXYth8gDARF4TW+sAhDBwa/Ne//uVL86zjBwLI6qwJEiFOvHv3rlIvlSpVkgdiX375ZVGqVCmlOixEAiRAApFMYNCgQeKHH36wfYrBFCd6456YKFEieVCzW7duYs+ePS4cXnjhBSlO5Oe/7W8PNkgCJEACJBAFBHAvgO/YzoFDWhApYu324MGD8tEssD64fPlys2J+e37IkCHi+++/90v7cJrEoTUGCZAACZAACQSCAA7f4/svLogWjdbBjcYBNyCIFbGeiivYMW7cOPHpp5/GOQwkH8J9SLx48YI91LDo/9atW2Lr1q3yPYFHiDOsBvbskQwyS5YsVptifRIgARIgARIIOIHHjx+7iRZxH2WWSF9loEWKFHFzW8yYMaNKVZYJMgEkt4Rg0duzKTVr1nSIFcPxtcZ9N+6/EW3atJEJQRgkQAIkQAIkQALuBChQtPiuoEDRIkBWJwESIAES8EjgyZMn0rUCTonIUm0W2BTT3BKxmMPwHwFkyXQWI+Ln27dv+9QhMrDq3RHDcTHGp8mzEgmQgFcEIB6EG65Rpt6OHTuKzz77zKv29IVjY2PlockdO3YYtoMDDTiQCAEDI7gEkLgAYkTNLfHhw4dKA6pWrZrjAE3RokWV6rAQCZAACUQLgY8++kh8++23tk43mOJETGTUqFFi0qRJSnPKkCGDePr0qdt9BgTtw4cPF0yaooSRhUiABEiABEjAkICRo3GSJEmkSBGJyjQ3RTN8WCMO1nc5fO+EkPL48eNmw/T6eYg006VL53U9ViABEiABEiABqwQuXLgg4ISiiRVPnTql1CQ+tzR3xVatWgkkHwh04LO5fPnyAvsGcUXdunXFlClTRLJkyQI9vJDvTxMkQowIh819+/b5ZczY04EDI4MESIAESIAEIoXAyZMnpXBRc1rEz7inshoQ9OudFgsUKGC1Wdb3IwHcQ82bN0/gnIk3wlUkT0ZCTFwFCxb04wjtaRoJxJFI3Dlwj4dEXilSpLCnE7ZCAiRAAiRAAhFCgAJFiy8kBYoWAbI6CZAACQSIAJyE2rdvL7/YvvHGGwHq1fdutm3bJkWJuO7cueOxISzGaKJEZBti+IcAFtb+/PNPhyjRykEcvGbOgkQssDFIgARIQIVAhw4d4sxEN378eNGyZUuVZtzK4G8ahIlxuUbhbxZcEyFQYASPAF4nTZCIx2fPnikNRsvojQOv4bDArzQpFiIBEiABPxAwcx7wtstgixO9cU/E3HLmzCnOnj3rMs1mzZpJ58RMmTJ5O32WJwESIAESIAES0BEwShyQMGFCMXLkSDF06FAlXp07dxaffPKJUll/FDp06JCoV6+eQGI9uyJfvnzSqYhBAiRAAiRAAsEm8ODBA7kXiM8lCBa3b9+uPKRy5cpJwWLTpk0FnBYDFb/88ovo27evx+4wnlmzZomsWbMGalgh2Q8EidiDx0F6XNj7VV1jtzohJH5CAkgGCZAACZAACUQqAexH6EWLhw8ftjxdJHfCmSrczziLF4ORHMLyZCK8gaNHj0pnRQgWL168qDxb7E1pYsWKFSsq1wtkQZzf7Nmzp1uXSCI2e/bsqL/PDuRrwb5IgARIgARCnwAFihZfIwoULQJkdRIgARIIAAGIE9u0aeNwg4KIDyKOzJkzB6B39S7OnTvnECWaLdKkSpVKihKRsRpX+vTp1TtiSVMCly9fdhEjYjPy0aNHpvWMCuC10rsjpkmTxqe2WIkESCC6CSAjGzKzxRXYUM+bN6/XkGbOnCnFiceOHTOsC8fE3r17e90uK9hDAPcE69atk8LEDRs2KDUKh0uIEiFIxGOePHmU6rEQCZAACUQ7ge+++05ZHGDGKtjiRIzvww8/FBMmTDAbquN5uCoUKlTIUadXr1628VAeBAuSAAmQAAmQQIQTMHJsjhcvnnj+/LnSzFOnTi3dfRInTqxU3h+FsLZup0gSa/dff/21P4bKNkmABEiABEjAEgEI8yFog1gR182bN5Xay5YtmxQrNmjQQB629mdAYIe9YrO9ZSQegpgxkOJJf85bpW0kAYY7prMg8enTpypVbS+DNfuVK1cGzQnb9gmxQRIgARIgARJQILoOi8YAACAASURBVIDPXWeXRQgYcZkl6ldoWp6L0LstZs+eXaUqywSAAASrECvi8salOmXKlKJ+/fryHhr30qESuOeuUaOGMDIziMb77FB5XTgOEiABEiCB0CRAgaLF14UCRYsAWZ0ESIAE/EwAixo44ACBmXPgS+OcOXP83Lt58zh4AsHJggULxG+//WZaoXLlyg63xGjaQDIFY7GAszPizp07xZkzZ3xuEdmRnAWJOODLIAESIAGrBP755x+BzwA8GkW6dOnEwYMHveoGf+8gTMTnkFFApADXRP4d8wqrLYWxSK+JErdu3arUJrJEaoJEiBJz5MihVI+FSIAESIAE/o8Asrr26dPHMpJQECdi87d8+fLi/v37yvPBZn7Dhg3ld1N832zVqpXImDGjdE9E4hUGCZAACZAACZCAPQQg7oPITwsIGLxxEITrMz6ngxVY027UqJHbmruv4/nyyy9Fu3btfK3OeiRAAiRAAiQQEAJwgdHcFfG5DYcY1cBnPUSE+PzOkCGDajXlcuvXr5f74WaRLFkyMXnyZOmGHOlhlBQi2HPGXsuqVasEnKAYJEACJEACJBDNBP7++28pVHS+kNTfauDMhN5pEfsejOATgAMhxIpIyuxN4B5ac1dMmzatN1VtL4v7uE6dOhm2i/tsJEHFeQ0GCZAACZAACUQ7AQoULb4DKFC0CJDVSYAESMCPBG7fvi03enbv3u3Wy6RJk0TTpk392Lvnprdv3y5FifgCbpZtM1++fA5RIgQHDGsEwPuPP/5wuXxtEc6VendECEQYJEACJGA3gddff10sW7YszmZjYmLEjBkzlLp9+PChFCbigmOsPrCwC2EiDwcq4bSt0K5du+SCPK4dO3YotQvnDNwbaG6JWbJkUarHQiRAAiRAAsYEVqxYIbp06WIJTyiIEzGBjz/+WHzzzTeW5uJcOWnSpA6xIgSLuCBe1ASM2iN+j0MADBIgARIgARIgAc8EPv/8c+kaWKFCBTF69GiZHV41UCc2Nla1uF/KnT9/Xh66whq81diwYYMoWLCg1WZYnwRIgARIgAQCRgBr7BArYr9Xc1dU7Rz7vtWqVZN72NhjtCtatGihnPBg2LBhokePHnZ1HZLtDBkyRHz//fchNzbs9Xz44YchNy4OiARIgARIgASCTeDGjRtuokVvEzTHNYdSpUoJXCVLlpSPuOLHjx/sKUdt/xs3bhRIGLpo0SLx6NEjZQ5ly5Z1iBVxTx2MwPrdnj17DLvGe+qzzz4T7du3D8bQ2CcJkAAJkAAJhAwBChQtvhQUKFoEyOokQAIk4CcCOBjxyiuvyMULfWTNmlVuGgV6seHChQsOUaLRuJzHmSJFCilKRCYgPOKQJ8M3AqdPn3YRIx45csS3hoSQi1TOgsS8efP63BYrkgAJkIAqgcWLF4tu3bp5LA5BYc+ePU2bXLt2rRQmwp3PKFq3bi3FiRAZMPxPAIJ5CBLxehglVDAaATJsa4JEPEIszyABEiABErCHAA4VtmzZ0ufGQkWciI18CBfu3r3r81ysVsycObP8HgtnhgIFClhtjvVJgARIgARIIKQI9O/fX5w8edLymM6cOSPwmYnYuXOnV+3BKQkuPMEMZL7v3bu3pSGkTJlSHDt2zFIbrEwCJEACJEACwSZw6NAhufe8detWKVg0SgxoNEYkA4K7YrNmzeRlJQ4fPizXjVUD6x/Ojs6q9cKlHA6Hjx07NiSH+/PPP0e8u87jx4/FgwcPfLogAHauC+HC06dP5fXs2TOXR+ffmT2v1VWtEy9ePJEgQQJ5psT5Ma6ftXJWnk+YMKHA3wX9BddNo9+b/Q5zYJAACZBAOBPA32690+L+/fttSZZUokQJN9Ei/g4zAksA99FYX4Jg8cqVK8qd58mTxyFWtDPph9kAcL6jSZMmHoshEQjO3PBz2IwmnycBEiABEohUAhQoWnxlKVC0CJDVSYAESMAPBDyJE9HdiBEjRPfu3f3Qs3GTyGYNp8SVK1ea9lmxYkWHWyIWQxjeE9i3b5+LIPHixYveNyKEgAuV3h0xUaJEPrXFSiRAAiTgK4F//vlHVK5cWeDRUyxcuFDgMySuuHTpksM10SgLHTLMYZG0QYMGvg6V9RQJbN68WQoSIUw0S1igNYnkCnCm0NwSU6VKpdgbi5EACZAACXhDAFlPvXEvcm47VMSJGNOnn34qxo0b583U/VZ21qxZ8jsugwRIgARIgAQiiUCuXLkEDl0HM9544w0xatSoYA5B9o2ESkis5GvUqVNHzJw509fqrEcCJEACJEACIUcA+5IQK+7YsUM6GmLfUjWKFSsmGjZsKN0Vc+bMqVrNUe7tt98Wc+fOVa730ksvyc/h1KlTK9cJl4JTpkyRZwJCMZCEEO+NNGnShMTwcLYC161bt+Sj88/63927d89NdKgXFEJcCBEgI/gEjISNRr/DnhMu/C3Q/6z/XeLEiYM/MY6ABEgg6gkgUb0mXIRgET+fPXvWMhfci+mdFvl3zzJW5QYgUIRYEZc37pn4rPrXv/4lr7p16yr352vBtm3byrMengLjmD59uuA5Q18psx4JkAAJkEA4E6BA0eKrR4GiRYCsTgIkQAI2E7h586Zo3rx5nAf+kZF5165dAo/+DGS8higRF9wrPAWy+ji7JfpzXJHWNkQ2yE7kfN2/f9+naUKM6CxI9GXjz6eOWYkESIAEPBB4/fXXxbJly0wZ/f333wKbikaxYMECKU7E559RvPXWW2Lo0KEyAyzDPwTgbIFFalxHjx5V6gSfQ5ogEeLEZMmSKdVjIRIgARIgAd8JnDhxQjoXeBuhJE5EUoPy5csH1T3Rmd8333wjWrRo4S1SlicBEiABEiCBkCVw6tQpUalSpaCPL23atAJZ5oMdOMBevXp1gcRIvsTgwYNFnz59fKnKOiRAAiRAAiQQ8gSwjwmhIgSL27Ztk+6KEHOpRLp06eQBa4gVVdcqII7EfYpqHxgHkhfOnj1b5M6dW2VYYVMGLLZs2SLOnTsnr/Pnz8sL4gWcJwh2xMTEiBkzZlgaBkSAZoLCuJ53Fh4+f/7c0jiMKuMwPvasNDGcN4/6shCG6F0MPf3bm7J6h0TnuuCid2z09G9vyurdHp3dHSHw1ESfnh5VyvjjtcXro4kWPQkaPT3H/S7b/8uxQRIgASHk57tetKiaLNgTwCJFioiSJUtK4aJ2wcGW4X8CcFWEWHHDhg1edVavXj0pVkTiD3+cD8V6nEpiznLlysn77FBJSuEVRBYmARIgARIgAQsEKFC0AA9VKVC0CJDVSYAESMBGAlhsaNKkiThy5EicrUKEgcOj/ojLly87RIlm2TCx6Fq7dm2HWyLc+hjmBMBYEyNu375d7N6927ySQQkc4EFWUFwVKlSQjwwSIAESCDUCixYtEm+++abpsEqXLi1WrFjhVg5COAgTf/rpJ8M2IF6Aa6In50XTzlnAkAA2lzVBItwSIXhRibx580pRouaWmDBhQpVqLEMCJEACJGATAXzfwOeqNxFK4kSM+4svvhBjxozxZgp+LRtqfPw6WTZOAiRAAiQQFQTw/btLly4hMdcJEyaIZs2aBX0sW7dulUkDfTkAjaRKoSD4DDpEDoAESIAESCAqCBw+fNjFXfHMmTPK88ZeJsSKuDw5sXz88ccCyYK8CRya/vHHH6NmvxTCLjgvXbhwQQoW9QJGCBkhEvN3YA2nffv2jm4gaL127Zrjunr1qsu/nZ/Dz3YJLVOkSCFd83CA3/nR6HfJkyd3ER3GJTxkQkx/v3vU2sd7XUXIeOfOHSl21T8a/c4OJ3n8DYOTqHZlzJjR5d/Oz+FnnO1gkAAJkICvBPbu3SsdrZ0frTr9FipUyE20iM9Ihv8I4MwFBIs4Q+PN64czgZq7Yq5cuWwbIM7xYCxmAdOKWbNmyaQgDBIgARIgARKIFgIUKFp8pSlQtAiQ1UmABEjAJgIq4kQc8oeoLWvWrDb1+r9mlixZIoWJy5cvN20XX3yRRQcXMisxPBM4duyYizsiHMJ8CXzhdxYkYrGIQQIkQAKhTADuR5UrVxZ4NAu4LH744YcuxZB5F+LEuIRxcEzs1auXWdN83gsCOLAAUSIWx/GoergEn0maIBGPDBIgARIggeARgBu7N5uEoSa+w/diJCDAYaJgR7FixaTovnXr1qJgwYLBHg77JwESIAESIAHbCMBBcdKkSQLCOjjPIJA5P168ePKAFA7s+iLU82WAcFNCJvlQiBEjRogpU6Z4NRSs1//111/ykDuDBEiABEiABKKNANyH4ayouSviUTWyZcsmkwNArKj/zg1BEfZEVfYWnPuDYOirr74SLVu2VB1GRJe7ceOGFC7idcL9n+bAqLkw4jmrAbe+okWLinv37kkhonZvqdou7j8hIjQSEmpiQxXhIcbBIAFVAtgL04SMRgJGT89p5b0VAON7g1606EnUCAdaBgmQAAl4IgBnRb1oEYkCrESBAgXcRIv+cO+zMsZQr4tzFkgi0bFjR49D3b9/v1wPg2Dx+vXrytPKnz+/Q6xYpkwZ5XpGBTFO1UTgSAYCJ0U4KjJIgARIgARIIBoIUKBo8VWmQNEiQFYnARIgARsIqIgT0Q2ySSOrtB0B5z6IEnEQBdkLPQUy8ECQCMdEXNgsYBgT2LFjh4sgEZs/vgQWEjRBIh4zZcrkSzOsQwIkQAJBIwDR4bJly5T6x8HIpk2byrIQ4kOYuHjxYsO69erVk66JFAoooTUthM1UTZAIUeLFixdN66CAJtqAcAMHShkkQAIkQAKhQwCH/FQi1MSJGHMw3RNxSKhmzZpSdI/vv/g3gwRIgARIgAQimQAOriFhHQ5D4XuhN9nb7eSyefNmrxIs2Nm3c1sQZsbExIhDhw4pd4GDWUuXLlUuz4IkQAIkQAIkEKkEcF+hiRXxuGXLFq/Eao0aNZJixTp16khE06dPl/sAvkSfPn3E4MGDfakaNXUgwIL7Ig7HHz16VCaKhGDxypUr8nVDAiy8pt4mrYAIK3369MoXDrszSCAcCeD/BwQlqhf24rwJOHg6CxjxM9Z8jS5v2mVZEiCByCYAp2u9aBGf6VYCCTFLliwpDQy0K3Xq1FaajNi6K1euFJ07d5bzwz3t+PHjhYrgHOczIFbEdeTIEWU+uOfSnBVxZsOXePfdd6U7omrgHh19MkiABEiABEgg0glQoGjxFaZA0SJAVicBEiABiwSQTRCZHFUOPqxevVoUL17c5x4hRNREiRAoegpkfYYYUXNLdD7kisyK06ZNEwMHDozq7NBYSP7jjz9crmfPnnn9+qRIkULAmdJZkIgsnwwSIAESCFcCsbGxonv37srDhygRC6gQJuLCZ6M+sHiLAwlt27ZVbtcfBXFwcvjw4eLrr7+Wi/HhGBDPQ4youSWaJSrQ5li6dGnpJAXhhmo2vXDkwzGTAAmQQLgTKFKkiEASHE8Rik7EOACHQ/53794NyEuA71xwa9RcgEuUKMFkPAEhz05IgARIgARCkQC+F+Ig1Ny5c5XWqe2cQ48ePcSwYcPsbNLnto4fPy6/90KsqBLdunUTI0eOVCnKMiRAAiRAAiQQVQRwQF4TLGL9H47DqoF19xYtWoipU6dK0ZwvgYPTEydOjMp9bKwJQXzofGFv3/nfZutGGnOsnUBEiL3sxIkTC4imsBcOcRYED5qYsUaNGtK9koIFX96trBMNBPD9QlXMiHKqbqRwD82ePXuc4kXtObqMRsO7jHMkAWMCuAfbu/f/Y+88wJ6osv9/EWwodgQVUVBEiiJioQliBwWxrl0EFRvY6+5Pd+29913FXtaGHUERBEUFKQqIBRDFAuqiWLH+n8/dvfnPO0ySycwkmSTf8zzzJO+bKfd+ZpK5c8/5nvO2XZx4kUQFcWzDDTdcSrS42mqrxdllxW9LAjDmiH777bdMXxCXMx7dbrvtQveP5GEkEmOOjriUsEahid69e2cEiyuuuGKoTUlOgfA0rHGcc845x5xwwglhN9F6IiACIiACIlCRBCRQjHnaJFCMCVCbi4AIiEAMAkwu9uvXzxD4kM+6d+9uH0KjGBWsqJT4zDPP5N28U6dOGVEiVfz8RjbtY445xga88vl9991XM5Ul5s+fX0eMGEZUGgR8vfXWs2JEJ0qMIzrNe0K1ggiIgAiUmMA333xjunTpYngNYwgPyR6HMPGVV14J3OSAAw6w4sRyVzJ68skn7T3Q2d///veChJhheBRrnYULF2YEiQgTwwYgeIUbiEZkIiACIiAC6SfAcwbPLtksjZUTaSuBbFdeeWVRAeM4R5DIglO4YcOGRT2edi4CIiACIiAClUiASjoIFUl0F5RAKOk+kbCIZHppSdiGGILERGGMJH677757mFW1jgiIgAiIgAjULAHmpidNmpQRLL7xxhuhWCCKi5PEiGBr/NiNGzcOdbxKWInYgnziwzCigxVWWME0bdrULk2aNKnz3lsBsVGjRnmxIFRkHqpVq1Z519UKIiAC4QggcPEKGkkoQ4UtlgULFmTeh01Aync9m5DR/T8tz2PhCGktERCBOATmzp27lGgxbOxAtuM2b958KdEiY4paseuuu85ceumlgd0dOHCgueiiiyKheOmll2ysKHEqhVjnzp0zYkViFHPZ+eefb2655ZZCdm8LcZDQm+QVMhEQAREQARGoRgISKMY8qxIoxgSozUVABEQgIoFCxIkcAgcKFQ3DGtmPECUSSILjJ5c1a9bMihLZP0u2B8jLL7/cPmB6jW2ffvpp67ioNpsxY0YdQSLZJaMYAkSvIDHfw3+UY2gbERABEUgLgUGDBhmE8WGtZcuW5uOPP66TTc5tu9FGG1lh4m677RZ2d0Vb79Zbbw2sivDQQw+Znj17Fu24cXbMfctVShw9erTNaBzGmLCmYgRLpVaJDNNPrSMCIiAC1UqAZ7tsyVTSKk4k4JBkOXGd4P5zuvLKKxuS/SBI3GmnnYyexar1qle/REAEREAEikGAoFgCoRArjho1KnRVwShtQRTYt2/fKJsWZZu9997bTJgwIe++Z86caUi8JBMBERABERABEQhHgCpirrKiEy1SuSXI9tlnH/PRRx/Z9aPaOuusY+6//37Tpk2bqLso6XZUTZs3b57tt1v424kSw8zxI+wMEh96xYi1XuWopCdVBxOBIhLgmS1IuOgVMfI+jCHm5jeT+B+SvHmX9ddfP8wutI4IiEAFEyBew19pkbjGOIY/hoQR3oWqgtVoVJjeZZddDHGGQUYihzvuuCNWQodp06bZyooIFgvxpbVu3TojVmzfvv1SzSPxOP65H3/8saBT061bN3P33XfbStuyyifAc9rPP/9sY4p49S/Z/p9tG/ZHRVC+G7xGeZ9vmz///NPGOFMpmtdc78Ou599XgwYNDMldvAsVSv3/K2Sdyr9a1AMRqA0CEijGPM8SKMYEqM1FQAREIAKBQsWJCDTGjRtn6tWrl/No7NeJEidPnpxzXTKgIUYkeJUlV6AmD6ODBw8OrGy1wQYbmNdffz0ChXRtwuTtm2++WWeJkpUTrogR3UL1Ej2Mp+tcqzUiIALFI/DUU08VXFGQexDiOb8dd9xxVpyY795XvN78d89Map199tl2ctVvG2+8sb0/p8kIVkCUSMVjAkiZ8AtjVJFCkIiAo1KCNcL0S+uIgAiIQC0S6Nevn5k4ceJSXT/nnHPMkCFDUonk2muvNZdddlkibdtiiy1s8gAWqjrLREAEREAEREAE4hMg8IlEeIgVqXaYtPXo0cM8/PDDSe828v4I8uX5OFfAV4sWLcxrr70W+RjaUAREQAREQAREwJj33nuvjmDx/fffz2AhydILL7xgwlZczMYTP+1tt91WUCLgYp4bKp4hPgwSImYTa7r2rLrqqktVPPRXQQxT9bCY/dO+RUAE0kUAP2cYESMigGxGcL5ftMjfxArxyucyERCB6iPw6aefLiVazDdWyUcBIbRftLj22mvn26wiPv/ggw/seBNhVpAtt9xy5q9//as56qijYsfAcG4QK7J8+OGHofkgRu/Tp49dmItzdvXVV5srrrgi9H7ciptssoltQzVVLC8YQhk3WLJkifnuu+8MSU7cEuZv4mH9AsRc44AydrHqDk38W5CYcZVVVjEsPMsFvQ/6TPHIVXd5qEMpIyCBYswTIoFiTIDaXAREQAQKJMDD+l577WVmz54dessrr7zSHHzwwVnXxzlDgAjCkHzWsWPHjChxyy23zLe6mTJlihk4cKCdtAwyglIQNVSaff3113XEiPkEndn6x0O2V5BIMKxMBERABGqRACJ5KhQtWrSooO4PHz7ccJ8bP3683Q5hN8JEflvLbUweH3300WbEiBGBTRk2bFgqqjsypvBWSgzDjcxfBFuyIExEbCkTAREQgWogQMCF16mSK6OjWy/fOkGZHfNlbXTbhF0vbObGMOvhjPQH05P0ZtNNNy0oy2O+DJDcS5KwuNUTmzRpkhEkkvhAVQCSOCvahwiIgAiIgAhkJzBnzhzz4IMP2gCkbHPGhfIjOIPkcVTrSIuNHDnSHH744Vmbs++++5obbrghLc1VO0RABERABESg4gksXLjQihXxFTz77LMmbNWvsB0///zzbUB4Keyzzz4LFCEiTCR4OJsxF9O8efM6C5XLCOZHiNiwYcNSNF/HEAERqEEC/AbzfIfohUpq3iXfcx+/W07A6ESL7m/9btXgxaQuVzUBfg/8lRbz/UbkA4KPB9Fihw4dMkulCt6uu+46c+mll+bscufOnW3yjKSEmb/88outqsg8XSEFJhCXO7EiMSO0iwIWhRpjVJKOIVaUFU4AHzUJTIhjda9ekWEuwSECxaSMghzLL798xo+c732+z9mfq0aY7dXr8863btDnzCcHVWh0/4v76nz9xBPA2sUV5Huf6/Mkzxnf4bCCxtVXX91QwXbNNde0rwgeZSIgArkJSKAY8wqRQDEmQG0uAiIgAgUQQJzYt29fmxExrDEoRDzHwN1rM2bMsKJElnwP++uuu64VJbqKiWTlCWP/+te/DM6abNl9evfube68884wuyr7OjDnQZwsmwS7FCIQ9TaeB2rEM06UyMSqTAREQAREwJhBgwaZ5557rmAUXbt2tZMgTz/9tDnllFPM6aefXvA+irHB999/bw477DAzYcKEwN23a9fOvPjii8U4dKh9zpo1y1ZJRJj4yiuvhNoGJyDVpJwwEYehTAREQATSQoDf3aDsjtmcMO7/QeLCtPSp2tvhdT6R7ZEgOq8jJGymR54p8zlsvSx5nt12220z97O2bdtWO2r1TwREQAREQARSS2Ds2LG2qiLzAQRpxLETTzzRnHXWWXF2kfi2Q4cOtUFeQUb1Z+YNZCIgAiIgAiIgAskQIFjz1ltvNTfeeKNhnqgYRkJg7uEEw8Y1xDskbgiqhphrXEQVRK8IEQGi+5sAfZkIiIAIpI0Av2l+0eInn3yS+V+u9iJc8YsWibFp1aqVUeWftJ1ptUcEohEgFhLR4jvvvJMRLyJ2jmPEOXpFi+3bt6+IKn0IonbZZRdDTGcuYzx4/fXX23WTNhJuMZf1zDPPFLTrli1b2rFtFOP3/O677zbdunWLsnlVbfPbb7/VERz6xYf87f0fSVyjGv5S/LIsK6+8cua9+1+2/xM35Kr4OV9vEs9HUftRS9u5RMteESOxDsQ98AzMa7bF/znbRTWuHWLSvaJFJ170v7IOMQAyEag1AhIoxjzjEijGBKjNRUAERCAkgSjiRHaNUAPBBkYVDCdKnDRpUs4j8+DgBImIE3FuhLUff/zRHHfccYbKjNmMgScZLJkUSKNRNQRRCaJEXj///PNIzUSI6BUkqhpHJIzaSAREoMoJIC6k0mASRiZgKvx26tTJUPWXhUmxUhpZQvfff3/z3nvvZT3sfffdZ++zpbTp06dbQeJLL71kBfdhbI011jA9evTIiDgU4BCGmtYRARGISoDnFZfhEecK1XURHebK7ug+w2mXhJEtMV/WxqDPc22TrWph2GyOYTJA+rM4eisv5svw6F+XzKujR4+2OPfaay+z++672wyS2TI8BmVyDJP9MalzFua84wxp06aNHR+Q3IDnUBwiej4LQ0/riIAIiIAIiEDxCRBM8+STT1qxYtjnVX+ryBw/bdq04je2gCMwT77ddtsZqiD5jfEW4xOZCIiACIiACIhAPAIEaRJETfKiqP7cQlpA4DTJksJWjSDp7QcffFBnef/99w3jhGxG1R9Eh17xoRMhUr1CJgIiIALVQoA54lziRSp7ZbNmzZrZiluIFVnce835VsvVoX7UMgH8g37RIr8VcYxxlVe0yJxMGistMm4kjiRbMQgvg4MOOshceOGFRRP/UBCDyoqMtfMlANliiy1sBfOo43F8oddcc43Zb7/94pzm1G7L3CALfIgB9lY89IoOC61CiX+amB78oLyy8JwSRnCIyFBWuwQQw4YVMy5atMjGbXDd8prv98BPFRFyLjEjcX747nktdXxf7V4B6nmxCUigGJOwBIoxAWpzERABEQhBgAqH/fv3L6hyIrulaiIZhqj4hzBx+PDheY/WoUMHWy2RZauttsq7vn8FHpQHDBiQNyvO2WefbcggnRabOXNmRoz46quvGgbWhRoTna4yohMlFroPrS8CIiACtUaACbYuXbqYQifawnJq0KCBad26tRUtOuHixhtvbBCgFMMINmDSNNfEK6LJKNUio7R3ypQptlIiSQPCBmoy8UMApauUKEdeFPLaRgREAAIEWgVldvSKEL0OmFzBBvmIkq3Rm9Ex6H2QM4bEKThgnMBQk97GBvQNGzbMJg849dRT86GP/DnnG9GjEz6SqTFfdkd/BkiunzjXDeOEXBkd/Z9xDclEQAREQAREQASKS2D+/PnmoYcessFPhQafMYbZbbfditvAAvc+ceJE069fvzpbEZRBgjyZCIiACIiACIhAPAKvvfaaOffcGC5lfwAAIABJREFUc/NWmYl3lKW3xsfwwAMP1Enwi+jQLV5BYrZ5C5IBtmjRok41RCdK1PxD0mdM+xMBEahUAog5/AJG/sYfm+33laqLftHipptuakUbMhEQgcolQJJTv2hx7ty5sTpERVYnWtxss81sXAkJsMptVAS/6KKLQjWDPtxyyy0GgWAxjd9exIosQdxPPvlkW/H2pJNOitUMYkmJKa0kI66X+CAnQnRCRO/fJFUJYwg1ndDQKzoMes//9NwQhqrWSZoAvn2Eim5xwkWviNH9j1cSG4c1hIzErLnFiRe9/8O/LxOBtBOQQDHmGZJAMSZAbS4CIiACeQjwENO3b19DYEah1r59eyu0+/TTT3NuygQdgkRXMTFqhpRnnnnGDBkyxAaY5jIeSMeNG2cFlOUyRBquQiKVpMgKUqjxkO8VJJKRTSYCIiACIlAYgUGDBpVMrOdahmjFVVdEtIioPImsw1QnPvjgg221r1z28MMP26qExTKCH6mU+Pzzz5tZs2aFOkzLli0zosSePXsWLcteqMZoJREQgVQTIGOn16HizeroFyNSCacQw4niz/KYTXToFxvisJElQwDHJ/eyc845J5kdFmkvCGC5Z7n7btu2bY1zIOOsCMr66M/wmO+e7W86z8pBGR75H4vXSRL1ubpIuLRbERABERABEahIAq+//rp57LHHbPK9XFWGXOd22mknc++992btqzdBAskRXLIE9+r/n/fvoPfsj2rUbnGVq/1/kxndm5iJpBhkM8+1HYFL/krc2Spz8/9cn7nK3W495uUZq7jFJe0I+jvsZxV5ganRIiACIiACFUtgzpw55rzzzjMvvvhi2fpAsiySLxJw+e6772YNulxvvfXMRhtttNSy6qqrlq3tOrAIiIAIVAMBBDLcDxArepdsz44EtjOHTNU0tyBclImACFQuAZJeIlr0ChfjJoRi3OZEi/xmEAtIYolSG3NcM2bMCH3YM844wyASLIUxR0ZiMcSKxKZgxx57rJ3DW7hwYewm7LXXXubmm2+OvZ8kdkB/vOJDvxARnznze/kM4SvxuSzOz+j3iSM4VPLwfCT1eSUSIGYkm4iR/xMf75YwMdx8n7yCRVd90fs/5sNlIlBOAhIoxqQvgWJMgNpcBERABHIQiCNOpDIUDo9swkY+d4JExImIBqMaQcpkp7zrrrtC7eLf//63FUGU0nggJqAFUSKijSjGBETnzp0zosTGjRtH2Y22EQEREAER+B+Bp59+2lZnSoM1a9bMVljkfsb9s1AbMWKEGTx4cN4qTsWqnkimaO5vJAv46KOPQjWfCfXu3btnKiUWq6pkqMZoJREQgVQQwIESlNXR62wpxLFEgHOQcyXb/1S9MBWXgfnkk0/qVABIR6uWbgXPlTzjUfGX58soyQZ4ls2V1dGb6ZH3YYQRrqU4EnNld0TMuNxyy6UVr9olAiIgAiIgAqkiQBADQU7ewKdsDezVq5dNRkciArc4AWKYgKFUdbyCGuOEjCQSQXzpX0g8EvR/7//0PFBBJ1xNFQEREIEyEUD0f8kll5gHH3ywTC3Iftj111/fVuzyixGpnCwTAREQAREoHQFipPyixffeey9wbpfkLV7BohMwIh6RiYAIVCYBxHMULfCKFqlyHccQKRIzyEKVRf5GaFZMoyJ3oUmvqaL4z3/+0xD7UirDV3fBBRcYktgmaRSMuOeee0yxk3pwvSB4J8bG+0oxEHzm2ar1evuKPxCfnxMg8ur9m/dKtJvk1aF9VTMBnvmJTfGKFr1/8z5MRVK+h8T+UYCmRYsWdnHvo8QUVDNz9a04BCRQjMlVAsWYALV5RRJgYBpmIXAt13o4xb3ZdeO+Jzuvy4CbxCulkHEqZ1vIChj283JWyqvIi8wYO9Dq37+/+fjjjyN1YbfddrMPO8OGDauzPRUlXLVEKkbFNQaDRxxxhJk6dWqoXe25557m1ltvDbVu1JX4LhCoyoJYg4pWUQw+CBLdwjUvEwERqA4CPKx6q+qQWS2oyg7/837G5BNBbiwEtLv3+f6GGvdC7q1uCfM3gVmucpS/UhT/z/a/SjhLVA4gu7C3gkAa2o3QsEOHDgU15e677zZnnXVWqG0QZW611Vah1s230iuvvGJGjRplnn32WTtuCGOIMLt162bFHF27dg2zidYRARGoIgLeyodBGR4Z2+czss15nSq5sjwqACsfTX1eaQSY43GCRr+wkb+9DhLGivnMZXj0Vl70Z3mU0zIfRX0uAiIgAiJQaQRcBW7/K5WOvaJC9565mUIrc2djQnIA5lq81QPj/M3+vJULvZUK3Xv3umDBAnPkkUfawKYbbrjBJknyVz70bkMSIW9FRvc+2yv+pXzruM8Zp+CfWrJkSZ0qknH+TuI6dJUlnWjRK2okg7yrWu19JQhMSR+SoK99iIAIiEC6CXDfuuWWW8xNN92U2LggyR736dPHXH755dYPJBMBERABEUgnAcQnCBURKrnXefPmBTa2efPmhtgqxEi8ski0mM7zqlaJQBgCxAdR2MArWpw1a1aYTbOug7iZ34h27dpZwSILvp4kjbHvhRdeWNAumUu5+OKLzb777lvQdoWu/Pzzz5tLL73U/qYWyyi2QcKyKAnGvW0ihtsJEJ0I0f2N7zyXIWTKJT5EBKV5qWJdAdqvCAQTYJ7dL1r0ChrzxbzwvfYKFr3vSbQtE4EkCEigGJOiBIoxAWrzshDAAUww/LfffmsX9z7of97PeU8wWhgFflk6luKDIsYgOBUnMplN3OL9O9f7WqvoQ8WKvffeO2v1wzCnumXLlmannXYyt99+uyHo0VstMSmhHcIIqkWFFZcgaKWCYZMmTcJ0IfQ6BE646og8AEd9+KXqhleQqFLfoU+BVhSBVBDg/kxVJ7eQVYf37tX7nuC2ajXumdxn+e1nodpr0Cv/K6cjhfvHU089lbrTMG7cOLPxxhuHbhfZmq+//vpQ6/fs2dM89NBDodYNWolAQoT3L7zwgq2USPBmPiPYcdttt7ViRESJnTp1yreJPhcBEahgAojq/Q4WHC08X+BgCfMs67I7+p0tLttj0mP5CsatpotATgKMQbNld+T/OE64t+czvotku/U6R1yGx2Jnjs3XNn0uAiIgAiIgAhBgDOoXGyLczyZEjEKNeVonVnOJnHglYRT3VIJKES5giNuuvfZaOzfi1kWQiPit3MJ/qj2RVX7KlCm2PdVkrkolYlLEpdkSgQX9360fJit9EDPOtUucEiRi9H6mIJNquurUFxEQgVohwJw6wc8EIZbb8HVTIZFqiTyb87yOiIWl2FV0yt13HV8EREAEqpEAz7NewSLCRURLQUlyJFqsxitAfap1ApMnT7YFGd555x0rXpw5c2YsJO3bt69TZRHRIkkp41jv3r1DF43wHocEGsyPMTeWpI0dO9aOzcMWsoh7bOZxmE9DDJrLECHiEw+qhpgr2Tcxzfy+I4Zkce8Z5zO+Z05RJgIiUFkEiIlxybrxG1AgiFf3nvFfNkPD4K+46PzyJMqTiUBYAhIohiWVZT0JFGMC1OaJEGCA6RUkeN//5z//qSNCRGTI+nHMZddlApr3roqge5/v1W3Het7suv6qh95su97Pcv0/WxVGb6Zd7zq5/o9zH0EmjmXva9D//Ou4v926YSoH5DonQYJGv+DCCTF4LXegQZzra/78+aZv3742kDEJ4zrbZ599zGmnnZaYY4Tr5sorr7QPsmGCnF0/zj33XHPsscfG7haDRISOPPQ+99xzoatGeQ9M9hqEIggSEW5IsBH7tGgHIlB0AgS3uQdG98pvpRMeEgReiFF90C2uGqH3f0Hv+e3wVkEM+552easthn3P/ZTfvEKWQqoKMKbwihcJgHcTb27yjYfvpI3f7kGDBiW920T29+abb9rggnzGeGro0KHm8ccfz7dq5nP63bFjx9DrsyIi/DFjxtgqiYgSGVvlM5JCbLPNNhlRIhPhMhEQgeohwD3B72BxzpZ8gVr85jsBohMcev/mvZJ0VM+1op6knwDfWSdWzCZmzNULgu2dU8T/WowxXPqJqoUiIAIiIAJJEkAs5ipwf/rpp5n3/M8rPnTCwLDHJkMxznwCjLyv/B9xoVeA6N7nq8yN/2H06NFm+PDhds6YpH3du3cP26SSrkf1xCFDhpT0mJVyMOZA/AJGJ17Et8fcoLeatXvPPFtYw3fkFTHyDESwoH/hWpSJgAiIgAiUlwC+4DPPPNN88MEHJW0I4w7uCwSUk8zQCRDxmShRUElPhQ4mAiIgAmUj8OGHH5oZM2ZYsZJ7zSZa3HLLLa3/l1cW+VjKdtp0YBFIhADfeaotOtHi9OnTY+23Q4cOdaostm7duiDRIolpe/ToYaLE3jLnwRzZ1ltvHasPbIyYk8qMr776aux9RdnBnXfeaRBrksQbIblbeFbAT54rzpYq517xoVeQiBBRJgIiUFsE8G1440+dgJHXXAUvmA9AvMg8waabbppZ4lZ5rS36tdNbCRRjnmsJFGMC1OY5CXgrHvkFiN7PCq2CxKAT5yI3jKDXXJ8hLqy1an5JXKY4iF3mXBzJOJVZ3Ptc/+OzQg0Hs1ew6MSM3v/xPm1O5qTFiV5uXPcIH0844QTTpk2bQpFm1qda4sCBA61AsBBjYIbAIop4FKExFRKpGIVAoxDxjWsjQiMqR7kKie3atSuk+VpXBESgBAQQPwc9ALr/hbnf8/vPb74LNPK+936Wtt//JPEiHOe32gULMmYKes//+H3NZwQI+rOFuck7Ju4KNdpGxVqOnxZDmEnWY6oPn3feeSZfpWFEggMGDDBUEg5rVDK+7777Qq3Ofe6ll17KiBLDVFciqNMrSiykCmSoRmklERCBkhLgnufN8Oh9z7NxNqMKS1CWR4TXOKEQ1stEQAQqhwBjAJyqzBUEZXjMlYCLsUFQ1UWEjIzvZCIgAiIgAiLgxIe8+gWI/C/XuNNLD58J9x2v2DDX+2IHazLXQQVxAsBktUGAuSbOezYBo1fUGNbfxNyhV7RIoIlfxKgs+rVxfamXIiAC5SHA/PghhxxStIMzR0ZiH37fESIyt06wOL4P/b4XDbt2LAIiIAIVTSCMaJF4KCdUdMLFMIlxKxqMGi8CNUBg9uzZNm6RqoFUWmSJavxOMGfF2JNxKAvvcwlcbrrpJnPhhRdGOiTzcMcdd5w544wzDLGjhRpVZi+55BIzYsSIQjdNfH1ivbPN65BsPkiEiN9cIsTET4V2KAJVS4BYRn/FReejR+8QZMwtOMEicfnufTXHplbtBZBgxyRQjAlTAsWYAGt4c7Lq4iT2LwRdOed3mGBsEDJJ7BUdIEZwggSy8PqFiPmCzmv4tKS260ECRie48L6692Gr+hE8gVCRBxEmhVj870sFpZjiRH8funXrZo455hiDWKIQwe2UKVOsODFKdcennnoqdEYeqkiMGzfOVkd8/vnnI50CgmAQJHbp0sWKEhGeyERABNJDgGxW7777rs1qxet7771nH/ByGfdz91vtfq8RlnnHAIX8pqWHRvlaQgIBr3jx888/X2pslksUzuQpk3zeB2ze5/rN5f7z5JNPlrzTjAlpF4H6ToxIgH6h1QUJavvLX/5is2UWYi+++KLNjJfNCKYbNWqUrZI4cuTIULtmkprACe513PPk4AqFTSuJQKoI+LM8cl8kE2Y+EaJfOO5EiQTMykRABGqHAM/OXuGi12GST7zIOAintzfDI3NpMhEQAREQgeogQFZ1klzMmTPH+lv8AkT+zjeHzjO/t+o2czDub+ZiXAVE+Vuq45qplV7w3fCKGRlPMR/mrWrN37nGUo4V34Og6ouMs0iCpSpbtXJVqZ8iIALFIPD999/b59Xff/899u5J6MXcOfPzzKfvsMMOdhwjEwEREAEREIG4BBDuTJs2zYqVeCXmwW88MyBW7NSpk70P8V4mAiJQ+QSI80S0SLVFJ1oMG+vs7z3iOuJWvIJF3jthHfvdfffdrUAyqhHH869//cvOV4Qx/E1XXnmleeSRR8KsXrJ1SDTCuB4+rVq1sq/4yVXBrGSnQAcSgZolQLwgv40krWAMSAVXXvl/kDEP4fXDu/fFTuBYsycoZR2XQDHmCZFAMSbAKt58yZIldQLcGZR7xYhhsu8yMeyEht5X//+kNK/iCyli1xBbIFbMJWLks3yV+AjC8IthvH8nFQBMQGH//v0jCf8iIrKbUV1p8ODBZv/99zc87OYyHlLPP/98gwO/UNt7770N2XyyGb8NCDeojvjqq68Wunu7PgEyiDMQX2677bbKfhOJojYSgeQJEASH2MIvSMzmVM4mGOe3l4wzstIT4J7qH8e5MV02wTrJI5xo0SteZHJ20KBBRevESiutlBEgOhEigkQmJamkG9cQDe23336WRyG22267mWHDhi21CWwR4iNKDFuNkX7hvEJ8z32PRAsyERCB9BNAEO7uh95XAsODjN9Rb5ZH73vGvTIREAERyEeAeTdXidwJF91rtrmQJk2aBDpKVD0iH219LgIiIALlIcDcCiLEoCVfEihazPNkNgEiY07uCzIRqFUCJJIKEi46ISOf8ZyXyxAwMi8VtDRq1KhW0arfIiACIhCawMEHH2xGjx6ddX38+EG+JvzfiD+oTMNC4LJMBERABERABEpB4LvvvrNCRa9okUSVXsNnja+XuCb3qiTMpTg7OoYIFJ8AsaiIFr3VFvPNHWRrFUU3ELM40SLxUmeddVakuE13DPZ53nnnmcMPPzwrDOY9rr76anPvvfcWH1jEI+yxxx7mqquuiri1NhMBERCBZAngk3diRa9wEQ2N3xAnBokWVZAg2XOShr1JoBjzLEigGBNghW/+008/WTU4P668ErRNwDpB2/kqrFEynMwVQQuiL0SITCrLRKCYBMiCywCBwOCghey5uYzr2Ft1EdEATg8WnM5hjIDBvn37WjFluYxqgwMGDLCikdVXX71OM2B04oknWvFEFGNybfz48XUCWvi9QIxIhUSyCEUxgrQRZnTv3t2KNHD2y0RABMpLgHHA5MmT7eKqI5KRPMjIJO4m0lxmK77XuveX9xwWenQeprmP8YDtXbIJbnjQjpo1zrUNQb3LRE92NxYnRiymWA9H0gEHHGAIUCvUqArM2AAjgI17IPfVN954I9Su2rZta51ULNz7lIE/FDatJAJlI8DvYpAYMahBOILc/dBleeQ5gkBxmQiIgAgUiwDzIIzd/c4SAmiCjHGM31mSq2J2sdqt/YqACIhArRLIJkLk/9mM4EZXdRsfjLf6oRMlknFcJgIiEJ0APh2viJH3LC5JRK4qjMxhZRMvkoBLJgIiIAIiYMwDDzxgLr74Yjsfjl/h22+/NX6RBwl1qEi11VZbZQSJSSQrFH8REAEREAERSIrA7NmzrWCRGIq33nrLzJkzp86u8X37BYtU/5WJgAhUBwH8Lk60+Oabb9o4yV9++SVS5/Al49eJa7169bKFJrwxosTBXHfddTbxdpCoJu4xC92exE7MaRJH7l557xbFiRZKVOuLgAiUmgBjPr8vPptPB//NFltsYTp27Jh51dxGqc9YsseTQDEmTwkUYwKskM0RFzgRovc1VxZeBAZUQcomQlTAZYWc/BpvJg+EXuEi4lvv37lEhUwYObEiD4i8d6+uWiGDkL322suKJNNiZKM8/vjjrXOc7zvCRf8EWSFtpeoiTiHEGCwEQUYx2PGAvN1221lBogZgUShqGxFIjgBZvtwkOhPpvCcAx29UQ/YKEd17BBmy6iWwePHipUSLOF4KyQ5HAgDEh1wzBFVyH0WYyPtSG9UNDzvssEgTsf369TNnn322FSSywCGMkeHZiRJ79uxpVLkoDDWtIwKlJfD9999bJ5JfjJhN4IOYx4ny3f2wHL9ppaWko4mACFQSAeY8vJkd3fs///xzqW647L1e4eJmm222VNKjSuq/2ioCIiAC5STA2JJkTywkd/OKEnMl+uHZ2T0rO0Gie1UFhnKeUR1bBIwhAaYTK/KKb8T9nSvYj4AUJ15kbqxNmzY2WQT/l4mACIhAtRPA907iW5ZXX33V/m56bZVVVskIEhEmErwnEwEREAEREIFKIsBzwqRJk6xYkQUfk99I1O4W7ncyERCB6iJAPKoTLfI6ZcoU8/PPP+ft5EknnWTGjBljpk6dmnfdfCsg8Lv55pttHObYsWPNwIEDTa5ES/n2V+jnxH02adLEzmviQyeWnHlO96qYskKJan0REIFKIMBvvd8Xj0/In4yJvlDMwCtabN++fSV0UW38HwEJFGNeChIoxgSYss0JRPJWRHRixGwiLESIrnINrwwYnSCRbBUyEah2AgwYvIJFhHxu+eyzz7J2H+cy3xEeMEv5cFfI+ejQoYMNiImatYdjNWzYMHL/GFBRJQpRBgINqlXKREAEykeA3zQ3Se6Eif4AOSaw+O3g4YjAGcQXTCjJRGDkyJFmyJAhS4EgWNIf8I7AH2E7zhYWhHrlzH72+OOPm6FDh5rff/+94BNJ/7jnhxH6U7nCZcfkvsf9TyYCIpAuAtOnT7cOH8bwvM6cOTOwgdz7vEJEVxnRJSlJV6/UGhEQARHITYAxkD+7I46TbHMe/OZ5szvybCATAREQARGoS4DfVQIQnSCR97mSuuFz8YsP3d+qgqirSwQqkwBjKa940fv+119/DewU82MIFZ1gkVcWJbWqzGtArRYBEfgvAZIaOkEir/4Ef2uuuWbGX4DfoF27dkInAiIgAiIgAlVFgKIRLg6DVxJjeo0KZ06s2K1bNyvkkYmACFQngTfeeKNOtUV/TOk//vEP89hjjy31OxGHBsLE/fbbz/Tu3TvObgK3RWS49tpr25hy4kCJh3EVEYk7l4mACIiACPyXAAkrGQO+8847mVd/XC6x+H4fPL4jWToJSKAY87xIoBgTYJk2J7iI4Ep+zNxCcNEPP/wQ2CIyVjghIg+6XlFimbqgw4pA6gnwfUKQMHv27Ixo0YkXg6oPpL5DERp4xBFHmGHDhoXaEgEKgkSWrbfeOtQ2WkkERKB4BJgIp2ocC1lqg6omEwDjBIkEHiPEkomAn8C3335rBg8ebFZbbTXTunVr6zThWqEiIhOS7733nhX6sBB8wH3Tb6xL5rYePXrYhYfuUti1115rLrvsssiHos3jxo3Luj1jbK8oEWGiTAREIB0ECBZ1QkRegxKLLLPMMmbzzTdfSoxI4JRMBERABKqdAGM8l+HRCRiZY/RXA0Kc7c3uiONE1WOr/epQ/0RABByBr776qo4I0QkSgyqnkZzNVdlG7O0VJCrRha4pEagtAiSTdYJFfErMnTHu+uabbwJBMG/mFy0S/CcTAREQgbQSmDFjhq384oSJiBSdMSbq3Lmz6dKli32VIDGtZ1HtEgEREAERKBYB5l1dZbUJEybYgHWv4WdHsIgfeocddjArrbRSsZqi/YqACKSAADE0/Cbcf//9NplkMYx5hcWLF5uFCxdG3j2xL8QD4Q9iLI8PfdVVV428P20oAiIgArVMAI0PgkWvaJH5Yr8hUPSKFonBVzK7dFw5EijGPA8SKMYEWILNqX7mFyPyt19dTVMaN25sxYd+EeI666xTgpbqECJQGwR4WDzkkEOyOpOrhQJZLK+55ho7KRZkOJV69eplBYk8lMpEQATKT4BsXE6UOGnSpDoNYuLIiRHdKxNMMhFImgDiWK9gkfdULPYaThcnVuR6LIadccYZ5t577421a7LXnXPOOTaQzBnCJYSIbilW+2M1XBuLQI0R4DfGiRCdKJGAUL8RJM64dbPNNrOvLMruWGMXi7orAiKQlwBzjl5nyYcffrjUNlSa9Wd4XGWVVfLuWyuIgAiIQJoJ8PvnrYjI+y+++CKwyc2aNcuIERElErxDIJBMBERABHIR+PzzzzNiRQSLbglKiMm8rau26MSLPMMqeFnXmAiIQDkIEJcyevRo8/LLL9tXf+Vo5tqcIJFXkoLJREAEREAEREAE/kuARNIIFZ1oEV+614i5QqjIouqKumpEoPoIzJo1y5xwwgmGJB+lsHr16llhIUnDEcgsWrTIEH/utQYNGmT85c5vrsSUpTg7OoYIiEAtE/j666+XEi2S2MJvxCMSm8/Ce4pHyEpPQALFmMwlUIwJMOHNCaz0VkXEKc4SZGThbdu2bWbBEU5lG5kIiEDxCZB15vvvv7dVS7/77jv7nlcCocl+xSvOZrJs+0UZxW9dckdA3Ew/sJ49e2YqJOIYl4mACJSfAJPZCBKp8MarNws3k05du3bNLIwZZCJQLgIIhl577TW7+MWzBLg7sSKva6+9dqxmUsni6KOPNiNHjoy1H7cxwV9kmuP75ESJBJ/KREAEykcA0bBXkMgztN9wvHiFiLxfa621ytdoHVkEREAEKpQAjhF+Z71ZHpnr8BvzBF7RIr+7MhEQARFIKwHmOxlPTp48OTOu/Omnn5ZqbqNGjeoIEV2FRImy03pm1S4RqDwCBAt6xYrufTaBdPv27e2Yyy3y1VTeOVeLRaBSCHz22WdWjOiEiV5/t5vTZ86cgLk11lijUrqldoqACIiACIhA2Qkwz4pYkRiPN998s057GN87sWK3bt3K3lY1QAREIB6BK6+80lx11VXxdlLg1iTnZa7Ba1Ru9SbxxX+jpCIFgtXqIiACIlAEArNnz66TODgo9snFKjrRogSLRTgRAbuUQDEmZwkUYwKMuTmV2Kh2xAOny9AbtEseQL1iRN7rRyYmfG0uAiUisGDBAjNz5sw6C04dvy2//PKGbDSUbUYYiDOHjJRODMkrIkgW9x5hZFB23aS7tuOOO5pLLrnErL/++knvWvsTAREokADirueee86MGTPGZvb3Gtn6vaJEfldkIpA2AtzDnFjx1VdftaJ+rxFgheNl9913N2SIL8QQ6VLl+K233ipks1DrDhw40Jx88skSOIWipZVEIFkCZJZ0mWV5ZXztN4Ibpq6oAAAgAElEQVQ0XVVEnCqqYJPsOdDeREAERMBLYN68eXVEiwTV+B3eq6++eia7Iw4TfqNlIiACIlAOAr/99lsdISKixE8++WSpprRs2dJWK3MiRF41F1qOM6ZjioAIQICqKn7hImMuvz+I5DzMpW255ZYZ0eKaa64piCIgAiIQiQBzcCNGjLDJ/0jm4DWe6UgwuN1225ktttgi0v61kQiIgAiIgAiIQF0C+LZJRO0WbxUdilQQq7XbbruZ3r17G0RHMhEQgcogQBz48ccfb5/ry2EktGee4IADDjBbbbWVWXfddcvRDB1TBERABESgQALoAYgNnjhxon2dOnXqUnsgNpi5GZZOnToVeAStHpaABIphSWVZTwLFmAAL3Bx1M2JEJ0oMCqz0CxHbtWtnlltuuQKPpNVFQATSTODLL79cSrToF2jQfoQZ22yzTWZp1qxZnW4xWXX44YcvlVWrGH1H6DR06FAzZMgQs+yyyxbjENqnCIhAFgLTpk2zosRnn33WkDnF2corr5wRJJJBr3nz5mIoAhVHgElZJ1jk9ddff830AZERQsU+ffoYqofnMipg7L333uajjz4qGoMVVljBDBgwwN4LlRW6aJi1YxGwAnyemZ0o0f/c3LRpU+tU8VZI1DOzLhwREAERKB8Bkit5qyziLKHau9ckWCzf+dGRRaDWCMydOzdTFdFVSPQLeqiA6JJbdOjQwb7XM16tXSnqrwhUHgHmzFxVa/ca5FciYY+rsMizM79zMhEQARHIRoAku4gSn3/+eZtQ2xlzbQgS3UJyXZkIiIAIiIAIiEBxCeAXQ6xIdUWvsAkfNUJFJ1aUT6y450F7F4E4BC6//HJzzTXXxNlFItsSc05cS69evRLZn3YiAiIgAiJQegI//PBDRqyIaNEvWMSv5ZJJIVhU0s3kzpEEijFZSqAYE2CezflBQJDoRIneTDds2qRJE6tgZsEJjjixQYMGxW2U9i4CIpBKAmTExQlERkoqP7H88ssvddraokWLjFixUaNG5txzzzVffPFFSfuz4YYbmiuuuMJ07969pMfVwUSg1gjwe4AgEWEiWWud4QTeZZddzE477WR/D2QiUE0EqLyDSJEMzSwI8Z0RUIVQkYX7odfee+89s//++5uFCxeWBEfDhg3NoEGDzHHHHWfIXikTARGIR4DvLs5WFhyvCI69xr2P7I5bb721XahuIxMBERABEUg3AaqTueyOvPoFi1T2wVHinCb+hEzp7p1aJwIikCYC/MZMmDAhUyUx6LmQyohOiIgfhuqIMhEQARGoBgL4h5xYkSR3vP/555/rdI3kk67C4rbbbmtIdLfSSitVQ/fVBxEQgYgESDCDKJEFX5QzqrLie2Lp2bOnKjVF5KvNREAEREAERCAJAiRgeumll+xCAiZnJJR3QkVeV1xxxSQOp32IgAjEJMDzOIUfiF0ptRFDSpVznv1doiL9NpT6LOh4IiACIlB8AlRYxB/mCkH4izhQEIn5HKpwK74/3vmQQDEePyOBYkyAns2XLFmSESM6UaLfCbTBBhtkBIkMBhVYmRx/7UkEqpGAEyryyoTT4sWLU9PNPfbYw1xwwQWGCjYyERCBZAiQBc9VSvRmqm3cuLEVJbJ07tw5mYNpLyJQAQRefvnljFiRh2xniHMRKlJdkWB3qgl7Py9V1xAqHnXUUVaoSAUOmQiIQHgC48ePz2SB9Wf5QpCIENGJEvXcHJ6r1hQBERCBtBLwChYnTZpk5s2bV6epJG1DsOhEiwTayERABEQgiABBPq+++qphPMmrf76UORR/dUQJcXQtiYAI1BKBGTNmGCdW5HXOnDlLdZ85ZoSKBKpovrmWrg71tZYJELT25JNPmuHDh9dJikm2fQSJBK9tv/32tYxIfRcBERABERCB1BJgbvXFF1+0C3OrzurXr2/69u1r9txzTytalImACJSewK+//mquuuoqc9NNN5nffvutJA2guIRLRMTrRhttZOrVq1eSY+sgIiACIiAC6SFAQguvYJGKi85WX331zHwPcz4rr7xyehpeAS2RQDHmSZJAMR5AnDoETrvljz/+qLNDMvG6Com8rrvuuvEOqK1FQARqmgBCRUSB7777bio4ENxz6qmnmqOPPlpZNFNxRtSISiXw2GOPmYceesgG13kfEpwoURlNKvXMqt1JEhg1alRGrOhPApLkcaLsi8zS3AsHDx6sDPRRAGqbmiBAVQeyvOI8HTt2rPnpp58y/UaE0qVLF9O1a1f7SoUbmQiIgAiIQHUTYE7VOUx49TpMCKxx2R1xmJDwTSYCIlC7BKiujRDRiRLnz59fBwYBOIhrOnbsaKskNm/evHZhqeciIAIiEEBg0aJFtrIiYsXXX3/d4GfyGn4eJ1bklcQRMhEQgeog8OOPP1pBIsLEV155JdOptdZaK1MpkSQxMhEQAREQAREQgcoh8Omnn2b8bW+88Uam4SRs6t+/vxUrEqMqEwERKD4BnrOHDBliPvjgg6IejHlPkvvyyveb+BSZCIiACIiACPgJUFyNeCwW/71phx12sMmpiEdu1qyZ4OUhIIFizEtEAsXCASIecIJEv0iIzLxkpXCixDXXXLPwA2gLERABEchBgCoDs2fPNmQLp6oiFdcI+C6nIca+4oorDBWtZCIgAuEI8F1GlPjggw+aBQsW2I0IBiGz3c4772x69eoVbkdaSwRqjABZ50aOHGluu+22Opme04BhtdVWM0OHDjUDBgwwK664YhqapDaIQFkJULUBQSLCxIkTJ9ZpS5s2bTKCRISJiFFkIiACIiACtUuAYBonWMSp7zXmW3GYUNWDeVeZCIhAdRNAsOwVJM6cObNOh9dee20rSGTZdttt5Uit7stBvRMBESgCAX5nESq6BR+T19ZZZ506gkUFrBThJGiXIlBkAszHOWGiq+LSoEED06dPH7P77rurUmKR+Wv3IiACIiACIlAqAp999pl59tlnzXPPPWe88yft2rWzQkUWJXIq1dnQcWqJAFUTiZO8+eabze+//55o1xs2bGjat29vfSIIEvk+M5aXiYAIiIAIiEAhBNAYjBkzxooVvUkt2AcxWswR9e7dW4XXskCVQLGQqy1gXQkU8wNcuHBhnSqJixcvzmy0yiqrGLLKuYVsczIREAERKAcBAsBHjx5tA3g+/PBD891335W8Gfvtt58577zzjMTZJUevA1YQARzDCBOZKHa22WabmX322ccuyy23XAX1Rk0VgfIQuOiii8w999xTnoOHOCr3wRNOOMEKFVdYYYUQW2gVEageAoxFX3jhBStKpDqWMxwnVMNyS9OmTaun0+qJCIiACIhAogT+85//2OoeOExwnFD1w9l6662Xye6Ig14mAiJQHQRIZsH3nrEkYmWvkfzFiRF5JdGFTAREQAREIDkCVKp1YkWCVfjba61btzbdu3e3okUSRiy77LLJHVx7EgERSIzAJ598Yn1PDz/8sKGykjOCzhAlsiipXmK4tSMREAEREAERSB0BqqY7sSKxrs6okvOXv/zFBqHLREAE4hPgu3bcccfZ4hJJGILETTfd1Cay33XXXQ0+EJkIiIAIiIAIJElg0aJFGb/7qFGjjEtmxTGY92WcyNKkSZMkD1vR+5JAMebpk0AxGODUqVMzokR/pQccMU6QiENcJgIiIAJpJPDtt9+aJ554wooWeTj+6aefStLMVVdd1Zx55pnmiCOOKMnxdBARqAQC33zzTaZaojcjdf/+/c3ee+9tM/7LREAEwhHg/kbgKtWDCZhi+fLLLw1VSb2JRMLtrbhrNW7c2Jx44olm0KBBxT2Q9i4CZSZAEDnZWVnI1uqM6jZOkLj99tsriLHM50mHFwEREIFKJeAVK86fPz/TDZJCuOyOqkBfqWdX7a5VAn/++aettO0W7xgSJp06dcpUSdxmm21qFZP6LQIiIAJlIcD8tVew+P3332faQXI9RIpuYe5LJgIiUF4CQUkxN9lkk4wocf311y9vA3V0ERABERABERCBkhMgTgyxIgtzMNgGG2xghYos6667bsnbpAOKQDUQwBeeROwH30F86IceeqjZaKONqgGN+iACIiACIlAhBH7++WeDSJFl5MiRmbEizd9hhx3MXnvtZYhprvXqvRIoxrygJVD8/wDfe+8989RTT9mF6mPOlllmGStI7NGjh33lgU0mAiIgApVG4K233jLjxo2z4utZs2bVaX69evXqDDSS6BsV4a666irDq0wEapUAlT9uvfVWu/z666+ZiV9XLVGVl2v1ylC/i0Xg999/N9zvHn30USvQd9WECZ4iYAoHDBkjvZmAitUW735x/my55ZalOJSOIQIlI/Dmm29mRIlkaHfWokULQzZWnCoElstEQAREQAREIEkC06dPtxkecZh45zYY67nsjszhykRABNJHgAytTpCI49ObTA2fC+NHEjiRFHLllVdOXwfUIhEQARGoUQKTJk0yVFbEvzRlypQ6FLp06WKrPCBYbNWqVY0SUrdFoPQEvvrqK1spkYqJ3riWfv362aSYfDdlIiACIiACIiACIkDi38cff9w89thj5oMPPsgA2XPPPa1QUUnfdI2IQGEE5s6da7p16xYpxrJNmzaG8Tp+9GbNmhV2YK0tAiIgAiIgAkUg8OOPP2aEivjvnK200kpWqMjStWvXIhw5/buUQDHmOap1gSIByk6U6K2USJYKglmcKJGgZpkIiIAIVAuBTz/91DqTWRBw/PHHH7ZrCBVbtmxp6tevbytSOWFHnH7PmDHDrLHGGnF2oW1FoOIIMNHrhIlkHcHIMIIwkWANmQiIQGkIPPnkk9bhQhAVRuD6McccY4M0vBUYuedRscNVZOR1yZIliTRylVVWscHz3GNlIlDpBObMmWMrdOPM5L0zAsoJSMSh0qFDh0rvptovAiIgAiJQIQQYYyFUROjkrVTPvC7jPZwmbdu2rZDeqJkiUJ0EfvjhB5utn+ziL7zwQp1Obr755oYq2wgT27dvX50A1CsREAERqDICzJmNGTPGJozg1VVjoZsdO3bMVGzbcMMNq6zn6o4IpIPAu+++a+666y5zzz33ZBrE943nHxZVNU3HeVIrREAEREAERCCNBIgPw7/HHI0z5mOOOOIIc9BBB6WxyWqTCKSSwH777WfGjx8f2DZiQxYvXlxnrL7HHnsYFpL8ykRABERABEQgrQTQCjzzzDPm6aeftsUhnG2yySbW577vvvvWlMBeAsWYV2otChSpYIQokYBlAlicofjt3bu3Xbp37x6TrDYXAREQgcogQKDQ888/bxfvAzSiQgRVG220ka38htCQSgWIG8PaVlttZQcsMhGoFQIM1J0wkQwjGILEgQMHqopUrVwE6mcqCRAwdeedd2aEik2aNDHHHnusGTx4cNb2Ut3DL1p0Akb+j8AxjJCfwJCbbroplVzUKBEIQwCxLqJElldeeSWzCZkdESQiTFSF0DAktY4IiIAIiEAxCTBnwTwvgsXZs2dnDrXNNttkMjyuuuqqxWyC9i0CIvA/AswjOlEiry4xGh9vt912VpTIokzhumREQAREoLIJUAmXOTeWl156qc48GRVxd999d7uQPEImAiIQj8CECRPMsGHD6vhcmZNj7hlfrkwEREAEREAEREAEwhLA341QkWX+/Pl2M+ZoBgwYYMWKDRs2DLsrrScCNUlgxIgR9ruy5ppr2gSJzIW+/fbbxsWILb/88laQyFKrVadq8sJQp0VABESgigiQGJi4fwSLxEg6owo3iS0o/lbtJoFizDNcSwJFnCOuWqKrZgQ+hAN9+vSxwsRlllkmJlFtLgIiIAKVS4DBBNmyECsiRnRGVUUGF3379rUTUzxYE/znFgYkPHD77YorrjCHHHJI5QJRy0UgJAEmmpww0QmWcAojTNx6661D7kWriYAIFJsAVYMRKrrK6QRIUVHxqKOOinRovvs4bhArIuBfsGCBffUKGS+66CIbKCITgUojQODTI488Yh2UrqLosssum3GoKKlPpZ1RtVcEREAEaofApEmTMk6T77//PtNxl91RAby1cy2op6Ul4DLxDx8+3Hj9L126dLGJLVjWWmut0jZKRxMBERABESgZAZcsgoq5bh6BgyNK32effez8mPzwJTsdOlCVEMBnS8VExlnOCARjadWqVZX0Ut0QAREQAREQAREoFwGSk95///3mnXfesU2guAfCK8SK6623XrmapeOKQOoJMEYnFv3FF1/MtJVkif3797e+dESKMhEQAREQARGoBgIkp3NiRdefzTbbzBx44IF2WWGFFaqhm0v1QQLFmKe12gWK8+bNMw8++KD597//bQOFnSEWQJCIMHH11VePSVGbi4AIiED1EZg5c6YVKuL8clmz6CVVEd3gol69epmOI1pkm1mzZplp06YZRIuvv/66adSoUfXBUY9EwEPg9ttvN1dffbX59ttv7X979uxphYmdO3cWJxEQgZQSYKIYoeJbb71lW4j4/vTTTzf7779/SlusZolAaQhQ3eaBBx6wz9CTJ0/OHJTKBySqwKGy4oorlqYxOooIiIAIiIAIxCTAfY3Mjixjx47N7K1NmzZ2XoOgXoJuZCIgAtEJfPzxx5ms+x988EFmR506dbKCxF133dWss8460Q+gLUVABERABCqOAMksqWrNgljxzz//tH1YeeWVM0JFAjdlIiAC2QmQdPumm26yCWOxVVZZxRx88MF2ady4sdCJgAiIgAiIgAiIQKIESPKLUHH8+PGZ/Q4aNMgcf/zxmtdJlLR2VskEeNa94447zD333GPmzp1ru1K/fn2z77772mXzzTev5O6p7SIgAiIgAiKQkwAarMcee8w8+uijGT0WlbcpYMS4sXnz5lVFUALFmKezWgWKL7/8sg2qRLXrjCxyTpTYokWLmOS0uQiIgAjUDoHXXnstI1Z01QcQdxPMR1DfRhttVDsw1FMR+B8BqnJQGQ0hLrbddttZYWLXrl3FSAREoEIIECSFUHHq1Km2xbvttps555xzlH26Qs6fmpkcAYLJeX5m+eabb+yOCXaiwkG/fv001ksOtfYkAiIgAiJQJgJUuWaeGKfJJ598YltBFmOXgEnBA2U6MTpsxRIgaJ6kkGQKd0biF8aOJLZo2bJlxfZNDRcBERABEUiOwA8//GC4ZzAOc4nC2Hu7du1sACc+JoRXMhEQgf8SILEewkTndyK4i+8JwsTllltOmERABERABERABESgqAQYs5PIlIRvGEnrESmyrLbaakU9tnYuAmklgO8cYSLLokWLbDM33nhj60fnuVbPtGk9c2qXCIiACIhAsQgwVsTnPmHChMwhmL9CqNi2bdtiHbak+5VAMSbuahMoDhs2zGZ0mTFjRobMnnvuaQeDysYY82LR5iIgAiJgjM2KzuDC60xG0HHYYYeZXr16iZEIVD2B33//3QoTb7nlFttXHMSnnnqqFTbJREAEKpPAww8/bK666qpMJdSzzz7bDB06tDI7o1aLQAEESEKBSPfZZ5/NbLX11lvb5+f+/fsXsCetKgIiIAIiIAKVQ2DEiBF2XmPcuHGZRm+//fbWabLTTjtVTkfUUhEoMYGvv/7aBqnhf5k3b17m6AgSWXr27FniFulwIiACIiAClURg1qxZVqiIYHHhwoW26Q0aNLDCKwJYlDCiks6m2po0gVdffdUKE0nCjTVt2tQceeSR5tBDD036UNqfCIiACIiACIiACOQlMHPmTPOvf/0r4z9caaWVrEjxuOOOs0nfZCJQCwTmz5+fESZSPRHr3LmzrRS188471wIC9VEEREAEREAEchKYPn26uffee83w4cMz65HIFJ97pWu2JFCMefFXg0CR7ItkqCCwcsGCBZbIeuutlymfvfbaa8ekpM1FQAREQAT8BCZPnmwD+ijb7Gzbbbe1FeQYZMhEoBoJkP0DceJHH31ku8f1ftppp5n69etXY3fVJxGoKQL/+c9/rEiRexu2xRZb2GqKVEeViUC1ERg5cqR9fh47dqztGhlQESWycO3LREAEREAERKAWCBAkz5wG478ff/zRdhmhPs95EurXwhWgPoYl4LLnI050tskmm5j99tvPfleUJTwsSa0nAiIgAiLgCIwaNco88sgjmXkJ/o/QHbEioneZCNQKgQ8++MBcdtllmeD/VVdd1QoTjzrqKDtfJxMBERABERABERCBchJgTgih4ujRo20z1lprLXPKKaeYI444opzN0rFFoKgESNJ2/fXXm9tvvz1znB133NEKE7t27VrUY2vnIiACIiACIlCJBObOnWuFiiQ4ddanTx8zZMiQio1Bk0Ax5pVYyQLFL774wgZVIk50QSSdOnWyg0EubJkIiIAIiEDxCSDooPLUfffdZ7766it7wHbt2tmAPrLeykSgGgh8+umn5uKLL7YVRLGtttrKVk3ccsstq6F76oMIiICHwJgxY8yVV15pCA7BcLD89a9/NWSGlIlApRN44okn7POzq4TdqFEjm4mdZY011qj07qn9IiACIiACIhCJwE8//WSdJsxruOR3bdq0sdkdCZKXiUCtEuDZiCC0l156KYOAKqMIE6k6KhMBERABERCBuATee+89K1Rk+fnnn+3uEMGrclxcstq+EggwB03CPGy55ZazokSu/YYNG1ZC89VGERABERABERCBGiIwfvx4O0c0YcIE22uS15955pmmS5cuNURBXa12AlRJvOGGG6w4ccmSJba7FGjAj7755ptXe/fVPxEQAREQARGITWDhwoXW53733Xdn7qUHHHCAGTp0qGnRokXs/ZdyBxIoxqRdiQLF77//3tx44412QPjHH39YAj169LCDQV5lIiACIiACpSfw559/2mA+Bhjz5s2zDcCRfMIJJ9jAJZkIVCqBF154wZx88slm0aJF1kmMMHHAgAGV2h21WwREICSB6667ztx888127Y033thce+21hmQoMhGoRALPP/+8fX6eMmWKbX7Tpk3t8zPJfVZYYYVK7JLaLAIiIAIiIAJFIUBmR+Y25syZk5nXILsjVYZlIlArBBg7EnT22muv2S6vuOKK5sADD7Tzey1btqwVDOqnCIiACIhACQmQMAKR4r///e9M0rD111/firVIGlG/fv0StkaHEoHiEnjmmWds1cQPP/zQHohnjZNOOsk0bty4uAeuwL3je8Y3N3XqVPPGG2/Yuc3PP//cvP3225nerLzyyjZgnEA3koqSYLRt27bWnycTAREQAREQARFIlgDjGHzmn3zyid3x4YcfboWKq6++erIH0t5EoMQEmAvFl46wAttll13M0UcfbTbbbLMStyQdh3v33Xft95ukQl775z//afbff/+iNnLs2LG2IAYaAWcky7vttttsjIOz119/3ey666512kLi8TPOOKOo7dPOCydw+eWXm4suuqjwDbNs4Z4BScDNM2DHjh1thTbuRfXq1UvsONpRaQgwF0jCplL/1pSmd7V7FIoe8bt91113ZSAMHjzYnHjiiRUzbpRAMeb1W2kCRSdMXLx4se05lRIJqlSwcPCFEDQQi3nJ2AnetdZayw7AWciKs+6665oGDRrE3bW2N8Y633TD1aVQ6QSoMkcWhFmzZtmu8DCAULF3796V3jW1v8YIMO5wD8m77babnchYb731aoYCgSFnn322GTZsWJ0+I9rs3LlzzXAoR0eD2Ldv394+uLVq1aocTarJY86cOdNccskl5s0337T9v/rqq21grkwEKoUAQeU4U6h+g22wwQa2Kqiu4/xn8Mcff7TBTjxTT5w40Xz88cd1gp+Y4OZ3uXXr1qZDhw42SyyBUHouzs9Wa4iACIhAJRAYPny4HXvjiMcIciW7484771wJzVcbRSASAYLMbrnlFjN58mS7PeOdww47zC44/WVLE0jS/7L11lsbKpw7vwvzLsxBLbPMMkJfAgJxg5pwuCOk8lYc3XHHHa3Yt5aq1Ws+qwQXaw0c4qmnnjL33HOPeeedd2xv8UkTwIKPSSYClUxg/vz55h//+IdhzIUxn0RgVrdu3Sq5W0Vp+3fffWdGjBhh7rzzzkzSjEIOxDiWDP2MYzfddFONpwqBp3VFoIgEFJxeRLgVumvFx1XmiaOYCCJFgs6x1VZbzZx11llWzCQTgUoj8Morr9h4EBJiYMzH8fzZtWvXSutKou3NFit28MEHGyrBF6vq+++//24uvfRSw5jBa3/729/MaaedVkd8FncuL1Fg2llOAkmPAbMdrG/fvub000+3+gYJFSvnokxqPMj4hN904nzQFcnSQeCjjz4yt99+u3nssccy48ZzzjnHJtRPu0mgGPMMVYpA8aGHHjJXXHGF+eyzz2yPe/bsaUVcOG1l2Qkk6SDPxbldu3bmlFNOMdzkl19+eZ2SGASSuuHGaELsTb/66iub6ZTAZyYiZLVLgOuZAYbLnkVGGwReZC6RiUCaCfDQQtVErmHs+OOPt8GotWYSKJbvjCugq3zsg45M4MgDDzxgPzr22GPNueeem64GqjUi4CNANkMEtQT1YQTl4ExBnCjLToCs7O+//74V5jMHQYb2QozqDjDGOePN4FjIPsq97gcffGArRU+fPj3TFPqEc47qSbL0Ecg373PMMceY888/vyhzNS+//LLp379/IJRau24q1RFaDXNQxf5WPvzww3Zeg2BiDLEJz4pKllds8tp/KQmQ1OL66683ZKfGSEZIMDcOQiVfyH0m8t2H455H/C4IcrjfFivwJ24bq2X7uPfyahMoRvXxaD6rWr4R6ejHyJEjrVCRpEFY8+bNrZiLSgoyEag0AvjNCaolCTfzK1RMZP5FVpcAgYTMyxEXVOi8XDaWxCsQ/MZviEwE0kQg6ngrTX0otC0KTi+UWPWvn9TcZC1+n9JwdeCLRKg4evRo25w999zTJv9ec80109A8tUEEchJgrInv895777XrbbzxxmbIkCGGxPWy/xJ4+umnbeEgr5G4l4IVbUpTKZ0AACAASURBVNq0KQom4ksHDRpkq6c7w+dOrI7fJxN3Lq8oHdBOAwmUagzIwUm0yPM2c+qKbaiMCzKJ8SDJxi+++GLz4IMPmlJUeq0MsulqJYnobr755sy4sUePHrZoCtVP02oSKMY8M2kXKE6ZMsVcdtllGec42aoRJiJykeUnUGwHub8FCBQZvBOYKYtGIIkbbrQjx99qyZIlNgia7yyT/LWWHTg+werdA84kAvoI1MAIkD/zzDP1IFC9p7yie8ZEKg+rZMhCdM99bffdd6/oPkVtvASKUcnF304BXfEZJr2H++67z1xwwQV2twSm43Ahg7tMBNJG4KqrrrKZC7H69evbcdfRRx+tcVeeE4UDm2qTPMN8//33sU4rglCy8yHQqrRAcgkUY516W2mTDP8IOkrl9Mg378M8GhUHqKCapJHF9MILL7Ri6CCTQNGYv/71rzZBT5qtkuegSs0VhxbzGgQUY4h/CXJddtllS90UHU8EEiMwa9YsK0x84okn7D6p8sa1rYz34RHnuw+H31PuNXfYYQebcIDqirLiEIgb1FQtAsW4Ph7NZxXn+qz1vZIYheosxAxgBK6QTLB37961jkb9rwAC/C4iTHTJ77hueY5Ye+21K6D1pWsiScPGjRtnzjvvvEw17ySPTuwKcxj9+vVTNcUkwWpfkQjEHW9FOmhKNlJwekpORIqaEXduspa/Tyk6jXZeCR/6Dz/8YMc4iBT32GOPNDVRbRGBOgSI+0DI4hJiIGRCnCirS+CLL76wcQZjxoyp8wFxMsVKihwkisxWtTHuXJ7Od+kIlHIM6HpFEnq+20rAWLrzHPVIccaDQUmOJFCMeiZKs93w4cNtfMmCBQvsASkaw7xZGk0CxZhnJa0CxV9//dU+sLhy8DzAkBVx3333jdnj2tq8VA5yL1VEHAxENbEe7VqLc8ONdsT4W+E0ePvtt+3DG8GYGIH7EijGZ1tNe8AJx2/DXXfdZbvVpEkTc9ZZZ5kDDjigmrqpvlQ4gWeeecaKE5k8bdu2rRUnbrrpphXeq+jNl0AxOru4WyqgKy7B4mw/YcIEm8Hn888/t8kYrrnmGtO1a9fiHEx7FYECCYwaNcret95991275f7772+dKXouyw8SUR4T1Dw/J2lUuuGcUIWoUkwCxWhnyjv57c57WgSK9AhnKwmlkjTuhUceeaQZP3584G4lUJRAMcnrLS37QsB+0003WdEv1qxZMxtcvNdee6WliWqHCIQmQII55umwZZZZxgabIE5cYYUVQu9DKxo7ftx1111LgqJVq1bmuuuuM926dSvJ8WrtIHGDmipdoJiUj0fzWbX2zSltfwl8vvXWW81HH31kD0zQM0lBNtxww9I2REcTgZAEENdyjc6dO9fUq1fPBlz5K5CE3FVVr/bbb79ZASfz7vmShm299dZ2Xp4q0yRmw7777jsrYJ48eXLOqotU0kAAOXDgQAWpVvUVld7OJTXeSm8P87dMwen5GdXaGlHj4/R9St+VMn/+fCtSdEImKqCRHEAmAmkiQBwYcYqPPvqobVavXr3MKaecYjbZZJM0NTM1beG3lqTI/u8y1VJvvPFGs8oqqyTaVnytp512mrn//vvr7DebjzPuXF6ijdfOchIIGgPusssukee533//fcMyceLErMfl+Y/kjPvss4/OTsoJRB0P0q2g3wEJFFN+wo0x+BCIt6QiL9axY0cbV9WhQ4dUNV4CxZinI40CxbFjx9oJ2g8//ND2bsCAAVYsUKrgrphIU7V50A8wpbYJnInCEycrk7vTp0/POcFLhQ4y+kY5RqoAlqExcW64ZWiuPWSQ01kCxXKdjfQfd9q0aTYA6rXXXrONJYCXiSpVoUr/uav2Fj755JM2GA9zFYFrvRqGBIrlu+oV0FU+9vmOvHDhQhssgSCDKqsET0ikmI+aPi8mAZwpBDs9/PDD9jAE6OBM6d69ezEPWzX7pnLycccdZyZNmpS1TwQ/4ZzyOqgIfiJJC4LQTz75JOu2lZbARwLFwi7tP/74w7zyyiuGLIzMlWClFuaFEUYwxmWOhvtWUvbcc8+ZAw88MOvuSs0hqX5F3U+lOkIrcQ4q6jlKcrupU6fa7I5vvPGG3W2fPn1sor2mTZsmeRjtSwSKQmDkyJE2yRxjIIzfcu4Tun6j4U7S/8KYkvOSy/fSuXNng4OdwHxZsgTi3ssrXaCYlI9H81nJXpfaWzABkkUQDMl8CAIlEkbwXC8TgTQRIInv//3f/9kmbbPNNva9Ap+XPkOIE0kCQ8BqkDiRoFL8dQg7t9xyS9OwYcOsp5l9EV+Er++WW24JjGVRkGqaviW115akxluVTE7B6ZV89orT9qhzk/o+Fed8JLFXxkBXXHGF3RVzGNznKymJZxIMtI90EkA8izhx3rx51ld27rnnqlBOiFP11ltvmYMOOshQTdEZ88jEyHTq1CnEHsKvgs/98MMPz8xbs+VWW21lE0ZusMEGS+0o7lxe+JZpzbgEgsaAxLecccYZsXb9zTffGApREIdMjIPfNJceC2/JNo46HqSBEiiW7DQV5UDcY4hhmTVrlt0/GgISZKfFJFCMeSbSJlDEOX7DDTfYXjGIOfPMM1Onio2JvKSbB/0AJyEc++WXX2wGArIMuIp53o4xuXv77bcbgjFlhRGIc8Mt7EjJra3Jn+RY1tKeyEhEAB8ZcBo3bmwHGGTZkYlAOQhwLyOIGiMw7+STTy5HM1J3TAkUy3dKFNBVPvZhj8yEGfcyMsM9+OCDNkBCJgKlJkByHwSzZGLHECZS/UYWjgC/tTigeHb1G8/Nxx57rBV65kq8g0Dt448/tgLRbMFPVLIkEC1JcVi4Hha+lgSKhTELCkQvtTAvjEAxlwOvsB7/d23mhP7+97/b4IJsVmoOUfqR5DaV6gitxDmoJM9b3H2RyRehIoG0a665ps3umHS10rht1PYi4AgsXrzYVox56KGH7L8233xzc+qpp9pgMVl0AsXwvzBGfeqpp2xAX1BgBecNMU6DBg2iN1xbLkUg7r1cAsX/ItV8lr5cpSJAArGrrrrKDB8+3B6SmALucyQYkolAuQnwvHzbbbfZZjC3RCJu2dIEqMjC/Dp8gsSJ++67rw1YRdhJBcpC7KuvvrIxR4gk/PtmjoS5wI022qiQXWpdEYhNQDE1xoqRiQ/xmoLTY19aFb2DqHOT+j6l+7STtJ55CxIHrLfeetaPsO2226a70WpdVRNgjo15fIy5UJ4dW7ZsWdV9Tqpz2aoacj8//vjjCx6n52oXvxX8dniN5wGEpa56elL90n5KS6BYY0DXi88++8xW33z22WeX6hjPhYcddlhpO6yjFUQg6niQg0igWBDqVK7M3BDJwIm7xPr162d1SWmIrZJAMeYlkxaBIo5WJh9dxnkyHZ544okxe6fNi+Eg91JdsmSJfZDkB8JvBx98sC3znSuTnc5QdRDQ5E91nMdy9ILM4Dy0vvzyy/bwAwcOXGpSuhzt0jFriwCZslz1FwKpmdyQ/ZeABIq6EkQgNwEmuZ5++mkrtCfQt23btkImAiUjwLMWwXgYjj2cKQqsKQz/6NGjzaGHHlonUIlkO6effroNICt00uv999+3SZbYr9fYJ5kke/bsWVgDy7C2BIqFQa8UgSK9uu+++xITTpFhlme3XJVHJVA0trpt3OyfhV2Rha8dx+lT+NGqcwuC45kXffHFF20HjzrqKJvtUSYCaSLgzRBOuxC4HX300WlqYsW2pZj+l5kzZxoSXfjvt61btzZ33323adOmTcVyS2PD4woU09inQtokH08htLRumggwBmNuZM6cObZZzI2QgFAmAuUg8PPPP9sg3eeee84e/sILLzT77bdfOZpSEcecMWOGTRzqKnu7RjOPRkKxAQMGFDw35+04ScUeeeQRm9DNL1JUwoeKuESqrpEabxVPoOguFgWnV97XJurcpL5P6T/X3377rfW1kWgVQyBC8gGZCJSaAPHoJJnFFI8ejX7Qb/VOO+1kk36QuDEJoxLeCSecYGNvnBWrUmMS7dU+CiNQbIEireG5ku+4fy6dYik33nijTTwvSyeBqONBeiOBYjrPaZRWkbQT//p3331ntthiC5scfsMNN4yyq8S2kUAxJso0CBSpWsRgkIcTnKsE8ChzSswT+7/Ni+kgdy0kUwbVIMhA5zUGiQzw+bGQVTcBTf5U9/ktRe/uuusuW2kAI3D7uuuuM02aNCnFoXWMGifAfRJxIo5jXslsK/v/BCRQ1NUgAvkJMFE6atQos/7669uMPhKI5WemNeIRQBDF5Kpz6ikTezSe2e5xiEz4XketSJNt8rtSEvhIoFjY9ZRWgSLVABYtWmRmz56d6VCSgkEchIccckhm361atbKTxV988UVRjlfYWSnP2pUqaojj9CkP6fQe9Y477rCVADDmQm+++WbTokWL9DZYLasZAmQHJ0s41rVrVyvcKLdTr5rgF9v/8sorr1jhs/ceC79iZCmvpvMSpS+Vei+P0tegbeTjSYqk9lMuAhdffLEVb2N77LGHufTSSxMLlCxXn3TcyiLA/MBBBx1kqBhEkC6JxRh7yYIJMIeAaMFlyHdrIU5k/Iqwc5lllomN77fffrPBqIyBvaaED7HRagcRCGi8VXyBIqdFwekRLs4ybhJ1blLfpzKetAIPjc+NBJ4YQefMcchEoBQEvP50EtKS2GbnnXcuxaGr7hhBSUuTTs7LvNw+++xTJ7GIhGXVcymVQqBIFbZ77rnHDB06tA64du3aGeKSN9lkk+oBWmU9iToeBIMEitV1MXz00Uc2wer06dOtdgBfeznn1iRQjHl9lVugyAV0wQUX2F706dPHXHbZZWa55ZaL2Stt7ggU20HujpMtw92tt96aqUqls1K9BDT5U73ntpQ9I4MJleuoqtisWTMrUiznAKOUfdexykNgypQp1mFMJqa99947I5ItT2vSeVQJFNN5XtSq9BHAmULgKAINgirWW2+99DVSLaoKAlRRQZBIpT7GS2QTr4SqfGmET3UFBFtTp07NNA9R15133mk22GCDWE0OqsxYKYFPEigWdurTKlCkMmijRo3spK2z9u3bWwcM96o4tmTJEvvbw3yPM57jnnnmGTtZ7CxJQWSc9pZq20oVNcRx+pSKbSUdZ/LkyTbQ5t133zVrr722ze6oeY1KOoPV1dYffvjBVpBy1T2V1KI457fY/pds8zIHHHCADawiGEiWDIFKvZcn03tj5ONJiqT2U04Czz77rE1AuHjxYrPuuuva5yElRC7nGamdY1OdjwSY+Dk322wzK05UQojc55/vKxW9/ZUN4yYOCzoqPsATTzzRDB8+vM7HCJupeCkTgVIR0HirNAJFBaeX6opO5jhR5yb1fUqGf6n2QsELlzyLxPVUSZaJQDEJOB8w/vTmzZvbBBiM02XRCPz+++82CZBL0Oj2csYZZ9g4z/r160fb8f+2yrZ/Kq8edthhsfatjdNBoBQCRXqKhgEfuTeBL/9/4YUXTOfOndMBQ61YikDU8SA7kkCx+i4oisyccsop5qWXXrKdo1pv3759y9JRCRRjYi+nQJEsr2Qsw5j886vXY3ZNm2f5Ad5xxx1ttcM11lgjMUZMHqNcfuihh+rsk2qYDEZl1U1Akz/VfX5L2buvv/7aPrwi8iAzJgG0ymBUyjNQW8fafvvtbRbF3Xff3U5IyZYmIIGirgoRCEfg119/NYMGDTJvvPGG4bfFn/k53F60lgjkJsAEDJUTCbTbeuut7b0L8YMsGoGgyUrmJQhmjJs0icAnqjBSZc5rw4YNs0kR0mwSKBZ2dtIqUEQcuMsuu9hsxN5gv3/+859m//33L6yTvrX91wjC3jPPPNMQRCiB4q4VNycWx+kT60Kq4o1xnDBH6kRhzH2T+VcmAqUkMHfuXCtOfPvtt03Tpk3t+KZXr16lbELNHKvYAkVABv1WI7ihcuv6669fM6yL3VEJFH8yZ599tuGZxVkxfInFPo/avwh8+umn9r6Hj6levXo2sUq/fv0ERgSKRuCXX36x4sTXXnvNbLrppjYGo3HjxkU7XjXsOFv1RHx11157bVHmO5mjO+SQQ+rgU0WWariaKqsPiqkpjUCRq0LB6ZXz3Yg6N6nvU+WcY9dSnjUROGEkczj44IMrrxNqcUUQ+OKLLwyJvYgF22abbWyCL/nT45+6sWPH2gIAXp9jUvOTn3/+uTnyyCPN+PHjMw1NKqlw/J5rD0kQKJVA8auvvrJxW2PGjKnT7EqI0UiCc6XuI+p4kP5KoFipZz1/u71VuO+9916z00475d8o4TUkUIwJtFwCxfPOO88qWzGypMg5EPNEZtm8FA5yDk0WKh4k3cOkaw6DR4SoK6ywQnE6qL2mgoAmf1JxGqqqETiQnbiDINo99tijqvqnzpSfANfYbbfdZjp06GADvWTBBCRQ1JUhAuEJMBlLEAWT3jzrEBAsE4GkCDz55JOZa4rsUDjvZPEIBE10Jplg56abbjLnnHNOnUby20C2rzSbBIqFnZ00CxRPOukkWyHA64RJoqqh/7uDsJdgAiofSKAogWJh36DqXptKivfff7/tpDKDV/e5TlvvSJoyePBgs2DBArP55puba665xlbelhWHQCn8LxMnTjT9+/evEwCUVGXk4lCpzL1KoCiBYmVeuWp1NgI8f7ukuozLSN4iE4FiECD4mWDdjTbayIoTqd4py00gKLiZqtAEnO2www5FwcecPWNk7xwJiQavu+46VbssCnHtNIiAYmpKJ1BUcHrlfAejBqTr+1Q559jbUuKEEYth3IPjJlOsTApqdTEJfPvtt1acOHXqVCtOJLlX3KS0xWxvJe07W3Le++67L3Zlq6BkIvjT//a3v+WszliMubwvv/zSJjwiAc20adMM87LOmGunEicJvXr06FFQYpqg+xbPQI899lhBlf0Q2uH/9Vqh8fmffPJJJvm62w+sTzvtNJvoqRhWKoFikN+e/sRN4Fus6yIf699++80moeSaxO/zzjvvGM4fxvXDNdm2bVvTtWtX0717dyvGLvQcJhkbEnVcV8h22c5xPpaFXAO5znerVq1M69atbUL57bbbzv4m6D6Tj370z9Ee3XPPPaZBgwZ2nrdbt27RdxZhSwkUI0DzblIOgSJZOKmK5R44dtttt5i90ObZCJTCQe6OHTSQSCL4rVw3eNcvd6Mn8zk8J0+ebBYtWmQ/5kbD5DVVMMiKSMU3LGhQGTbYtZAbbr4rnwyEDJhfffVVO2BmwOIymZBduU2bNmbLLbe0N0teGzZsmG+Xmc+D2plv46gZd+H51ltvmXHjxtl+eM8B/eBGTx/YP4MAdx7ytSfoc3+/vNfwkiVLbBtwkOA84TpgoMcgj0DxTp06mRVXXDHKYbVNAAE3wOCjcpZq1smpPgI4IMloizF47dixY/V1MqEepVWg+McffxgekjmXPITznnsc5n0Ip3IQWbtWW221hIj8dzdubEI1MyYA3LG5J5HJi3sCx27UqFHmuP4xWb5gwiD2+bbhYP77WNC9l/EBbR85cuRS7U/ynpoo9ArZ2YgRI6wYBHv55Zft+FAmAnEJ8F09/PDD7W6YYD799NPj7lLbG2Mef/xxw1jfa2GcHWHhPffcc7biJb/dyy67rFlnnXUMmdl33bWugCns/kq1XpKT0KVqczmPk2aB4oUXXmid/MzVOAszlsjFM2h8QmIZnsMHDBgggaLv+x12Hqic13CSc1Dl7Edaj+0NuqESyF/+8pe0NlXtqhICPHdynVHJh2dBxInLL798lfQund0ohf8laHzG3Mfw4cOtfyKX+dvnnSNgbmXSpEl2rpvnV4IbuKcTwMW4lTlv77xG2DNQbn8O7XTzRs8//7wN4PD7dEhYRoKhLl26ZObz4wY1BY0Lo/pDvKxJDrpw4UKbRZ65nPfff79OcBTXAP1hHqrQc1YMH0/U+aww15fX38U5JTmG89W54BCCFBC3bLzxxjZwIY6FmcujvxMmTDDPPvtsncC11Vdf3frcOnfubLM740eK2544fanVbalkfcMNN9jun3vuuebYY4+tVRTqd5EIkJiKANHmzZvb4GdeZbkJ/P777zbhtXeugi3wqfCdTdqX41rD/ZQ5EirpkPiB+ye/1YUGb3p7V4oxT5rvReXof7HGsgTcM7YgDgRBA+NixuDO8P0hQmbMxVijEL9jMcZb/m8Z1/dnn31mx4pcM16/JevGGS8m/ZtWycHpuQLEizn2K3aAdJL+gCjzjIVsU8zvUykEAEl/nyp1fyT3vP766+3z0QsvvGCFFTIRSIoA8bs8oxPzcuedd5pVVlklqV1rP8ZYkciQIUPqsCBpN0mBos5BZxPuPfDAA6Znz545ucedy/Pu/OOPPzaXXXaZnW/1VonM1gDmZnmuOPPMM0M/Bwbxu/jiiw2JYMNYtvg9hGkkyyEWIYwxD0zbndGXMLzD7DvbOqUaA86ZM8fGfzCm9xpxG1GETaW4LoKYEaOOcPfqq6+2lcHDGs/VxBIxDxn2WbfcY0H6Vsh4sJgCxULPN23nWZH5Rq67QrQXYc+p1jPm//7v/+w1gq+K3+hSjh0lUIx5BZZaoIgjgBsrdssttxQtC1pMLFWzeSkc5MD6+eefDYFXDHa8dtZZZxmWsDe8Ug/8cp1onNg4rykVy4RkPkNoiyOCGzw8EOLilHAWNjCtkBtutjaREezmm2+2D1vOQZuv/UyaDRw40AbRrrXWWvlWDxwY5NuoUIf8jz/+aBnyW+GyP+Q7Bk54Bv9kKokiVMwmUOScEuDpv8a97WHAT1vlgMp3lsJ/TnUgMlgQ1M0AA6e+TATiEmASg2CeE044YanJk7j7rrbt0yZQ5CEcUSLBvQjww1iUiaFc91fGstwL8k1KcV/lwd89hIZxJHuPGzWgK5dA0d1XqV4eZnzgHdtEGcuFOT/VuA7ZxR555BE7YeoytVdjP9Wn0hAgKIJMjzybIP7hGUOWDIGgZ2WSniAmSWu2+1IE/iQ5Cc2ZKneATDECuoOcKPmuyiSSN2U7RtC17I735ptvmoMOOqjOuKWQDIH+Y7777rtWME1AH+acXoyLkhYoljoA3dvXcoga/KxL9d1JYg4q3/Vf65/feuutViSG3XbbbaZfv361jkT9LxIBhDpknudZb9999zUk/pIVn0Ap/C8EIRx66KFm9uzZmQ6FTTqQTaBIkj1EAMyvZJvf2HDDDc3dd99ttthii1AgC3XgJzlf4xrIPZxkjfzuEqCdzxC14Uvgt3nKlClLJRMJ69PhOEkLFBkLcO7py6OPPpqvK/bzNPh4os5n5erg/PnzrY+A6zHMfBb7ateuna1eT2BO1CC5XHN5zFE+9dRTNnjNK2DI1g/8GlT0i+q3CnUBaKVAAox3CWTBOF+HHXaYSIlAIgQefvjhTOUK3oe9XyZy8Areyeeff24TsCG89xp+l0r5fpZyzJPGe1E5++9iTZIYy7qxFmNign/z+fy812sh49hiCqroAwlU8fnRhzBW6HgxzD4LWacSg9OjBIgnMRYt9LvGeYgSIJ2kPyDKPGMh2xTj+xTl/MI6igCgkO9Kta/LszbPuTwnkexFJgJJECApDXMHJCwiXrZJkyZJ7Fb78BDw+wj5KOwcZTaQQfsMm7wkCYEi9wGEg8ylh51z8vaFsRW/aTzL5Jt/CprjJQ6EyrKML/NZUOVDtgmbyI51SRhD/DPCN2cU58F31bRp03xNiPx5qcaAQdU4STRCgj7GZ2GtlNeFv00kHiEmiDjpKMb1QJVNYmLDFNop91iQPhYyHiyGQBGfAtVMifGM8jtAH0hSx3VOUhtZ8gQ4N8zFUzQk7LNvEq2QQDEmxVIKFJ944gkrfsIQnTCYkBWXQCkc5PRg3rx5VtxGxl2v4eD2V6XI1+Ny3uBd27jR5BOjBfWDQScTgGTfdVkT3XphndmF3HD9bWASEgc8g4wwTtGgPuCUJ3MhE7y5xAjFmPxx7aEfBFIibg0jDg3qB0EbOB0LfeAMEigiNLjkkktyihNpQ9ysMPm+G7X6uRN6EBTD4LvQc1qr3NTvYAIEgiA8wFmM01iWm0CaBIofffSR4fcg6oNGIRNDQfdXAtu4LxV6fyXzFPcQHEneqln5JuqiBnRlEyj+8MMPdhKjUH5MXtB+xA3K9B7uFwNHNmPBL774wgafMT6QiUAUAmR443eDa4rJaRKnyJIjkG0SH85M2KbpN6/QYIRCgmT8RJOahC53gEwxA7orSaBIcoKjjz7avPjii5lTHUcs6c/u6aqO8nuVlECxXAHoACqnqME7H1LK4LI4c1DJ/SJX/54QlyBUxHCg5Kt4Vv1E1MOkCcydO9dWTmR807t3bys6k5WGQCn8L/6s1vSMeS0S+7Vs2TJnR4MEivwekRWb59VcFjYYKA3+HPrBcxPBNQTUFBJgzrYIJfCHHHjggXWQhPXpsFGSAsU4faEtBHkyZs13vymGjyfqfFbQtci1RQIo5gOjBoeQfOuCCy4wm2yyScE/CtlEIST4jOI/pAHMzZ144omhAoQKbrA2yEqA30v8nhgVW6iqIROBOAQIomXO7tdff7XVOQ8++OA4u6upbflt3Weffercq6MEjJYDWjnGPGm6F6Wh/4zXkhjLxh1ruesPMRj+sz322CNrXE0xxltxx75sT0wQsTSM+aMk/Y76Hay04HQSHsNpxIgRkbocZSxa6gDppPwBAIoyz1jINkl/n0otAIh0EVXpRghkGJPPmjXLxpS6QidV2l11qwQEiCWkghX24IMPqvhBkZgzHuT5x/k63GHiJBvheZ04Z6+F3V9cgSI+VKo/Uowkrp166qnmtNNOy1lBbfHixTYG4cknn8wcLl/cmLddQXPE7vOwMfpff/31Un5j5+utX79+XAxZty/FGJDEt4iY+A3w2p577mkT9YWtqFrq68Lb1oULF9rvQxLi/bAxL+UeCxY6hvzmm2/sio1rgQAAIABJREFU75ArdsR5nzhxYp1zToEpf4Em5v+J4/MbMSUkTYB7oT4F/74Qz1FUqnXr1kX7LtXqjpl/22uvvWzM7uDBg83f//73kqCQQDEm5lIJFD/88EObGZIvNDc1LhJZ8QmUwkHOOSVIbejQoXU6RFaFQjMGlvMG7xrPjZ7BSpwsBGTVQFhHRldnYZ3ZhUzA+K8gsg0SBB+22mC2K5DJVB4mqIaQzRgIuWqCTJKRwdl7XIQgDKKpfOeM/TKwX2211bLul+vp8ccfNwzcozqd3c532GEHK4bGsRHW/PxxKlECnf3kMq53Ajs6deoU9lBarwACCKAR3+J4uO+++wrYUquKwP8nMG3aNIMjAKOqWceOHYUnD4G0CBT5/hO8U6g4MKh7TEzysNqwYcNQ5z+J+xIPuVSyoOKQs3wTTVEDuoIEiggrcZKOHj06VJ/9KyF0Qdgb9LAeaYc1sBHOSq5ZjEoma665Zg30Wl1MmgC/G1RQJMCBzHmyZAlkc6JwFJ5t+Q6HqSyfbKvq7q0cgT9JTELHDfKJGyAT9/j5ArorSaC4wgor2GdZAqjDjkGyXdPM1+Bcu//+++0qjA94BqZicBLXTbkD0ONcN0mIGmAapw1sH+W7E2cOqpi/f9W4b76HZGlt27atGTVqVEkDAKuRp/pUl4AbN+J/IVO4rHQEiu1/YU7Cfy+nd2EDK/ztIyP2LrvsYoP/8jncmYPNl2Q0Df4ceNAOAoedvyLKFcD8PomGvBbWp8M2SQkU4/qnXPvL5eOJOp/lP2dJXluMka677jrTrVu3gi6NIFEICUrx+zG3HNUQyuHHy5UgNOq+tV12AgSjEeS43HLL2bFYFNGq+IqAI+DGXgTWM+8uC08gKAA57Lgm/FGSXzPJ+1KY4GXXg7Tci9LS/yTGsl999ZWtchPnXu69whhzMQalYkaQFSOmJqnxInN7JC0hDqNUyfoqKTg9Kd80/mASV22zzTZ5f5zKESCdxLyu61iUecZCtkny+1QOAUDeC6DGViB2hzEVxjMWcxUyEYhCYMGCBdZP9e2335ozzzzT3tdkxSMwduxYm9zcO69IbC3zl2FjsFzrEBoh2PMmWc8XR+XtWRyBIvNXzPEExWAwRiK2kMQqJInD10psNPoH5hOIhw+KzQ4jCCNpEkVvvIagrk+fPjlPWrY5YrcRfkri1WlrLnvrrbfs+fPOgRIj36tXr+JdNMbYRGq0z2uFzLvma9xvv/1mRYhBCfkKmYcr13VB/xDv0wfiGb3mrkeKIzCX1bhxY/sxfSYW7bnnnrMCO3+cvdePn4tfuceCtK2Q8aC/L0G/A/jI3Bgj37WD5oFkz/7CXFTcZB+M4anM656XvvzyS4NGA+avvfbaUruP+nuYr5363Nhz5BKEEcOaz3eVBDMJFGNSLJVAkTLG3KA1URvzhBW4ebEd5DQnmyiOmyJOv1xiNG93ynmDd+3I5chmcpFM1DvvvLO96ZBJjEoWY8aMsTdJynA74wZPiWRuSM7CDqqi3nCZTEXJ76+M5NpNgAqOWDcQJXvAhAkTDJVNgzJ+FVK+O8jpjJCMydg11lijoKv2mWeesRWqggbyXbt2Nfvuu68VTrrBVr6bPmIKsoSsvfbaodrh589x6J97sKJfDOrJeIAx0GMbBiEMpgt92ArVKK1kAzxwUDFRSABNoZVZhVAEIEC27TvuuMMwJuE3WZafQBoEigj+hwwZYn9v/RZ0b+b+RtUZJlG4vwUF3PE7Tvb0ML/ZucT/TEqRoaVLly6mUaNG5ueffzZTp041jz322FLH9ge65ZtYixrQ5b+PcZxmzZrVude7B2kCs1q0aGHHNNxPETASNO0d0zjmhYwL8l9ZtbHG8ccfbytWqYpibZzvpHt52WWX2TEsv3OM1/mNkSVPYMqUKYbK60HPHiRcoXLlfvvtZzbbbDMbxFhKK1fgT9xJ6HIHyCR1/FwB3VTlcc/QZGtjjOKd9GdbkuR4s4+TyAZxXz7HUJRrLGjex1slMag6QSET865NjA/4vjBRj3nHBnGvmySv9ygB6GkQNSR17RYaXBZ1DirKtaptjL2n8KzCd4k5JJkIJEGAa4lgR+4/PAfzOyArHYFi+1/wPxx11FGG43iNOS7GFvkETv72+f0WJGYgmSi+A8a7BNpwHXFvJ2CGuYxslgZ/Dm3LFYDixvT4qpxPJ9/8h7e/YX06bJOEQDHXmIS+4BthLgqxO+NKNw9FYFRQwk18GDjrwyRwTMrHE3U+y8s917XFev75OILEqCRLELnfV+f2G0aw6b/W/d8fODKnRjVk737xGxLIRZAQfiLmJmkLc2xBgSpk0SYAt02bNqX7sdKRLAGCVfmuMCdKIJFMBKIQQByBf4GkVlSwKPV8UZQ2p2WbX375xWa5Z4zhtVJU7IjDoJxjnjTci9LU/7hjWcaNxBkEBaLnCkClil4un2PYINQkxluMORmjkjTMb268SIA7vsH/x955QF1RXW34KKKgUkQQRaWJCqIgKKggoMTesLfYYuy9t8QUS9RoihprbDHWWLFHBRUssWEXRAFFERERSzQGjf7rOfnnZr5h5k6/M/fed691F4nfzCnvnJmzz9773Ru9JErgMn4I9Myws0Wa98i5t16C06v5pp21gm20e/fudmphsVdRq6kUESCd1q7rXhdJ7IxJ7qHPNO9TUQSALN6hRmuDmEIIQrwj3ljHRpur5pMfAsRiYPvAVkCcsiRfBCC2YUskXtqRpBXR/chyJHSi+MkSSywROpGkBMVqCQHQiVhTzh7vNwjsdxDJWG/ueLQoid/9fLZRzkN+1RfdYyOWmm8qRViqiZcgud5669k4SuxmeUqeOmDQ82A+JBHBJ17teTrzLnJdMIb33nvPEqzdRDl0es4uPKdqujrnFWxe3qIFUd6nonVB5p5UH+TeNARFnjnvhDeG+Nhjj7W+l2q+NhIvX3fddfZ75f4OqMhRnl8SY79XfE8gjz/44IP5dmYM790iuXeSooNSD4551YKgiKMFwhGVQ2BsRyWspcBdt/4/Ank6yHH6QTrlA+2taBRF4XI/pKI3eGcsEAqoluElM+BoOPXUUwMraKDooOQRSByUeTiqMzvphsthfa+99mqx9gmoZRPs2rVr4DvBc8ShSlCDNzA3SpZkGk5j/HEP7K233jKHHXbYQhkJULbINE/GG3eQp/veausRYgsZlKMcXvzwd/rhAALZwK8dnCpyQuX76WWNo/yBPxl5evTokW+Har2hEOAbQdAHh3aqtOI8kIQjUDRBMSh7IXoGh2v25yCSIboFwb84G/2I+BdddJElq1Y7SwSR/wl8J7sTSQv89iWnb5ztQVULa0VQdD9lnJNUiYa0EIQbegzZzQhw9UpUvSB8ZTXHFejJZHzj25O0emVzIKVZehHgDAf5GcHAUq2qudBLh0C1YGbv93PzzTc3m2yyiTUAd+vWLdes0kUG/qQxQhcdIFNEQLdfILqbHJhuhUa7O4ygOG/ePJv5D9K8I0nG6K1ycNJJJ1lbX6tWrVJVUCw6AL0MpIYi352kNqhoq1NXeRF48803K3s8TlGqJEuEQBoECATZY489bBPYpkeMGJGmOd2bAIE8/S9Buk0cJ7ff+Jxp/vSnP7W+Az9HO0kYCGgOspmUxZ/DXDhvQ/z2+mXCAoqy9OkwjrQERTC9/vrrrX/KK7znZFcPCqap5huhShP3hlXFycrHk5agWG1tjR492hJbBgwYELg2ea7orQS5ejOH840kaJHzXBSp9v7w3mCXxPcESclPggJVuBa7Ir6mksc4RIGprq5hfUBYJujr6KOPtucZiRCIiwCBz1T84du67777xr29qa8PCqq9/PLLKzpt2QAqWucpei8q8/yT6LIkECDo110xhj2dKiX77bdfaCwJyUOojOMluaOfkzCCIMlqklbfqmbDQodkbwvSSxgXPk+qvnqrjhOQTmKFQYMG5f4K1kNwepBvGpyIOUKXCIo74p0hkS06hjfJTFiC/6ICpNP4A7wLJomdMck99JvmfSqKAJD7C1anHXDOmzVrliX7UK1MIgTiIMD77FQxJuaXGBxJvggE7VfEZWHniCqQxals507kGLXim9NHUoJiUEI4YsPRpyhKEybY4m677TYDudBtkwxL/O5H8CT+AHsV3Iog8SaR9RZcATsSagwZMiSwDcaJndBdSZxnhq0t75jnLHVAdACSQ0DKI2lQUEXLuPyFItcFDw1ejePrcR5inBg9v7j7sLhE+ilaF2QMSfVB7k1DUPSzUVCVD50kCscp6HwWNblk2HdGf/dHgKrb7P/E/ZIYOE8RQTElurUgKGLIYHOFvMWhW1I7BLJ0kPNBRVGBxPbcc88FlqlldnEIYVxf9AbPGPwUQP57VOWzmoGWdvIkKPplHCTD0DXXXBOJxBU09qhBi2mMP87bgLOWalYXX3xxixeEQGAyQUTN1EGwF+vPnU0izgEmiKCIk4mDUZRqW7V7w5uvJwiKEBUhFbGnSIRAVAQ4YJPhhG/jjTfeGPW2pr+uSIIiexOOaW+gCPsBDjSCeaME8RCMBMGchBluiXIQJzCMPcUtrCH2pTBHI/cEObH4W1j/SQO6gvYxcLv00kttwGoYbgTrgLsXs1oZpxrpxSOD/ocffmiNkyKZNdKTzXcu6DkQXMk+iFFbki8CfPMgZvtlzg7qmfMFDi+qq1PlnQomWRnuiw78SWqELjpApqiA7nogKPo5C8P0EO/a9zqteAdw9jqO36TrpgwB6EWTGop+d9I4ffL9Ojdu65wxICXUKrtj4yKpmYEAzrcnn3zSJnwjeEJSewSy9L+4R885ksAeAoW9EtVmz31BQe3Y3LHDV0tsWA3NMvhzGB/BKCRiuvnmm1sMF+IYvoYwW35WPh06T0tQ9AuSpd2o/imu5XtAZmx3Isqo1fqy8PEwhqT2LOcBBq0tknGyf1YLunfa4LmSnANbsDcpJzZCvpck2QiToPcHXfj3v/+9/QYHJdR02kbXIwkYCTjdMmbMGBvs0r59+7Bh6O8ZI+CQU2iWag1RCasZD0PN1SkCjp+pZ8+e5u9//3udzqK4YUOOglTmrrbCaNjHqfhWRila5yl6Lyrr/JPossSiQETE7+gWCIckmgxL5uDcM2fOHOs39H4DSEK06667Vl3GafWtl156ySbmcOs36CX4TPfcc89IcwAHqoQwb7dErQKZ9j0te3B6kG86jm8YjDjPEddC1V23cAbD/+MnRQVIJ7Xr+s0hiZ0xyT30neZ9KooAkPb9adT70a84p3F29eoIjTpnzSs7BEikie2MxL/EdEpqg8DkyZNtshYIUY7EIfVwj1+cdtw2khAUgwiWSeKCg2w+1fZ7iJnYiLArORIl2YV3vyS5hlOgwWmHqtjYjYPES3Lkulqdxfx0wDxXa1wdueh1ARbe6pZxfflBcwh7xkXrgsw9qT7IvWkIipyrsFE8++yzleUYlePh3OBn05fdN8+3+7/rhcQxffv2tSTlPEUExZTo5k1QdKonQlJ0s+9TDlu3R0SgWla1iE3EvgyFDYMWVXqiSBk2eMbpV4GQrARkWm3Xrl2UqZhqgWVRN68kG66fsSpOoAKT++yzz6zxFRwciVrGO43xx+nLr2w7ihYkSwwRcWTChAnmwAMPbJH9LqpR1Q//OATHOOPUtfERQCl2KgxMmjQptDR9/B50R6MiQLa1p59+2h70886e0UgYFklQDEocEKXyofcZBBEFq2Ur99sX2Q8wcJLJL6pUqw583XXXGaox+knSgK4ggmKcACzGgw7Je+PO9oXTl8xdUTIFRcWn0a/DCHjZZZdZx/SFF17Y6NPV/DJAwKmCs9RSS1lHnIIVMwA1QhMEZkAkJpuZt8pGhNtt1RkyIpKQaeTIkWa55ZYLJYMHtVt04E9SI3TRATJFBXTXA0GRteZ33o4SOOWsUzJ/77bbbpUzttdJmHTdFB2AXgZSQ9HvThIbVJTvoq6pjgCV2Fn/tcjuqGfRuAgQEEsgApmVn3jiCdO6devGnWyJZ5YVQREbAHooyfceeughmxzSTy/FTk51uP79+0dCJcg/VC1QJqzhsvhzGCdrn2Bst+0ibpW8LHw6jCUtQdEvSVYS/xTEVm/ylbAAJcafhY8nqJ04ATV+OMR9powjiHwaJ7Fn0PsT1/fmpyuTqIB3uXfv3mGvnP6eAwJUDLjvvvtsFUzIzBIhEBUB9hyCn/jWqsJPVNT+d53f95C/otc6CZDit5rfHWXQeYrci8o8/yS6rN/6S6JjsOLYw4855pgWiw8fXFiywTT6VhDBEns2SRmiEiwZtF+S0lrFw5Q9ON3PxgxpADsqdv84gn+Yip2vv/565bZqVZWKCpBOatf1wyKJnTHJPWnPL0URAOKsn2a7lgrVM2bMsEkRSQoqEQJREYCc8Pnnn1tCeJ8+faLeputSIoAuARHfXRyA/fKmm24y66yzTqTW/eK0q8Vv+TWahKA4b948c9BBB9nEVo6kqSbtpzuQZAvbHPqVn/gR5avZ7vxIjWCNHdmdEAsbBxi2adPGt1/vnhvHRhbpoVa5qJY6IDF4kJfwZYclFnOGXIZ14cUo7jvFXHgnTj75ZLPSSiuZgQMHml69etmzdrXCQEXrgow7qT7ozJlYRrdEjYHwmzvJ/84444zAiuneZc4ZjzMZuj++G2y9cKX4FgZVXU/7Pul+Yxw/+z333FO1cmxarERQTIlg3gRFDti8fFQk4KMvqS0CtSQoolQ5VT6CFCy/2Zdhgw9SnCHHDR8+PNZDIxsWiuzEiRNb3JcnQdHP+R03qwhGZpTjcePGWeWEQxyVQFBSwp5nGmMqINE33whvFlmy27Dph1V68j4gPwPtKqusYkklYcEbfgoPFY+uuuoqkeFivQn5XYxxH+MC2QlPO+20/DpSyw2DAFmANtlkE5s1nawnWVU4ahiAqkykSIKin1Em7t7mnppfdZxqjiC/ILe4AUjOHkdw1VFHHdUC6bDgrCwJimF9+S2B2bNn2yAdsu87QqUw9sNOnTo1w/LPZI7vvvuuwRiCLkMmuQ4dOmTSrhppXAQwWPP9oaIDlXAktUUAsghVuu++++4WQc5xR4EzleQvnCWjGr6dPQPnOGdHt9QqayN9JjFClyFApqiA7nohKPolXoij13iDNrxOwiTrhvVWdAB60aSGMrw7aZw+cb+Nuv5/CNx66622ckO/fv0M5xSJEEiCAIkRsHGQKZwsr5JiEKi1/4VglZ133jmyvdxvfFHt5EGIlsGfw9gIzsF/QPCGW5IErKf16dB/GoKiXwLKpEHiflnsOU9wzmnbtm3gi5LWx+M0nNSexf1+OPDfb7jhhkT+5aBkFFHXiN/7460kHuXL461Gzj1JbHVR+tI10RDAX7Djjjvai5UIMxpmuuq/iX7R3xF0MCXxi78q6o2gWAadp8i9qKzzT6rL+vkc4wbBO6s+STA896bRt/zeH+J4CL7t3r177BfSL5kZMRgE10apNB27w/+/oezB6X52MmJSCHKPG2AcRPLF97DxxhsvBGFRAdJJ7bp+ayCJnTHJPWnfp6IIAEnfm2a4j2dy9dVX25jTX/3qV80wZc0xAwScpL/Et44dOzaDFtVEHAT8CIboERAXw+J8/XxjEHsohOScuaKMJYlO9vzzz9uEw+5kZ1GLnviNKUmMsl9Sgmo+W69e7tiU2MNJbuZItfhmPz00jp84yvOodk0tdECKKZEcghibzp07xxpyGdbFnXfeuVAFzK233trG1Hfr1i3WfOJcXLQuyFiT6oPcm6aCInYeeB4kTXIE2y8VTil+EifOJw7mujY9ApzlnVjcU089NX2DAS2IoJgS2jwJimQCgqnKBzLvUpopYWjY22vlIIcwcOKJJ5oBAwaEKplesMuwwftttGHZLIIWTZChKU+C4jfffGODWCENuIVMbYcffnhsY1ncFyKNMZW+/Db7JAcP97j9DkJRMgX7KTxhGUbi4qXr0yHwwgsvGA6Hq622mg3glwiBMAR4ryF6sFdxcJNER6AogqJfBihGHTWAyG+GfsFAQUFFQcT5IKdRGKJ+WbPCApGSBnT57WNRAtG8c/DDS9ndw560/9/RKamOhEFpgw02SNaI7moKBNyBTpyRVD2xuMc+d+5cmxADAgkVmJMKREWqMaC3RpEyBP4kMUIXHSBTZEB3vRAU/ewUYbqIs2a95Ea/jI1J1k3RAehlIDUU/e7wjNM4faJ813RNMAIEElIdDbtG1H1CeAoBB4EPPvjAZgUlGzJnDTlKi1sbtfK/YL8455xzbLXAONVR/MZHEp0rr7wyMbGiDP4cnrifTyFp5u8gO1BUnw7jSUNQhCy19957m2nTplUWc9IkXdhzcMp/9NFH1l/nJKIkwKvatyKtj8cZeFJ7Fvf74VAtuViUNx/fNIFnbokagOX3/jAeAmfjBDr52Tl5p7Ez8i2XFIMAvlMqJhAkx/snEQJhCDh+JoI++Q5I4iOQNUExqL04I6u2J5RB5ylyLyrr/JPqsu+88449O1Gh65VXXjGcqUjgkKR659SpU201e3QXR6LojWn0Lb+AZZLVnHLKKYkIhX7JzGqRtLvMwel+MVdJk4Y46yIOEbSoAOkkdt2g72wSO2OSe+g/6/epFgSAOPtTs13rxIBRTCGNT67ZcGv2+UKGQy+n8AXVhCW1RQC7E6RiiKKORLXh+CXXilu1jD6TEBT9KmFHiSeuhq5fmzfffLPZaqutfG/z28PWW289u579Kt29/PLLZrfddrO2PmTMmDHmT3/6k4Ho6LYnVrM1+ZEio1aZy2Jl5aUDUi1x1KhRZrPNNrMVeNu1a5douGVYF37vBZNhjpxbsRXDw4njG4gCRtG6IGNMqg8GfQeiru2gWAHaJUkkuGNfV9xWlJVU22vQF3k+eScCFkEx5XPNk6B46aWX2mA8XlYYq5LaI5CXg5yMA2zuKJZs8Gx+YdkvgmZfhg3eL2Pab37zG0vuSyJ+BtsoRsk0G65f5QHao9oRBDuMqzy3pM+pGg5pjD+06+d4TkoQdcbp1ybPk2xL1aqn+Sk8ED3JGCcpDwI47glofeaZZ0zPnj3LMzCNpJQIQEqkQuyhhx5qjjnmmFKOsayDKoqg6OeESZoV1Y2tt/oPf/MzNvkFzFczCIU9Pz+nVhgpIGlAl98+FlUHcc8jaf9hWDTj38kSR+IE1hqGQ4kQCELg9ttvtxWiFehUnjVCoPLHH39sCCTgPZ44caI19scRHAkEk2+zzTahZ7EyBP4kMUIXHSBTZEB3vRAUWbN+ATFRDPTe+xzHl9sYn2TdFB2AXgZSQ9HvThobVJzvoK71R4AgwrvuustWJ0hqfxS2zYsA2aRZQwTnXnTRRc0LRAlmnpf/xT01kl6cdtppiZJD+o0vbTK+MvhzwMcvMDxJgiYH66eeemqhwKE49pQ0BEU//1TUrPNZvQZpfTzOONLYk/x0o7SVfPwCsKIG3/u9P1HJjd7n4heIRXbuJKSIrJ55s7dz2223WT0MHzf7qkQIhCFwxBFHmDvuuMNWQieJqiQ+AvVGUCyDzlPkXlTW+afVZeOv3IXv8LNpRdEbk+pbQUldkyZVZUZ+bZKUjIR9JCvNS8ocnD579mwbV/Xkk09Wph9VbwzCy69NP9uq80z8KsTztzwDpJPYdYPmmyS4PMk99J/0feLeoggAeb1XjdIuMaiQb3gHiQuRCIEwBPg2YstBZ4GYJKktAn7EnqjEfr8Y52qEvqCZxSUoBulUV1xxhbUNJBXiB/bZZ58Wt4fFnfvtf0G6nVcvd2yGn3/++ULV34LIll7bY1i8WlIsgu7z0wHBfPjw4VW7euuttwLjM6iUSLEKdNg0UpZ1QTVOuDYUbggS4k5GjBhhyYqDBg0yXbt2TZ28smhdkLkm1Qe5N00FRe4niQ1E32oxQJwJKNQGV4aiS23btk2z5HRvBggQx0ViRmTWrFmp34OgIYmgmPJh5UlQhGBEFmhKnpJtRlJ7BPw+wHwkd9hhh6ofSpypZBZ99dVXFxo0m9wZZ5xhDVNpszOXZYP3IyykMej5OT2jGCXTbLgzZ840Bx54oN10gwRGP4Erm2yyiVljjTUyY/enMf4wVr8stpTcPvnkk6uSCau9UXPmzLFK6LPPPlu5LMjY524njcJT+ze8eXvk2T700EPm/PPPN3vttVfzAqGZR0LgqKOOMgQckCwBI5UkOgJFERSnT59uM52QCcoRCPdUCu7UqVP0CXiu9As28wt08tvH0xLnvbpGmMEnaUBXVvtY0v4TP5wGvvHCCy80JG45/vjjDWRFiRAIQoAsg/fcc48NkFP2/nKuk++//95wzsBQOW7cOGvvwGgbJjhkcAigh1RLGFOGwJ+4RugyBMgUGdBdTwRFvwQMYQHWfpUX/ZxqcdcN70zRAehFkxrK8O6ksUGFfff093AEICVwViURCjZIiRCIgwABD4888ohNgrDjjjvGuVXXZoxAXgRFMiNjB8GPQ1XApJmR4wbqhMFTFn8O40xLKPTO1U+fierToa00BEU//xRng1q+32l9PA6eaexJ+JJ//etft3g0URJqVFu3jAc/k5uAFjUJWpbvjwiKYV+X2v997ty5NkFUq1atbBBSHsldaz8r9ZgnAgqATo+un9+FVrHrhAWm+vWeZwXFsug8Re1FjTj/NCsY+xgB4FOmTDETJkwwnOep9uWWKHpjUn2LCtn4l2655ZZKl126dLFVdtZaa63EU7vpppsM43ZLEnJAnAGUOTjdj3hKshjGnLQaz9dff20xdtt9qiXELSJAOoldN+iZJ/FRJ7mH/pO+T9xbFAEgzrvSjNcS90UST5K5JtELmhGzZp8z8ctUSL7//vtNnz59mh2OQuYfp1KwM0A/X2XUyoveScbVlYPi3/IAj+SC/IJsDX56h1+yMr8xOzHtfjq7XzIPv+tIukOxhyWXXDKP6S/Upp8OGEV/pqGS7IGnAAAgAElEQVTvvvvOkhThK0yaNKlF2xTrOeuss8wuu+xillhiiURzKdO6gJAJ8dJ71giamONDgLA4ePDgRM+zaF2QuSXVB7k3LUGR9UVFUgoYRRHifkg4R4VUSLYrrrhiag5NlH51zcIIoAc4yeYpsJaHiKCYEtU8CYooD3w0CbKEFCepPQJ+H+CoAf4Y2t577z1DliYMUV5BoTn11FNN586dE0+sDBu8nxJWreR1lMn6ZeKPqlQl3XB5XhzUqQ6GkTKKOOx+DGsc1pIGOqQx/gQpGVHGH/cavkkYaqutWT/88zbExp2HrjfGIXtA9MAgLxEC1RDYfvvtLVmZQBRlpY63VooiKPoFjIcF0EeZmZ+Rx69dv+vSZmX1BuGLoBjliTXGNWTWptoFRjFVN2mMZ5rXLDAcYmwkMGCdddbJqxu1myECDmGRjK44Ax5//PHAsxgZ7f7617/abHZ+UpbAn7hG6DIEyBQZ0F1PBEXWXdyECfPmzbPZNx999FG7bIOCueOuG9oqOgC9aFJDGd6dIHtMWiJAhp/Zhm7qgw8+sOSjlVZayQbfSIRAHARwfL722mu2ig9nS0lxCCRNEOkdMf4IAgpIytSjRw8bAJsFWcZvfGEZvKuhWQZ/jjM+Pzv+5ZdfbvbYY49EC8JPr4vq06HDpARF/Dr44Pi5pdbV9dL6eJyxJyUo5oVD0DkrCr5xA92qLTwRFBO9lrnfRODzJ598YpMQpc24n/tg1UHhCOBTnzZtmiXTqapPssfht1fSUtIzaJ4ExbLoPEXtRWWefxpdttrKRRf58ssvzfz58y1xnUSqxEqxRxAIzX+vJlH0xqT6VtC7k+xNrH5XGn06ynjKHJyeV/IZLy79+/c31113nVlttdUWgqyIAOkkdt2gZ50k1i3JPfSf9H1yxl4EASDKO9LM1xD3dd9991mSwE477dTMUGjuERHAjoafBd96UiJ5xK50WQACEPGJ27zxxhsrV5Bo7ZprrrH2TT/xIzVSbODwww+PbQuNqyv7kSPzerhh8W1+Y/ErvOJN8uJNdOCNQ/Or/kx1WhJlE8fgSFClxbzwSKMDOmNCH4dE5k5C5vzNSRafhHBZpnXBfKj0TPx/tSJFfs8J/wKx8SS8w38U9btYtC7IXJLqg9yblqBIGySvuOyyy2yhnKi8C+cZsBcRlwzuVPRLW/Arr3ewEdtFX3z99detnS4oBivtvEVQTIlgngRFDtYYS55++mmz7LLLphypbk+CQBqCotMfRhCCZCEjej/Ao0ePttkUkhriy7DBJ3WYVnsefm1GMUqm3XAJkCUw5cQTTww1knrHT8AszH42y7hZmdMaf/wCSpOs97B7wsggQfhHcVaH9a2/Z4sAh1syo+y7774LBW9k25NaawQEyBIze/ZsM378eJu5RBIdgaIIin76S5gBJ8qsoh6s4xqyovTtbTNsT0qqn6Q5uLvnkbT/KFg02zUQpKlwouo4zfbk4893yJAhBrICRCB0c0n9IYCBHxIi5xu/oJVq2QjLEvgTda90nk7RATJ5BTJHXX31RlCkOvVuu+1mWKuOVAsERH/BuOvYgoIqSsddN3k9tzgB6EWTGop+d5znn5XuGPWd0XX/Q2DBggW20kHr1q3NzJkzBY0QiIXAgAEDDJWfyBy83HLLxbpXF2eLQBb+l2xH1LK1LBz07hbL4M/Jaw/zm1tUnw5jSkpQLMr25l13aX08TntJ7Ul54pCUHJilfTDpGPL8PqhtY6vUvvnmm+ahhx4yAwcOFCRCoCoCxEIQgEtALYF/kvgIBH3rCTI97rjjYjc4Z84cGxfB2SqKzJo1y1x55ZUtLg3yO5VF5ylqLyrz/JMSWr1rhLgaKiJChiH5HO923GBUd5tR9Mak+lZQ9dEo6z7uNVHmEbdN9/VlDk4nsDVpspO4mFSLP6p1gHRcu261uSaxMya5hzEkfZ/c4681ASDuOmm26/k+UHCA79ARRxzRbNPXfBMgQCGOr776Svp5AuyyvOX66683Rx55ZIsmb7jhBkNiZq/gGyTOnIp3jgQlRo0yxri6ci39clHi27zx0n5YPPbYY5b85IjXT+tNvu9XlMfr602DeZTn4ndNFjog7aKv/+IXv7D7hVcOPfRQ+7e4JMWyrQvmhe2BgjrMk2ccV4g1OvbYYw3VicMqSxatCzK3pPog92bl/+D7BNYkSrj33nsTnQ357rEG/RKRxH2Guj4cgZ133tkmcuVMn1cBABEUw59D1SvyJChCAsCww4ubtDJbyuk1/e1ZOch5jrfddps1DnsNc1Sj4sMMGzyulGGDT+owrTbXogiKzpgIbLr00kvNLbfcEpuoSBvDhg0zv/rVr8zQoUMjZSdJa/zxU0LjrqUo14eRQYIUHhEUo6Bb22tQLMh+QvYYMvlJhEA1BKhIQbAySuniiy8usGIgkGdwULVhiKDo71hJuo8lcdjmoR/FWHoNdSmZdrfcckvTs2dP88wzzzTU3DSZbBHo3r27+fbbb7VfZQtrIa298sor5qSTTloosx0VGYIqZJYl8CeuEbroAJmidBVnYdUbQdFvnQU5yfwchRdffLEl3Xsl7rrJ87lFDf5O4+zw+7DEJTUU/e44c8gah0I+unXcKQksPvvsM7v3d+7cuY5noqHXGoFu3boZvtOQKlq1alXr7tWfC4Gs/C95gZqVg76a7pPX2MMCebLew9L4dMBABMX/roSk9qQy6IfetRw30K3auxBVR83rfVK7/ggccMABluxP8CSVrSVCoBoCBJhRXY3q5+3btxdYCRH4/e9/b37961+3uJtktOedd55p27Ztwlaj3RbH71SGGBZmVdReVOb5J/F3uVcIcU8TJkywa45E+0kEG687+RdtRCH2JY2pyaJaaNR5RplH1Lb8ritzcLrf+SLNXKvdGxZ/VMsA6bh23WrzSnJGS3JP0LkDfe6qq64ynTp1ivzoakkAiDyoJr3wnHPOsdVFCeyHZCIRAmEIOBXOH3zwQdO7d++wy/X3nBCg4vT+++9vK1k6EmTT86vkVy25b9iQ4+rKZdFxnXl5iYP8d6+u6z0/eauJ+/km3dUR0SkgQqLjORKUjDYM7zR/z0oHZAwff/yxrTB4//33LzQkzpqQ3ONwVcq2LtyTorDUq6++am6//XZzzz332ErvcSQKabNoXZD5JNUHuTdr/wdtkhx03LhxNq7niSeeiAO55dBceOGFZvjw4bHu08XxERg5cqQhcRX7T14Fa0RQjP9cWtyRJ0Fx7bXXtguAlxQjjaT2CGTpIGfDg4hIFjuvbL311gblJm7G5jJs8EkdptWeZhpndpoN1zsmHCU416g2R5nuOFnflllmGfO73/3OVlRcZJFFqi7epMZUp1ERFGv/baj3HinXzqELB/KZZ55Z79PR+HNGYIMNNjDvvvuukWEqPtB5BgdVG00cR3GcWUU9WMc1ZEUZgyooRkGpMa/B2X3ggQcaDse33nprY05Ss8oEgf79+9ugVgIjll122UzaVCPFIfDWW29Zh8zrr7/eYhBex4HzxzKcjRlL1L3SGXfRATJF6SrVnltYMH3WqzKu3nTttddax40jQQkQvI7C1Vdf3XAO69ev30JTiLtu8nxuUYO/s7S9AEhcO1DR747zELPGIev13ejtsfdjb+W8GpbFtNGx0PziITB48GAze/Zsa+9dYYUV4t2sqzNFIEv/S6YD+//GsnbQl0VnZXpZ72Hs5SeffLLVdxyJE6AtguJ/UUvqbyuDfuh9B7O0D0bVUfP4DqjNYAS22247w9n9kUceMZyLJEKgGgLYdjnHkUA1SdJmoftfBPwqlJG4hcoQVHnIU+LYT8qi8xS1F5V5/mkIihCRqNpDDEwcIW5m1KhRZqONNjKbbLKJDQwmKaVbouiNSWNqymJDioNZ0LVlDk4vE0HRjV/eAdJx7brV1kGSM1qSe4LOHUkIis58akEAyOIdauQ28FkQz0MxBiqdS4RAGAI77bST9alDbCUmTFIMAhQLoCIiRDpHgvyJfmeBoGqLUWYTV1dOarOKMpYk18ybN88cdNBB5tFHH63cfvjhh9uiMhRfIM6b4h0UqEGojkgFeYoJOQIB8dxzz7U/R9x+aj8CY1CsQpI5RL0nSx2QPl966SWz9957L0TYAyM4DFRWC4t3d8ZetnURhCmJVmbNmmXXC34hODnz588PfQRnnHGGJW0GJbosWhdkAkn1Qe7N2v/hBZQz5KRJkyxhEewhjIbJuuuua6688kpDtVJJfgj07dvXJnL94IMPckvkKoJiyueXJ0Fx0003tcF4d955pyHgQlJ7BLJ2kJPV++ijjzZ33333QpNxiEJxyiSXYYP/5ptvbJYIMim5JSxrVbWnCU4okLThSBSjZNoNt9qYFixYYDOys1mioDz55JOhCxJHALi4FVu/m5IaU5220igZoZOIeYHfWNKshZjd6/KICOA4QJE79dRTzVFHHRXxLl3WrAjstttuNhsmTiucyJLoCOQZHFRtFFOnTjX77befrcLtSBbB/mQ33n777VsQ9v3ajXpddCSN1Yfpy5GwaohJdaSs9tSk/cfBpFmuJasSmbr22msvc/755zfLtDXPBAjgPKUKzl133WXWWGONBC3oligIfPXVV5YsDBmE8xHnQQyy6AlZBvj7ZSRkfJybzz77bNOmTZsWwy1L4E9cI3TRATJF6SrOw6u3CoqMG/0Kp820adMqa9CvMiJ2gz333LOiN1XLYhp33eT53KIGf2elMzkgxiU1FP3ulNEeE+Ub3kjX4HweNmyYzeruPvc00hw1l/wQIBj25Zdfto7bgQMH5teRWg5FIGv/S2iHMS/I2kFfJluB317uzhAeEyrfCohRfTr0lZSg6BfIRXu19kmk9fG4dSJs9iTFiGoD4zq/gKoscEjj/4sb6FZtzUXVUeOuW12fDgF8nwRzEVzUpUuXdI3p7oZHYNddd7VJgSHSUa1FkgwBvwortHTzzTebrbbaKlmjEe+KQ1Asi85T1F5U5vknJSgSWHr66acvFBPkXj4ENA8YMMD06tXLkBQGG32fPn3sud1dhSXpc0mqbyXVMyO+GjW9rMzB6Umfay0BzCNAOq5dt9p8k9hbk9zDGJK+T1GeV14EgCh9N/M1+CJefPFFG1Mhslkzr4Toc8f2ADkR4s2RRx4Z/UZdmTkCXn8iHXj9jv/+979thdTLL7+80j/JH6644orEhY/i7t1+NiL0P+LghwwZkjkuYQ362QRJhkE8LMmsvXs051DiuL3xDF7ip/s6r0+YIlPESVB4qpaStQ6IHZGqgpDbvQV7IIdBdocoG0XKti6ijJlrSK7w4YcfWqL2vffeG1i8qFoCYtrJUhf0Jkmm/Sjnt6T6IO1n7f8Iwx/SLzFdkBX5doCfn5x00knmlFNOyY04FzbORv/7s88+a/bZZx+z2mqrxa5yGQcbERTjoOVzbZ4ExYMPPtiWloXVv8cee6QcqW5PgkAeDnKySR522GEtSnMztiQZCMqywfspQWkM4WSwJvDUTQKM6sxOs+HGWSMYbHiWZFRASXGXWne3E6WUelrjj5e0Qf9U6jzuuOPiTCmTa0VQzATG3BuB5IOCzcF1zJgxufenDuobgRNPPNGQdYnvCoZNSXQE8gwerzaK6dOnWzIfAZeOpMl66LThl5HLb3/2O4DzraGSdPv27aMD6LoyarUi55akDuCs9Iik/ScCp8FvQs8kcOW0006TcbzBn3Xa6bFHPfbYY+ayyy4zo0ePTtuc7g9AwC9TYF7GeD/C+7777mvOO+8807Zt2xYjLMt3N64RuugAmaIDuuuRoOjNuMlC9J77wZVsm+xhjlRzIMRdN2UIQC+a1FD0u+M816x0R2068REgqR9Zngl4JJmYRAjEQcDxuxDUwTdcUhwCefhfspxN1g76svhzwMhvbjj9+UXNkO3GOo1Ph3bS7O1kmSexkVuwI+24445ZLoeqbaX18aS1Z3G/Hw5RgliqTczv/BeWNMxpL26gW7VxiKBYs6UcuSNIUptttpn1bQcFE0VuTBc2BQIkS73ttttstd3999+/KeacxyT9ApPp55BDDjFUdsizsnwcgmJZdJ6i9qIyzz+pbkC1Gd5jbwAzifZJmLrNNtuY5ZZbrgURMegdSPpckupbfsnRCSpHX+zdu3cer2pubZY5ON3Plh+UbDA3gGI2nEWAdFy7brUhJglKT2qbTPo+xYTYXp4VASBJ3810j5M85JlnnjE9e/ZspqlrrgkRwKZOgmj2cuJOJcUhgK4CUZT4Y0d23313W7WaMzfit9+kJfAk0ckuueQSG7fjFmJPi+I2eGPY3DEL3r8F6SVebN2VFr1787bbbmvj3jp27FjTBZO1DsjgqyUgIR4DP3fUQktlWxdJHs6XX35pzwfEoXjPPNXszH428SQFJIJ8/1HOb0n1QXDK2v8RB3uSWrzyyivWljF+/PgWt26++eaWbFzrdy3O+Ov5Wtb5NddcY3lMJCLKS0RQTIlsngTFG2+80ZxwwgnWwE9WBEntEcjDQV4tAwGOPV78qBkIQKQMG7wfQS5NOWsIFVTs+uijjyoPvWwERfdq5JnijDvzzDNtdgm3RDFupjX++OEVFLib91skgmLeCKdvH+cV2QsRMlIss8wy6RtVCw2NADoI3/Sf/vSnBgOHJDoCRREU/YKHVlllFfPXv/41cVVu9roLLrjAnHXWWS0A8Muu7+fsW2+99SzJjOrCcYUqxiTsQOdxJCwYKilRJc3B3T2vpP3HxaYZrsfpTeUDSGdU8JQIgSAE/vCHP1gyEOcIjFiSfBAIqqARxTgad0R+zhavQ8ZpsyyBP3EDEsoQIFNkQHc9EhRZc16HlDd7otcZEaa3xF03jKHoAPSiSQ1leHd4DlnpjnG/j7r+vxmEcQQ7jlJhIgTiIMC7e/TRR5uRI0faDLSS4hDIw/+S5WzycNCXwZ8DRlOnTrXB5O4qtEG6dhRM0/h0aD8NQTHrBI4EMKFrde3a1VZZpQoQwZ7VbFppfTwOxmnsSX6JxUhi+fOf/zxxtmk/PTUo47x3nSQJdAtaayIoRnkLa3vN9ddfb84++2xrq8NmJxECYQiMHTvWkuiGDh1q/RSS5AgQuEwwuVsIxCXGZPjw4ckbDrkzDkGRpsqg8xS5F5V1/klsuH5B8zxjzuMkiYgba/DUU08tVPEzSixQUn3Lz8fI+NGd8nxn8ngZyxyc/v7779tYAqpxOEJlJ3zDnTt3zgOOTNtMGiBddFB6Uttk0vcpC9CTEgCy6LtR2+C7SgKIfv36LRTg36hz1ryyQWDVVVe1RJyHH37Y9OjRI5tG1UoiBLx+R29yYM7g7kqX/P2mm24y66yzTqL+uCmJrkyyaG/MTpTiLUGDJA4NvZlKao4djrkNGzbMVuIOEz/9gxg2bJ7e+Da/2Dba94uv41rspFQa5dk4gh3k8MMPT5TcLWwu1f6ehw5If9OmTTMHHXSQb2EeyGG77rprpLkWvS7QLV577TUbBz158mT7L2uAuKE4QlIF4mMhB7ul2lkljU3b3YdfgmT+HuX8llQfDPoOROkT3Zn1M2XKFIs5REPkwgsvjK3745+A1EmxKEfCYiviPFdduzACW2yxhZkxY0bulbdFUEy5+vIkKM6cOdMQzA0rn0pXeWY8SwlDw96el4Ocwz4ZmtnIvRI3A0HRGzzj95az5r+lcWb7ZYaKYpSk37gbLoou5ZrJvM5m+eqrr5p58+aZ888/35awjSO0g9I2ceLEFrcRVI8DO0jSGn/8jF5h5aXD5vXiiy/aMt4YC9daay17COBQw69169aBt4ugGIZs8X9/8MEH7bMdMmSIrdIrEQJhCDiOYyVMCENq4b8XRVAMqoZEEC8l2pOInwPSnTnK3WZQ/xiVNt5449jd++1zYYfRpAFdcfWIOHt72JhjA9MkN1DxAF3z/vvvN4MHD26SWWuaSRDA6Mhehd46YcKEJE3onogI+AXYpHE+BHXrd86slnGuDIE/cYlmZQiQKTKgu14JitgOsN24DeVuPctrpwmrZBB33fDOFB2AXjSpoQzvThIbVMTPrC6LgADVE7Hl3XDDDYZq8RIhEAcB9h+ygyNUeWjfvn2c23Vthgjk5X/Jaoh5EBTL4M8BH7/gmzQ+BW+gFH1E9elwbZpgDj9y5JgxYyyRPe777ZegC/sXNi3s6XHsQOxPV111lenUqVPkJZnUnkUHfucngsKvuOIKQ3BXEvEjwUTNAp4k0C1ojCIoJnl6+d4DAeHJJ5+07xl6mUQIhCHA940AU4LY8KNTaU2SDIEgshhVS4hvaNeuXbKGQ+6KS1Asg85T5F5U1vlHCTb1LgU/XSuNvytpLFCamBq/PtNUHSIhNIlVwWaFFVaw58vu3btbwmO3bt1yeQdptMzB6X5B1ejRkCdGjRqVCBOSxFPVY7HFFrN7COQZ1h6xV+6KPkUGSKc5x7hBSRqUntSvnfR9KpIAkGgRNclNJJgmAQRJfyHTSIRAVASOPfZYc8stt1gSEkU5JMUh4Od3dIrDUOmOIkcUO3IkC798El3ZjxCYhiwZFGsdNbbMbz+DQEjCLn7EOyJewqf7SfvZArF9EQMOKfSFF16wlwfFx9Vi1eSlAzL2oErpcQotFb0u/M4rYb75oOfmd46LS1BMUsDB7xvAGKOc35Lqg7Sf1P/h56dP+i3w04PTnDdr8U7Wcx933XWXOeWUU0zv3r0NSS7yFBEUU6KbJ0GRocHiJrjy5JNPttlOJLVFIE8HeVYZCIre4HkifptE0g0nyKge1ZmdZMP1C2QlwImy3HEkiJCRN0ExKDAvadaOoGwQUbLtiqAYZ8UUcy1ZNQm+wkiFE1kiBMIQmDNnjqEaLPLEE08kDmgJ66cR/14UQREs/YLW2dcIGunYsWNsuMePH2/23ntvu+c7Ui1jut+hPakBwC8YKuwwmjSgK4ke4Qdm0v5jP5gGv2HSpEmGwIouXbrYJBISIRCGAAEA06dPtwGYBGJK8kGAZCZ77rlni4r3nP8wkFKJKCvx+yb/8pe/tA4FPylD4E8SolnRATJFBnTXK0HRzxnoBGovvvji9qxF1R1HwuwLSdZN0QHoZSA1FP3u8Hyz0h2z+m42SzskJdh5553NUkstZd55551mmbbmmTECEM3JDs45lWAcSTEI5Ol/yWJGSR301fougz+H8TkZyvG7uCWJTyGtT4f+0wT2knCSoKFHH320MpWk/qmPPvrIHHzwwebxxx+vtBWlYmDSAF/vWkljT/LTz2g/TBcNWq8EH5944onm5ptvbnFJUMZ5bztJAt2CxiKCYhZftOza4Nmyj0IMeOmll2ITgbMbiVqqNwQ4Nz/00EO2siu+BklyBEjmx97n9tfQGtXsjjjiCEvmyVriEhTLoPMUuReVdf5RAly9a8cvuRn7wHnnnWfatm0ba6n52dRoIEosUBp9y8/+ue6669rKo0kqRvlV+VhllVUsQchJhhMLmIgXlz043S/uKqlvmPMKSVAgXLnFL1F+kQHSfueYWgalJ7VNJn2fiiQARHxNmvKy0aNHm1mzZpn77rsvVTW1pgSvySeNb8rx61LggMRVkmIQIPkBxW4uv/zyygCc5Fu8396kqUl0uizsNsRGn3vuuTZpgluoqkjltDixaMQnE7+G798tcZNtefdC7HjYs0477TSbzAvZZJNNbCGhZZdd1vcBe2MM2MuJr+Ps6khYG3munDx1wGqFlg444ABLXnYnhvCbZ9Hrws+ey/cMP3Jc3dxPt6pmCwU/uD1/+ctfKtDETdLBu/CHP/zBxhd4Jcq7nlQfpK80/g+/hIXHH3+8fffi2CT8bPtR7PF5vnON3PbWW29tfetUCiXmK08RQTElunkTFDHSYqxdccUVVYY95bNKcnveDvKgDAQYwy699NJIin/RG7yDq9+GE7caJEYmNkwM6l6JYpTkniQbLoQbPrZuI36SLIN+Rpwohsikxh83Rn5zWHnlla0RdNCgQbGWP1lPMRRiOHckquIkgmIsqGt+MVkPILtTGZPS2osuumjNx6AO6xMBAnMwSBG0x/dBEg2BIgmKfgdwRn3RRRfZKoqLLLJItEkYYz7++GNbeRWnt1uqZRf16z8JeQWCLFmpIPu7RQTFyI+vri/ECHvrrbfaDKmnn356Xc9Fg68NAhixCailsgVBmJJ8ECAA+eijj7ZVRNyCMQsDbRZZ8P36CDuTlCHwJwnRrOgAmSIDuuuVoMi699pAHN2EdYrDhnM1EiXYKcm6KToAvQykhqLfnaQ2qHy+zM3VKnsQNnPshwTgSoRAEgSw+++www6mdevWNhlTUHBCkrZ1T3QE8va/RB+J/5VpHPRBfZfFn8P4/DIzxw3eQCe4/fbbrd3IS5KI6tNhLGkIikF6SVz/VNDeHqW6ThY+HvpPQ1D001H5byNGjLBBWHGq+QQ91zhVNoskhaR993V/dQQOPPBAm1yZoCOqOEiEQFQE8DHha8JuBBG8VatWUW/VdR4Egkjk2CRImLTLLrtk6gOeP3++DZakMrBbqlXVLYPOU+ReVNb5Rwlw9b5wfvEfUSsqe9vyS4bKNVESZafRt4KIkfgf8T0tscQSkb8ztMU93vchi0pGYYMoe3C63/mC7xK6KL6DOPLWW29Z36BTtci59+KLL7Z+bq8UFSBddFB6kvi4oHNHlArwRRIA4qyfZroWojWE8cGDBy8Uy9FMOGiuyRGg6uZ1111ntttuO1uNW1IcAl6SnBNzTOJgdBZHovgdo8wiqa7sl6iB/jjrEd/D3h8m1eyJcWPavAld6Z/zEOQ0R6iqSPVrksz6CQmw0W/xOyK0QSKOuXPnVi6PYh8Mm3fSv+epAzKmIL0LHIj9IGFoWIxhkesi6OxF4ZYzzjgj0poEB7/YyLDKmX4VOGkrKveg2rtAO1HOb0n1Qdr3+w441VvD1quf7g9fAd4L9uiwNUP7QfNPet4MG3Oz/34w4s8AACAASURBVB0uCbadNdZYw4wbNy53OERQTAlx3gRFhrf55pvbiiEoGmQ8k9QOgbwd5EHGK2YYNQMB1xa5wTtPI4gIETVTH5vNxIkTrZHJTYxz2o/qzE6y4fqNPYkB34/YFyV7hp8xNW5WrSBHxPrrr28VxX79+kV6cYIUzqhKkwiKkWAu7CIyypHRlkwxQZVnChucOi41AmQgJ6Ntr169bCCoJBoCRRIU2VfJrkVZdrcss8wyNgvKjjvuGOkwiOOZjFXubD+0FyVgzc8ZFCcJA4FtGLCuvvrqhQAXQTHaGqznq7755hszdOhQQ7Y4jLF9+/at5+lo7DVC4Pvvv7fZQdHvydK3xRZb1Kjn5usmKFM7GRLPOeecWMGvXvSCMiaGVQIuQ+BPEqJZ0QEyRQZ01zNB0c/ojpOAqr+8B46EOb24Lsm64T4/XauWAehFkxqKfnd4BklsUM23Y2Q7YwLTCPojmBnHfNeuXbPtQK01FQLY39FpsHsSoCCpPQJ5+1/SzigPgiJjKoM/h3Fw3iYLNkG+bsEnie2IgIIw8fOJOPdE9elwfRqCYpA+xX+P6p/iWj/fSNRKjFn4eBhDWoLizJkzDeQx1q5b0E8JNIySTIbzAbZgEtV5fXVxsmAnDXTzW3OqoBj2Jtbu7/fee68lJbZv395MmjTJVrSWCIE4COy0007m6aeftsT2Qw89NM6tutaDQLUgUpK6EFcUVukiDFRsrRCS2U95570SFjRYtM5T9F5UxvlHCXD1PmcSIG+11VYt/nMS+9Obb75pY968hDMaDltLQXpSnJgaP3IkMUHETfA9ikJSDLJb0w7BnlQxy1PKHpwOPgQ0c5Zwy6qrrmpjloYPHx7JNx2UOLfauisqQLrooPSktsmk55ciCQB5vlv12ja+dCqNEc8BUXHLLbes16lo3AUi8MEHH1giCeuJ2Bxs75JiEPCLXyYxM5Wu3GS7rIhySXVl9gKSRrNevEJsBtXTBgwYELjnY4+87bbbbHVCvl9uIRYAnYHCG1GFuDLsVbfcckvgLWE6cFgbYUmUo4416XV564DVigoR40eyCQiz1aTodRF09oJcScxj9+7dq46f4gmsae86ilId1K+wEJ2FkXbxc5P0hEQD3sR/zmDD1i7XJdUHudfvOxA1KXmQ7o9PgYQuYFftjIW9gURWfAu8hZSSJDhJ+n41y31w0CBvI1S+J244bxFBMSXCtSAoEpDrlNIkE+laa62VctS6PSoCtXCQYzymotnrr7/eYlgoNmSEwFAfJkVv8M74gipCHnXUUbbCRpDyiOJJ9Q2c4X7kRNqP6sxOsuGiZBHYxzjdwjOgBDPBKtUM+Nz/7LPPWmXX+xwpa061sWoZAfyMP3EyUDhjZr0yVi+GGPyYB9lugjZ95kAWEIgsXuc1SgPKEGTHMBFBMQyh4v5+2WWX2UMc6wHFOEqWiuJGq57LiMCwYcPMjBkzbHaWkSNHlnGIpRtTkQRFwAhy4ETZ39gXOJzgSPIjpZJlCAd3tSzHn3zyiQ00IHDFLZALycgyatSowCy+BFTh9Eb39RMRFEu33DMfEIYfDEUYxNEvJEIgKgLorRi8+vTpY+66667ATHhR29N1/ghgMOXs4CWwczWZWjHg8v4utthisSBk74BcylnYezaLYogsOvAnKdGs6AAZv3GDf94B3X6B6GPGjLGOLQJeayF+dp8oQVF+5DgSerRp08bqy47cfPPNCwVxeeeVdN0UHYBeBlJD0e9OEhtULdZ1I/ex1157meeff97a8MjuLBECaRDgzAsRC8HJzx4kqS0CtfC/pJlRXgTFsvhzwCaI3IAvAN/G2muv7WtHJoAAew8+HXQZP4nq0+HetATFoERdtB3mn2Iu2MsJhvD6d6JW1cnKx5OWoFgt6zYB85CxqwWJoeMS9AaZ0RskFjUgyVkLSQPd/NaSCIppvmTZ3UvgKsFFJEzFNgwZViIE4iJA5USSQ+B3J1t7p06d4jah610IVEsUkMY+x95I7ANBa17/jvsBhNlPitZ5it6Lyjj/KAGu3peM2BOqj7Am3IL/hsRcYcQ+1tMjjzxi432C9MawtUS/afUt7sdmjY3ZK3yXCKavFriMnoTNEtu1N4D4oIMOsnsjlXbylHoITp82bZoBDy8RlQS6kEF51tVir959912rl3u/PWHxc0UGSBcZlJ7UNpnmfSqSAJDn+1WPbeNHY68m5qIaMace56Yx1xaBW2+91cb1IMT+EosjqT0CfglleRaff/55JRY4aiKtKKNPoytXK8pD3xAVd9hhBzNo0CCb2BWZNWuW4fxCUgf2Eq/EiU/23su3EF3OT5xKlP37968KS7U2NtxwQxs7vcIKK0SBNvNr8tYBGXC12I+oum6R66La2Qs9FHsW1aKxi7Zr184+I+xbU6ZMsWcVYhO9tlDWJIUheP7V5LPPPrPcCPgPXmHdET+AXZZ3gbMRpGP65NvrjvPnneH/u/XoKOe3pPogYw2KEWHcJD5wsCLRyJAhQxaaX5Duz4XEGUM65j4Koiy66KJ2/sQ3UGAHzElg5ZU4hb0yf9kauEEIiXx79913X+v3qYWIoJgS5VoQFBkiB3Cqx1BFhE1aUhsEauEgzyIDgaMkEIiLMuQntVD8qhn12LB32203s+mmm9pgYTYcymCjeAZtNu55RHVmJ91wg0gUjIENFyWFTXO11VarBNmiOPPRJvDZj7wRNZsAffgpkhjZeG4OKZkATTAMykgaVvKZeey66642M5mz6aNoQUy86aabAquiRSGhOM9KBMXafJvi9kJVAYfozh5CZU+JEIiLAARXsrbwbfv9738f9/amvD6IoMjhfcUVV8wEk8UXX9wmMwiqHMI+RX/eACs699ub2RcI0uTgzN7ml6UnzmEwiDxP/45ussEGG9hDLc4jxvnAAw/4Hv7dgImgmMnyKXUjTtVfnCtOFp9SD1iDKxUCBJc/99xz9vsI0VqSDwJBwcxOb5yfSMbDGbBjx46Bg3AMkZwlSBzjl7QmquG76MCfpESzogNkigro9gtEj2rsz2pVJyUo0r/3/MsZnkAkbB1IVIdV0nVThgD0okkNRb87SW1QWa3fZmvnggsusARgHMo47/IO/Gs2fJt1vvhc8L1gb+UcHJZJt1lxymvetfC/pBl7XgRFxlRkwIYbkzCfAn4RfBIQFUnEgN3omWeesXoQxJJqEtWnQxtpCYphmDo2sI033rji4wnzjUDSZN+J+l3IwseTlqAIDiSRwI4bdBb22uM4j5GUjupIPNegILEoATnu9ZAm0M27rkRQTPMly+5eCIlUUiO4yI/ckV1PaqnREdhvv/3M3//+d2svguwjSY4A+/idd95pkyh7gynd9jn2chJz4EciRsNPaIuklyRPJyGZX6Cg+76wZAbOtUXqPGXYi8o2/ygBrt71EVQxjesg9pEMom/fvgutrS+++MKSGolf8oulcfdDkCQ+6LBzflp9KyixK2NxYnPQf53AZUdP4r0IslvHTeKQ/I33jymKo3NH6TuL4PRq5Gk/vZyqXVTYJG4MYqKfbzqKf6CoAOkig9LT2CaTvk9FEgCirOFmuYb3DPI4wrtDHKBECKRBgMIX7HXE4VCRs0OHDmma070JEcAmA5mJPc1PskzymlZXJtYaPSQLgjT6wR/+8Acbz5qk4AZzIS7ET4eIihn6Hnqgnxx33HHWh1AtgX/CRx7ptloQFBlIUBIC9OQoiaRpo8h1EXb2igT2/1/EnM855xwbbx0lIXc1/TdKv6w9koPzTrlt7lHOb2n0Qc5sFKcYO3Zs1WFiZyY5jZ+knbu7TewWVGPnmyDJDgG+X1SuhYfy8MMPZ9dwSEsiKKaEulYExQULFlgWNcoHTOlaMVhTwlP3t9fKQY4jlGxRZNb3StQMrUVv8M64MeoxF7+MAFEWBJsLAelkaHVLVMNamg03LMA2yvidazBEslniuI8ikDEw4FaT9dZbzxKVq23AkDs4KFLpIqj0c5TxONeQjZ4MD2HGYOd6ERTjoFuba2fPnm2V5Q8//NDg9EN5lgiBJAhAysbhyHeGwFACESTVEQgiKGaJWxhRj74IMOJbHpSZNM54cBKyx5BhKIpEcZCHtYPz3Km27FwbNu+kAV1p9Aj3PJL2H4ZFs/wdhzW6IDoPJDOJEIiLwOTJk81mm21m9yySbfAdkeSDQNQ9hireBHaQNMUx3jukeJ6XHynRGXGcxC/cE2Z8zjN5T1KiGeMuOkCmGm55BXQH6UpOJsOePXvaZbDSSiuZ7bbbLpeKqGkIikFZBZ21e9JJJ1lnQpjDKs26KToAvQykhiLfnax0x3y+0I3VKoREnGQITpSwjKWNNXvNJm8EDj30UGvL7tevn60cFvW8m/e4mqH9WvlfkmKZJ0GRMRUZsOHGhHMTCQzxBST1KaBjU13NnSArqk+HsWRBUMwS07j+HfrOwseTlT0J3Z6z8GWXXZZ0+VfuSxokljbQzT1wERRTP8bUDVAli6BDqgWgly277LKp21QDzYsAvibsdnz7jz32WHPIIYc0LxgZzJxzOQGM2B/CfEB809F53VUjiEOiesFrr71W1T7nDJVAzYMPPtgQpMv/jiJF6Txl2YvKNP8oAa5+z7Qa8YvrOUPht2vdurW9HVuv33rkOio0YQ92B7NTzQS/UFhV1Sz0LeZywgknmPHjx0dZvlWvSaIzpum0XoLT+S7dd9999nxRze4fFYs4vumiAqTT9ps0KD2NbTLN+xTmg4n6bLkuLgEgTtuNei2kWKrgoFNBEuddkwiBLBDYaqutrF5ItSviU8OqJGfRp9poiQDfV/SUG2+80Reaiy++2Oyzzz6ZwJaFrowdkQIHV1xxRWKbInGI6DgDBw5MPK958+bZxP2PPvroQm1wTuIXRnwMqhpOg8T0834UJbXSAdHhICqzt3glTiK3ItcFiXvOOuuswCJPUZ4h52baIDYhKMGPt500+i9cibPPPtv2RcGIWhIUmQeVc3nm1fwCkBN/9atf+cZqxLFJVMMfHLBnBxXoiPLsdM3CCLC2eK85q0NEpbJtrUQExZRI14qgyDBfeeUVy9InexAvvN9GkHI6ut2DQC0d5FlkIGD4RW7wDnwYWdmQ4lb7JGgV8i0GCNjwbonqzE5jgHHeM4IIefZJBTIxGd6othhVqlVwdNqgTDulncNIj2RyI7PYmWeeGeqICBofxmEyH1BxMUoWCKcdERSjPvHaXffjH//Ylv7GsH/DDTfUrmP11JAIQIDme0wAwv3336+gvZCnXBaCIsOcOnWqodJyWJbSavsCCQiohBWVtO605RzEITaGOci9/XP4JvsvBhcCRR0RQbEhPzF2UlOmTDFkMUMwfBdp6GtclJtjZhjuMeAjl156qdWFJPkggK0i7RkqaGSOQbZz586xBl9U4E8aohkTLDpAJivc4gTnXHLJJea0006r+nyjZreMtUj+/+I0BMVquh52DQL9R40aFTqstOum6AD0MpAainp30tqgQheHLrAIvPjiizYjuPPOySauhZE1AnxHSWiB/Yw9jLPn4osvnnU3as8HgVr6X5I8gLwJioypDP4cxpHGpxAUTBvVp0P/WREUs8AUsiW+lTj+HfrNwseTFUGR8ZDIguADghCCqmqFvRdgQYZlsivHlSwC3Zw+RVCMi36214M/NjoCpfBRKlFEtvg2a2sPPvig9TUgkJJGjBjRrFBkNm9ICuxffgmxs+qExKX4iSA4hgX4evssQucp015UlvknJSjyPF9++WXrr+PclETQK7ABsn6okIPP0JFVVlnFxhaR3K6aZKFv0f6cOXPs+xI3nsk9Nt4HEkPXsrpHPQWn4xsmASmEgEmTJiVZMjZuDEIrCaui+qaLCpAuKig9jW0y7ftUFAEg0WJqsJuwjVKNeqONNsp1328w2DSdCAiwP+KXJV4D/Rw9XVJ7BIj53WuvvRbqGLs1MXs9evTIZFBZ6crsgcS9/+lPfwqshOw3YHQoEgf+5Cc/MUsuuWSqOVHdF0IZZEmvRCUXBvl8oxSUSTX4CDfXSgdkKFkVWipyXWDnnjBhgo3ff/rppyMg/N9LiJcnMcaBBx5okycnkZkzZ9qY+yjncrgSVK+FCAkh3M8+HuX8lkYfZI74+YnXYJ0FkRSjxGqgWxKXxXcqji162LBhVudHrxExPsmqC76HAltUP0XgDdQ6Zk4ExZTPs5YERYZKBhunRDtZychOJskPgVo6yLPKQAAaRW7wztPA+YnCjOKHEhomVA/EINm9e3dLDiyKoMg4CUohEIXssnEyemEwxTiGQz6J4kxQIvdXI0dGVZqZB5v+X/7yFzuXqPPAyMf4UX54FnFFBMW4iOV3PYevww47zDz++ONm9dVXtxkQOnTokF+HarlpECAbE1mSOXxwOJEEI1AmgiKjZG/GWI3jL6oziAM4Rki+J0n2BTc6HMQxAFCZIiwjv/sgjvGAzH8iKDbH24bBB11o77331jemOR55rrMkaQoZ+wiYwRCGcUuSDwIYGcnaGNfgGDQanBJk0ccBk9QQWUTgT1qiGXgUHSCTFre4Ad1hGdjBJE/nTxqCImPzOwPz3zGi8/0h0VCYZLFuig5AL5rUUNS7k9bpE7Y29Hdj3nzzTRu4zD5DEq0LL7xQsAiBXBCgGiskRQJwIJez1qIGQOYyoCZptJb+lySQ1oKgyLjK4M9x8MF2g15PooUw2w02I0gKBBKRWNWb4bkogiJzQTd59tlnbXAFfqoogi0KnysJ/5L4d+gjrY8nS4Jikmfq3MPZmSAx/HRJz2Np/Hze5yWCYpQVnM81F110kX2PkOuuu24h320+varVZkGApMXoXB07djQE3UFakqRDIGkgZlivELFIoI59JmoFCb82a63zlG0vKsP8owS4VlsP2C1JfkCVjTBd0a1XeANO/Sq3Ra0IlFbfcsbF+/LUU0/ZYPo4yV2JCSJWj/ciqZ4U9s4F/b0eg9OJvSLGiWQHUeLGnLmnIUTTRlEB0rUOSk9rm0z7PiXdd7IgACR9j+r9PkgPxAGCIXEftSRJ1zt2Gn80BN59910bH/Tee++ZkSNH2rjfdu3aRbtZV2WCwOzZs62Njeq8bkH/IIlUq1atMuknS13ZGdDcuXPN888/byvA4dt59dVXKzqjU8198ODBlgC7zjrrZGp/f+yxx2zMs1vCEt97gfRLqlutclwmDyJCI7XUARkOlVSJ1/LGmxNXToIPivfEkaLWBXoKcQjPPPOMjUGjsAPr0xGnCjxVYyFusTaT2oTdeHDu+/DDD+0Zg6qer732WgVL7B5Dhw41W2+9tdlggw1avANFERQZO2MGn9tuu83Gmrtx4u8kK4O0vsIKK4Q+ekiu3I9tntjUyZMnt1hLYIAdnu/AJptsYlZcccVUdobQATXpBU7COaaPHWCbbbapORIiKKaEvNYERYaLA8Apzw6Z6cgjj0w5C90ehECtHeSfffaZOfroo23gvlfIRgaBL041O9ooaoN3xr9gwQKb6fzhhx+2G72jeKKwoGiyefHx69u3b2Wj8cOdQzYKX5ikNcC428cZTDUQxsOm+dZbb7Wo/MRGCfFr+PDhVvHq06dP7OfjnQ8GOrJG4jQn+5xX0fvjH/9oHf5xxJkHmSGYh3vT5zmw6a+xxho2YJvDZZcuXeI03+JaERQTQ5fpjTxzyERkASGjBwYqnrFECGSBwPTp023A9bfffmvOP/98m8lF4o9A2QiKzijJfvPOO++Y8ePHW+ebe39z9gUO4Oxv7A1ZGhw51BL4icGcQy16gVNVkX2Vg/hmm21mD/9Ov344hhEVkgZ0ZaVHJO2/2d8lDsUXXHCBdaY88cQTmRokmx3bZp4/iTeoGoExEfLcoEGDmhmO3Of+wQcf2IADqirErZrL4Ajw2G+//czOO+9sOnXqlHq8tQ78yYJoxqSLDpCpdUA3+gi2kKA1A8mPNbX22munXhPeBtISFP2eOX3gJKSKa5SKAlmtG/qNQypwsMgiAN1pK07/WZIanP5r/e5kpTtmvrAbpMEZM2ZYciKOPALTnCyPDTI9TaOECLDmIClijyV4geQ+aRP1lHCapRpSrf0vcSdfK4Kie1xF+3OcsTAO7Db4Kry2G/wJW265pbXdODq7XwBFkQRFZx5OQAj+qYkTJ1p9k/kgjg1s/fXXt3PJKjAqjY8nT3sS/kcCQ8DCGySGTY7nir0Nuy//Pw0BBXyzDHQTQTHu1yub608//XSbkAWBvLHTTjtl07BaEQIuBA455BCbYBXfNLbhfv36CZ8MEOBsTJwB7/Dtt98eq3qB0z02OpLE7LjjjtZeH8W+EWfotdB5yrwXFTX/tARFnrHXz+fWr/g7/kUqUaNjbbzxxr4Bp5y5SMyPbuLIVlttZSDGR4lVSaNvedepoy8SV0Fguzdw2YkJYl7E0qAzxY3ZivNuVLu2noPT8U1DUMQO7PVNe9cNunm3bt0y+e4UESBdy6D0LGyTWbxPRREAsnq36qUdYnOcinbEgBFTIRECeSBAXCmJ6/H5EhdLBSb2Q4kQEAJCQAgIASFQfgTgGt133312oCQGw7ZThIigmBL1IgiKDJnspSwihIwJZCmVCIFGQQCDFAZIt2RhLG0UfDQPIVANAQL32BNwPK2yyiqW1A55ViIEskQAggdBRssuu6zNnkI2E4kQyAsBgrMgGGFodwTnFAb4LMgreY1b7cZD4OWXX7bBwAjfGIIdJUIgKwQgPuGoJXCATI/eau1Z9aN2/ocAAQfopQSZkBWOH1mLnWBgrnQCgnv16mUDVsgSx//OK8CjFoE/WRLNwKjoAJlaBnQT1H7PPffYIHjWDdXS3EIiJ4Kaspa0BEUqF/7iF78wl19+eWVorG0yybOuo0jW64Y+ax2A7p1nrUkN3v5r9e5kEQQUZY004zVkNMX2PW/ePJtBk6ysEiFQCwTIDk6gPOeTrl27WpIipCWJEBACQkAICIFmQQBb7LHHHmtJGpzPL7vsskKybDcL3pqnsSQlqqlBRiEeQD7NbFcFyaRJUkkVDGwgJBZ6/fXXW9hdIFxRCWGttdayui8J3tCF05LVs52JWhMCQkAICAEh0LwIUMwAvRwhRoLKSxIhkCcCs2bNMoceeqgthEHFc0iKFCGRCAEhIASEgBAQAuVEYM6cOYZqu/AG2rdvb3XHuBVPs5yZCIop0SyKoMiwCXaigiJCkPZ5552XaYWblNDodiGQGAEqbhAI4hYqLUUN7kvcsW4UAnWOAOTeU045xVYnI8so5ERleq/zh1ri4ZMx65FHHrEVcK+++mrTuXPnEo9WQ6tnBCC0EKRA5n5HqCZ8zjnnqMJePT9Y19inTJlinzHPmm8L5xqJEMgaAUgOJPpBINmz1iRCQAgIASEgBIRA+RCAkEyCEoRgGwjAeZHXyzd7jagMCEDMIAAHezTyq1/9yuyxxx5lGJrGIASEgBAQAkIgVwQIYGHfI4kKZKUrrrjCVsKSCIG8EXD8Tfg0qQ609tpr592l2hcCQkAICAEhIASEQF0gcMEFF9gkDsill15qdthhh7oYtwZZ/whQHRUbKclFEXztBx10UP1PTDMQAkJACAgBIdBgCBDDfcYZZ1jeANWPISfCHyhSRFBMiX6RBEWGTqA21SBYVFTKOvfccw0ZziRCoJYIELTxy1/+0mbfGzhwoCVErbnmmja73hJLLBFrKH7VB2gLopXKxceCUhc3GQI33HCDOfPMM+2sqQpEeeYOHTo0GQqabi0R+Oqrr2yAHhmz+PZDUmzXrl0th6C+SowAmXh//vOfW52gf//+ZrXVVrNBBSuvvHLsUb/44otmzz33NB999FHlXto+4YQTzCKLLBK7Pd1QLgRmzJhhyYlk4aOCNt8SiRDICwGceGR4RFh3J510Ul5dqV0hIASEgBAQAkIgAQIEwVPtGDnggAMqdo4ETekWIZAaAXRFp3rn9ttvbwkbbdu2Td2uGhACQkAICAEhUEYEqMQCMQxZd911zZ/+9CfTo0ePMg5VY2pABH744QfrAyD2pVWrVnYtqjJQAz5oTUkICAEhIASEgBCIjMB3331nTjzxRFtpGiEGbNddd418vy4UAlkh8Otf/9omEUQ23nhjGyNMQhuJEBACQkAICAEhUDwCv/3tbyuxlptuuqm56KKLbPXjokUExZRPoGiCIsN///33LUnxmWeesbOhehZVZSRCoFYIQFA89dRTzbXXXlvpcr311rMfvbhEhJdeesnsvffedl07MmbMGOsIo+ysRAgIgZYIfP755+bss882Y8eOtX847LDDzOmnny6YhEBNEJg3b54lKb722mtm6NCh9ru/+OKL16RvdVJuBCAoQpZ2y29+8xtz+OGHxxo4iQsgX1988cUt7qPaMmQ2SX0j8OGHH1qS2PTp083o0aPNjTfeWN8T0ujrAgHWGQRnhIA7nCiQqCVCQAgIASEgBIRAcQjMnj3bEOjw2GOP2UGQkCTu2aG40avnRkbglltusf4Wzqa9evWyNrfhw4c38pQ1NyEgBISAEGgyBNDDsNs+/PDDduYHH3ywJeVLhEARCGCzc2zEqtBSxBNQn0JACAgBISAEhEAZEHjvvfcsOfGVV16xAeaXXHKJ9aVLhEBRCNx///02Nnju3Ll2Tf7iF79QQpGiHob6FQJCQAgIASFgjHnzzTdt1UQ4Nwj79FFHHVUabERQTPkoykBQdKZw8sknm+uvv97+34022sgGcsQlh6WEQ7c3MQJkNyeQyC0wsffZZ5/I1Y2oBHrMMccYDjVugZRAOxIhIARaIoDD+KyzzjJz5syx1UpxIpNhVCIEaokABCNIilOnTjUjR440f/7zn2vZvfoqKQIQzkiY8fLLL1dGOGLECHPllVeabt26RRo1WZNvv/12qxv885//rNyDnktlleWXXz5SO7qonAhAcIacOHnyZBvgC+m0devW5RysRtVwCDz55JPWOPPOO+/YS3WP5wAAIABJREFUrOw4UXbfffeGm6cmJASEgBAQAkKgHhDADogD5bPPPjPLLbecOeecc5SMpB4eXBONEXsHJEUnQSQ2EALm27Vr10QoaKpCQAgIASHQiAgQV/C73/3OfPPNN2aZZZYx5557rtluu+0acaqaUx0hQHUg1iKC3kWCCOx3EiEgBISAEBACQkAINAMCVJT+2c9+Zj755BOz1lpr2YIOSrTaDE++/HMkrve0006rxPWSUPy4445TfHr5H51GKASEgBAQAg2GwB/+8IdKdePVV1/d+tY32GCDUs1SBMWUj6NMBEWmcs8991gjLQph27ZtbTaVH//4xylnqduFQDgCVEraaaedWhAIIMiyHrfffntLngoSCAhvvfWWrV7y0EMPtbhs/fXXt2SX7t27hw9CVwiBJkGAoL0//vGPlsyBkCmLCmO9e/duEgQ0zbIhABkNR/HMmTMNpcIpHb7kkkuWbZgaTw0R8KuuTPc777yz3e/D9nXu/+tf/2qJ1/Pnz28xcoITDjnkkMgJEGo4bXUVEYFZs2bZgF6y+Kyzzjp2P1Nwb0TwdFlmCFAFB5Kio08RgIcTZYUVVsisDzUkBISAEBACQkAIBCPwxRdfGBwoN910k71o6623tg6ULl26CDYhUEoELrjgAkviQDp37mzPNDvuuGMpx6pBCQEhIASEgBCohgA2ORLPPvfcc/ayMWPGWH/uiiuuKOCEQCkQuPPOO80RRxxhiCFYddVVbWJuYgYkQkAICAEhIASEgBBoZATOP/98c9VVV9kpQv6CnEj8r0QIlAkBkpITx4OvnUQi+NcPOOCAMg1RYxECQkAICAEh0JAIUNAIm+6MGTPs/CgeQhLgxRZbrHTzFUEx5SMpG0GR6VCNBCfCXXfdZWe37rrr2sozQ4YMSTlb3S4EghH48ssvLSHWCfB1X8ka3HbbbW11nF69eplFF13U/png9ClTplhSIj93dST+vvTSS9tKSwQoSYSAEPgvAjfeeKMlJxLIh/C9P+ywwwSPECgcAcqGQ1IkSQIOYwJLyegmaV4Exo8fb/bee++F9neycW+++eZmm222MQMGDKgQ08jU/fbbb5tnn33W3H333eaNN95YCDySHpBBuWPHjs0LbJ3PfMKECZYURtbHNddc0+qOBPdKhEBRCECKYE0uWLDAJlXBibLffvsVNRz1KwSEgBAQAkKgKRC47bbbLDkROzZCEhOSkEiEQNkRwPZBAM64cePsUEeMGGHXLvZviRAQAkJACAiBsiOA7f6KK64wN9xwgx0qSeSozqKqiWV/cs05vldffdWuzxdeeMECAGHxyCOPbE4wNGshIASEgBAQAkKgoRFA7znrrLPMK6+8Yud50kknmWOPPbah56zJ1TcCxPwSE3bHHXfYiRD3g64+cuTI+p6YRi8EhIAQEAJCoIQIvPPOO+bSSy+tVDHGJ0mc27Bhw0o42v8OSQTFlI+mjARFZ0oQFM877zzz3nvv2f8EaQBFcNlll005a90uBPwRoAoiRCnHUZAGJ8iJHGT23HPPUrK708xN9wqBJAg8//zzlpjovF+Qe04++WTTr1+/JM3pHiGQCwJk5yApApmXIaPzHYdQJmlOBL777jub1Y9g4yyE7x7VKqjQLKlPBK699lpDBUxkiy22sPtahw4d6nMyGnVDIcCZmT1r7Nixdl6DBg2yRMWhQ4c21Dw1GSEgBISAEBACRSMAuYvMjhMnTrRD+dGPfmQdKP379y96aOpfCMRCgARiEBU//fRTex/EDoiKq6yySqx2dLEQEAJCQAgIgVog8O2335rLL7/ckhP53wj71mmnnWZat25diyGoDyGQGAF0rosvvtjev95669l127dv38Tt6UYhIASEgBAQAkJACJQJgauvvtr89re/tUMi/uvss882G2ywQZmGqLEIgUAEKEiCj33q1Kn2mtGjR5uDDjrI+tolQkAICAEhIASEQDoESDZHka+//vWvtiGS7uNXP/jgg9M1XIO7RVBMCXKZCYpM7fvvv7ckxYsuuqiyOA888EDDr02bNilnr9uFwMIIcOCgohsHkKRC5S2C1wlSWmSRRZI2o/uEQEMgMHnyZKtkPPDAA3Y+ZLQ95ZRTzA477NAQ89MkGhMBKuo6WZgxPh1//PGNOVHNKhSBf//73+b666+3hvT58+eHXh90wQEHHGB+/vOfG6ovSuoTAZ4flXKQo446yh6YJUKgbAjcd9991okyffp0O7SddtrJGnZ69OhRtqFqPEJACAgBISAE6goBqmcTEM/ZAFluueWsPrj77rvX1Tw0WCHgRuCrr76yfhfH98Lf9t13X/PTn/7UdO3aVWAJASEgBISAECgFAtjp0cMIaEG23XZbc/TRRytBRCmejgYRFYHx48fbaorvvvuuvQV7Heu4VatWUZvQdUJACAgBISAEhIAQKBUCTz/9tE3m61RN/MlPfmJjKhQnWarHpMFERODCCy+0SUWwlyIksidWTMncIgKoy4SAEBACQkAIuBD45ptvrD0X3gAFQpC9997b2sJWXHHFusBKBMWUj6nsBEVnehBcLrjgggrBpVOnTpakuP/++6dEQLcLgYUR+Prrr83dd99tqya98cYbkSGiIhIHbgI5OnfuHPk+XSgEGhGBmTNnWgXDIXNQje6II46wVRP53xIhUHYEWL9O5TwI5xA+VCmt7E8tn/H98MMPNmMaQZvoB//85z8jd0SVPb59w4cP17cvMmrlupCgEYLPJ02aZANGcLTsvPPO5RqkRiMEPAiwZ7kDzTmjEPgkkrSWihAQAkJACAiBeAgsWLDAOlDc1XrYV9EP27VrF68xXS0ESorA+++/b3VHJ1ETw9xrr73MPvvso0QXJX1mGpYQEAJCoNERIHCFzNokh/jwww/tdLGvEsQyYsSIRp++5tegCBB/cOaZZ5rrrrvOzpC4AtY0pFuJEBACQkAICAEhIATqBQESueEvd2LBIHCRpH6bbbaplylonELAF4HPPvvMkhQvvfTSyt9JUAihok+fPkJNCAgBISAEhIAQCEGAmFp8jX/5y1/Mp59+aq/ebrvtzJFHHmnWXHPNusJPBMWUj6teCIrONJ988kmrCE6YMMH+p5VWWsk6y/m1bt06JRq6XQi0RAAHGATFp556yv4gXL366quVi6iU2Lt3b7PuuuuakSNHmoEDB5q2bdsKRiHQ1AhMmzbNOo5vvvnmCg6QyVEyll9++abGRpOvPwQef/xxc8wxx5g5c+bYoLwTTjjBbLbZZvU3EY04MwTmzp1rnn/+eTNu3Djz1ltvmddff71SWXHppZc2AwYMML169TIbb7yxGTZsmOnWrZuyBGaGfu0bwrHy29/+1nzxxRemX79+1tnCM5YIgXpAAJ2Ms/Ott95qh9umTRtLUqQizhJLLFEPU9AYhYAQEAJCQAgUigDOE4iJ8+bNs+MgcBjbxlprrVXouNS5EMgLAezeBOCMHTu20gXJWSAqrr766nl1q3aFgBAQAkJACFQQIIgFUiK/+fPn2/8+ePBgW7lizJgxQkoINAQC//jHP8x5551n+BcZPXq09UNJ32qIx6tJCAEhIASEgBBoaASwl1Jpzqkyd/zxx9sYGokQaCQEiA/Gx+5O5oZvAKIiscESISAEhIAQEAJCoCUCxFbDGWDv/Ne//mX/OGrUKOtXJ+lcPYoIiimfWr0RFJ3pPvTQQ1YRpJIJ0rFjR0tSRBHkf0uEgBAQAkKgtgi88sorVsm49957Kx3vuuuuVslQJqHaPgv1li0Cs2bNss5hkiQgZPXA0CrCbbY4qzUhUCYEIJ/+7ne/M0888UTlvYecqEQUZXpKGktUBF566SV7dn7wwQftLe3bt7fnZs7PnTp1itqMrhMCQkAICAEh0BQIfPPNN9a2wQ9nCkKVnqOOOspsuOGGTYGBJikESNh31VVXmVtuuaUCBsmadtllF5ukTyIEhIAQEAJCIGsE3n77bVuB5W9/+1sliIXglQMOOMBsscUWWXen9oRAKRCgkiJERSq1IFRnYc1TWVEiBISAEBACQkAICIEyIXDPPfeYP//5z2bq1Kl2WFtvvbU5+eSTDYUdJEKgUREgZuTqq6+2vgJHSC6Cj71eyRaN+qw0LyEgBISAECgGgenTp9t98qabbqoM4Ec/+pFNnE9xj3oWERRTPr16JSg60ybIEkWQ6nbIYostZpVAMvvqEJRyceh2ISAEhEAEBB577DFbmYd/HeE7jJLRt2/fCC3oEiFQHwhcfvnl5je/+Y359ttvLUkJkiIED4kQEAKNhcCf/vQnS+ZCunTpYk477TQbHCIRAvWOAFWBL7vsMjNhwgQ7lVatWlWIigp8qvenq/ELASEgBIRAWgQ++eQTm9URJwqVe5B1113XHHLIITbgRiIEmhEBHIsQFa+99trK9LH1QVTkp6rczbgqNGchIASEQLYIjBs3zhIT3f4lglggaW200UbZdqbWhEAJEYCceO655xqqETnyk5/8xL4DnTt3LuGINSQhIASEgBAQAkKgmRB45JFHLDGRhPUIdqHjjjvOUE1OIgSaBQGS2hOfzm/BggV22gMGDLDx6fzwuUuEgBAQAkJACDQTAthyb7/9dvPoo49Wpj1mzBjLGRgyZEhDQCGCYsrHWO8ERWf6VDVCCaSyoiM4LlACN91005Qo6XYhIASEgBBwI/Dll19aBQPH8bRp0+yfCEraf//97W+llVYSYEKgIRGYOXOmOfvssw0Z4pD11lvPnHDCCdb4JBECQqC+EZg4caK54IILzJQpU+xE9tlnH/Ozn/3MVpuTCIFGQoDkPtdcc4154IEHKtPi3EyQ+dprr91IU9VchIAQEAJCQAiEIoDuh30DcuIPP/xgrx81apR1oMimHAqfLmgSBObOnWuzn954443m/ffft7Necsklrf6Iw7F///5NgoSmKQSEgBAQAlkgQGKIe++9t4V/iYDOPffc0/z4xz82AwcOzKIbtSEE6goBqrNccskl9r1AWrdubUmKBx54oFlqqaXqai4arBAQAkJACAgBIVD/COA3J2nVP/7xDzuZHj16mMMPP1wJvOv/0WoGKRD4/PPPbXw6yUU+/vhj2xKxJDvttJONUe/Tp0+K1nWrEBACQkAICIFyI/DFF19Ynzo/hzPAiLHn4lfv169fuScQc3QiKMYEzHt5oxAUnXm9/PLL1ll+8803m++++87+5549e1olkOwtyy+/fErEdLsQEAJCoHkR4Bt71113WSXD+cb27t3b7LHHHrZ6bceOHZsXHM28qRC4++67LVHxgw8+sPM+6KCDrEG2TZs2TYWDJisEGgEBgm2pmEg1YGTNNde0xERlaW+Ep6s5VEOAbKc4UZzAJ64lkxVOlB122EHgCQEhIASEgBBoaARIcodtg2AbR6iUSNKlYcOGNfTcNTkhkAaBsWPHWqKi+90hycV2221n/S9K8JIGXd0rBISAEGhsBKi+AjHx73//e2Wi+JcIYoGcKP9SYz9/zS4aAvhhISred9999gaSQvCO8FthhRWiNaKrhIAQEAJCQAgIASGQEIGHH37Y2n0cYmKXLl1sHMzBBx+csEXdJgQaEwF8C8SoP/PMM5UJbrzxxmb77bc3W2yxRWNOWrMSAkJACAiBpkTg+eeftzZd9r7//Oc/FoNevXpZey6/Tp06NSQuIiimfKyNRlB04ICp6xAVp06dWkFp5MiRZssttzRbbbWVSAQp145uFwJCoDkQmDFjhnnwwQftz/093WSTTSwxke+pRAg0IwILFiywJMUrr7zSTr9Dhw6VKqKLL754M0KiOQuBukLg008/tVXk+DkH6JNOOskce+yxdTUPDVYIpEWAzFY4G0ny89lnn9nmOnfubJP88Ft55ZXTdqH7hYAQEAJCQAiUAgESU9xxxx3WgeJUgePshvME+8aAAQNKMU4NQgjUAwIEz5Po4s4776zokIwbkiI/KpFKhIAQEAJCQAhQrfqee+6xQSxOhQlQwa9EgiT5l7RGhIA/Ak8//bQlKo4fP75ywa677mrPLo2WkV5rQAgIASEgBISAECgeAWw8+AonT55sB0PyEEiJkBOp7CwRAkLAH4FJkyZZHzs/J+YEosY222xjfwMHDhR0QkAICAEhIATqDgGKtpA8i9/bb79dGX8zcQZEUEy5bBuVoOiGhewuHKScTHP8jcMTREV+o0ePTomibhcCQkAINBYC8+fPt4TEBx54wJABwRGyc5IRfffddzd9+/ZtrElrNkIgIQJkj/vjH/9onnjiCdsCxiaqbvBr1apVwlZ1mxAQAnkhAAHLISZ+++23thsCaI877jjtbXmBrnbrAoHvv/++kuQHZ4ojVBPFgcJ7IhECQkAICAEhUI8IUK0HuzBVEx0hqBdSIr+ll166HqelMQuB0iAASZHfuHHjKmNabrnlzGabbWZ/6623XmnGqoEIASEgBIRA/ghMnz7d4Jvn98Ybb1Q67N+/vyUl7rjjjqZr1675D0Q9CIEGQOC5554z1113nbnrrrsqs0G/oqLi+uuv3wAz1BSEgBAQAkJACAiBohD4+uuvLSmRAiAffvihHUbPnj3NT37yE7PffvsZJeUu6smo33pE4PPPPze33nqr1dtJ7OYI52CHrIi9VCIEhIAQEAJCoKwIEDPmkBKdOGjG2q1bN2vPJcH96quvXtbhZz4uERRTQtoMBEUHIhTBsWPH2kyNTz31VAU5qkM4VRUHDx6cElHdLgSEgBCoTwR++OGHCimR4D1H2rRpY0mJ/H70ox/V5+Q0aiFQAwTIZHv55ZebiRMn2t7QLxyi4iKLLFKDEagLISAEqiFAhfVrr73WkhO/+eYbe+nWW29tDjnkELPuuusKPCEgBFwIkKWdTI9UmHKkffv2FQfKOuusI7yEgBAQAkJACJQaAYLhcaJQrYfKiY6g/1F1RAnrSv34NLg6RWDmzJmWqHj33Xebt956qzKLFVdc0Wy++eaWrDho0KA6nZ2GLQSEgBAQAtUQIKv23//+d0tKdAdjLrPMMta3RBDL0KFDBaIQEAIJESBbPURF7Nv4cxH0Kt4tfosttljClnWbEBACQkAICAEh0GwIvP7669Z+w+9f//pXRa+AlEjFZokQEALpEHjllVcsUZHfxx9/XGlsxIgRZtNNN7U/Et9LhIAQEAJCQAiUAQG4As6PBBaO7LDDDoYf+1YzigiKKZ96MxEU3VC9++67lqgIYfHNN9+s/KlPnz4VsmLv3r1ToqvbhYAQEALlRwDCNtUS+f3zn/+sDBjFAsfxmDFjbNVZiRAQAtEQePTRR81ll11mIHcgZIOGqIhBVyIEhEDtEfjqq68qFROdg/QWW2xhiYmq5FH756Ee6wsBqmo7DpQXXnihMniyYpHtEX2xV69e9TUpjVYICAEhIAQaFgEyfeNAuf/++w1BAI6sueaa1oHCb4UVVmjY+WtiQqBMCEBO4V3kN2PGjMrQevToYajQvfHGG5sNNtigTEPWWISAEBACQiAmApDRH3/8cfubNGlS5e6lllrKJgXjBzldIgSEQHYIfPLJJ5ak+Je//MXMmzfPNkxFeEiKVCjt27dvdp2pJSEgBISAEBACQqChEMDfBymRCs2OYJ8hjkV6e0M9ak2mRAg88MAD1tdOMkW3jBo1yvrZefc6dOhQohFrKEJACAgBIdAMCFCIhURz+NXdnAESzDk+9Wbfn0RQTPkmNCtB0Q3bSy+9ZMmK/JyS9fwdAy6ZK/gpeDnlQtPtQkAIlAYBKkhR4W3ChAn2X8eBxQCpIAUhEWLicsstV5oxayBCoB4RIGM0FRX/8Y9/2OEvu+yyFSexyBz1+EQ15npDgKo5d9xxh/05FRMx8h566KEKhK23h6nxlgIBMqo6zsuPPvqoMqa111674kDp3r17KcaqQQgBISAEhEDzIMCe5GR1fPbZZysTp1qP40BRtezmWQ+aaTkRIPANoiIBOVTYcqRjx46WrOj82rZtW84JaFRCQAgIASFQQYBvukNKnDZtWuW/k+TSISXy7yKLLCLUhIAQyBmBv/3tb+aWW24xzzzzTKWnYcOGWT/Utttum3Pval4ICAEhIASEgBCoBwTQ2SEl4i8nKSnSrl07s/vuu5vddtvN9O/fvx6moTEKgbpH4PPPP7e2UYpH4M9wC0Th0aNHG0iLJMCXCAEhIASEgBDIGoEFCxZYm+4TTzxhiYlwCBwZNGiQ2WqrrexPhd3+h7wIiilXoQiKLQF87LHHLFERh/mXX35Z+SNMYIesyL+QDCRCQAgIgXpBgEy2DinRHbDH+KkcCyGRH9VwJEJACGSLAAYmiIruTHQ/+tGPbDZb/pUIASGQLQLo8jhZHHIwrfOuUTFxww03zLYztSYEmhQBSPhOkDlVSh0ZPHiwzfQIGXillVZqUnQ0bSEgBISAEMgbgblz51onPg4UdzDuYostZrbccksbHE/yJYkQEALlQwDbyKOPPmp/kydPrgwQIgtBOCSKXH/99c0aa6xRvsFrREJACAiBJkRg9uzZ1sbG78knnzRUb3OkS5cuZpNNNqn8Fl988SZESFMWAsUjQPV4iIq33nqr+de//mUH1KlTpwppmEAziRAQAkJACAgBIdA8CFAFByIUfjy3v5wkbpASISdiR5UIASFQDAKQhXlH+VHByi342rGR8uvXr18xA1SvQkAICAEh0BAIkOTXISVCTPzPf/5TmdfAgQOtTx1S4qqrrtoQ8816EiIopkRUBMVgACHzQFjkN2XKlBYXrrPOOhXC4pprrpnyKeh2ISAEhEC2CKBM8A1zfu+9916LDkaOHGmcDDyrrbZatp2rNSEgBHwRgByMk5ifIz179rRERX5KfqCFIwSSI/D+++9XqiV+/PHHtqGlllrK7LHHHtbJouyPybHVnUKgGgI//PBDxYGCE8WpVso9AwYMqDhQ1lprLQEpBISAEBACQiAVAlOnTrVZHfk9//zzlbYgNeE8cZwoqsCWCmbdLARqigDvtUNWdJONGQSkF4iK/CAtrrzyyjUdmzoTAkJACDQrAgQzO4RE/n377bdbQEHAikNKpFKbRAgIgfIggF3OISq+/PLLlYHhByaJC+em7t27l2fAGokQEAJCQAgIASGQKQLjxo2rEBPx3yEkEdlll10sMXHIkCGZ9qfGhIAQSI8ASYAeeughw/vL79tvv600SjyZQ1YcPnx4+s7UghAQAkJACDQ8Am+88UbFn+62DTHxoUOH2gIPJJ3v27dvw2ORdoIiKKZEUATFaABOnz7dEhXJWsG/zkGOu7t161YhK6IMLrnkktEa1VVCQAgIgQwR+OCDD1qQEinL7EjXrl0tIdEhJS699NIZ9qymhIAQiIPAp59+WiEqugM8dthhB0tUlGE4Dpq6ttkRINMP1RKpnuPI2muvbUmJkBOVub3ZV4jmX0sEvvvuO0PVYIiKOFLcZEWqKeJA2WijjQyJMiRCQAgIASEgBKIgQFC8Q0qcNm1a5ZZFF13UOk8IsOVHYgqJEBAC9Y0AlVEnTJhgq3M99dRThiQ0bundu3eFsAhpsUOHDvU9YY1eCAgBIVAiBEish97Fvy+++GKLkaFnbbjhhgb/N/+qgkOJHpyGIgSqIEBVxbvvvtuMHTvWUAnVEYjFOkdp6QgBISAEhIAQaBwE2POdaonYVhzBHzdmzBiz/fbbmzZt2jTOhDUTIdDACEBOJJmbQ1ak8pUjvMcbbLCBQZ/nX1W7auCFoKkJASEgBGIgQBEHEoA+/fTT9t85c+ZU7iZmEkIiyeb4Fw6BJDoCIihGx8r3ShEU4wP473//u0JUhLA4a9asFo1QKYIKi86vU6dO8TvRHUJACAiBEAQIzsNZ7Py8gTuDBg2qEBL5HkmEgBAoHwKPPPKIJStiNHaEoDuCbfmp6lv5nplGVDwCL7zwgiUk8nMHV5D9EWKisrcX/4w0AiHw/fffV5wnOFLcZ2YS+kBSdBwoytyu9SIEhIAQEAIOAjjcHQfKxIkTzfz58yvgUE0N54nzU6VErRsh0NgIUF0RoqJDWPz8889bTJjENFRWdKosQlyWCAEhIASEQDQE3nzzTUtGdColuhMM0QLBjhAS+fGdlQgBIVDfCGCbg6zI7z//+U9lMk6AGv+2b9++viep0QsBISAEhIAQaCIEICWyv/Oj4IYjxJZASuQn31sTLQhNtWEReP755+17TjGd1157rcU8V1555RaExY4dOzYsDpqYEBACQkAI/A8Biqs5vnT+pWKiW9gfSFTh+NMXW2wxwZcQAREUEwLn3CaCYkoAjTGvvvpqpbric889t1CDq6++egvC4gorrJC+U7UgBIRA0yGA09hNSCT7gVs4bJLB1qmUqG9N0y0RTbiOEXj33XfNzTffbG6//Xbz4YcfVmay2mqrVciK6BMSIdCsCLz88ssVUqKbkN+nTx8DMZFqiQStS4SAECgnApMmTaoQFnGcuoX32J3xUYSTcj5DjUoICAEhkAcCBMe6nSiTJ09u0U3fvn0rDhT2CokQEALNiwCJahyyIv+6pXXr1pZAQ7I2kkcOHDhQQfbNu1Q0cyEgBDwIELSCH5sf53GIiV7f0hprrNGiSiKJhSRCQAg0HgJff/11paoilavdgm8ZoiI/BTc33rPXjISAEBACQqD+EcDP5lRWI7bEkeWXX95su+22lpSoxPX1/5w1AyEQhADJHdHhSezIz10hi3uwia677rr2N2TIENlGtZSEgBAQAg2CALZd/GP8IK7zL0XWHFliiSXMiBEj7I9E8fjWJdkgIIJiShxFUEwJoOd2skxCUsTBw7/8FixY0OKqnj17tiAs8v8lQkAICAEvAi+99FILQqI3UziGpqFDh9ofGcPXXHNNgSgEhEADIIAxiYqK/NzBIgSKOJUVV1lllQaYqaYgBKoj8Prrr1dIiTNmzKhc3KNHD7P11lubrbbaSo4WLSIhUIcIvPfeexUHCo4Ur44LAYUfDhSXT46/AAAgAElEQVQ5U+vwAWvIQkAICIEQBMj0iwOFij2QE7/99tvKHZDUcZ44jhQStkiEgBAQAl4EcL66qytCuvHKqquuWiErEqDTr18/ASkEhIAQaAoEZs2aZYmIblLid99912LuK620UoWQSJVEJbtsiqWhSQqBFggQ0PzQQw/Z3+OPP97ib6NGjbKJYsi437VrVyEnBISAEBACQkAIFIQAMafjx4+3xER3At8VV1zRbLHFFmbLLbe0Vc8lQkAINB8CnPsdsqI3+QhorLXWWhWyIj73Dh06NB9ImrEQEAJCoA4RgJDoEBGdf70cJHxeji+dfxdddNE6nGn5hyyCYspnJIJiSgAj3O4QFR3S4hdffNHiLhw/BF6iGEI+4Lf00ktHaFmXCAEh0CgIUDGNCon8qBJFpUQIz26BzOwQEvmXQBuJEBACjY3AY489Zu6//35LVpw/f35lshw0yGQ7bNgwqz9IhECjIECmHwJNH3nkEfP2229XpoWjBUIixERI+RIhIAQaBwHOy07GR/63WyCquLM9irDYOM9dMxECQqB5EHAIiU5mR69ddO21127hRGkeZDRTISAEskJg7ty5lvBMsjcqCvCvl4xDNTAqK2JPcaosdunSJashqB0hIASEQCEI4ENyExH531RV8AqZs6kyyw/f0uqrr17IeNWpEBAC5UTgk08+qZAVx40b12KQznmNRDLoUBIhIASEgBAQAkIgPwRI6AnhCJ8ZP3d8SPfu3S0pkR9JPiVCQAgIAQcBiCskhHT/ILi4haIXxJY5ttE+ffoIQCEgBISAECgBArNnzzb40rHr8i+8AXdyX4bYv39/Gyu5/vrr2598W7V5cCIopsRZBMWUACa4nQ+Ju8KiuzqS01zv3r0rZEWHtKhMFgnA1i1CoIQIkNnKISM6/+L88QpOYzchceWVVy7hbDQkISAEaoXAww8/XKms+OWXX1a65dABUZHsePyrQ0itnoj6yQIB9kQCSflBTHSv7eWWW65SKXHDDTfMoju1IQSEQMkRwPmK05VvAk6UKVOmtBhxmzZtzJAhQyxpcfDgwdaJwn+TCAEhIASEQDkQ+M9//mMdKJCDyOrIz63fMUpsnjhPOLuQ1RGdTyIEhIAQyBIBAnDcZEX+94wZMxbqguA+h6zoBOco02yWT0JtCQEhkDUC06dPr1RHpFrCG2+8sVAXnTp1sudlyIjOv/IvZ/0k1J4QaFwEPv30U0tWJIEgFZvcWfpJug1R0al6v8QSSzQuEJqZEBACQkAICIEaIUDCXoeQiF/MLauttpqtagwpkdgxiRAQAkIgCgIQW7yExe+//77Fre3bt6+QFR3iYufOnaM0r2uEgBAQAv/X3p3/yFEcbAAe4/vCGAMGG2PHDkRAIiUkCoqSH6L840mkRJ+SkENAIDYB+cABx9gYn9j4+PROVKva3p6j3XvM8ZTU6p6jZ3qe7t3p6aq3isBTCtSdzZVQYgY2apYEEksYMXP/n58SvOdqAoo9AQUUewKuw+rnzp0bZKSI/MMpU7OH37zNyZMn14QWU9GkECAwuwLnz59fE0ase7kqW37kyJFhTzWZ0pt3Li4JGc3ufrVlBLZaICMq/u53vxterL5w4cKqzUnPVyWsmB8pCoFZEsjF0AQRSyixHiUx25ke3NPA4Te/+c3g17/+9Sxtum0hQGALBK5cubKqAqUZWMwmpUOf0qA859KpsFUIECBAYHMEEvgpPTqW0XuaPfOeOXNmVSXKq6++ujkb510IECBQCaSTyGZo8fbt26uMtm/fPkiHcTmfzG/TzDO5RutQIkBgswXu3r07SN1xprNnz64s37hxY82mpD6pDiMaBWGz95b3I7C4AmmvkpDib3/72+H84sWLKx82503pcCYdz6Qeysisi3sc+GQECBAgsL4Cd+7cWan3+sMf/jBIJyR1KfXkqSt//fXX1/fNvRoBAkspkDY677333vDa6D/+8Y/h/PPPP19jkbbpJaxY5jt27FhKMx+aAAEC6yGQa7sliJh69Axm1CzpWC7XdjP9+Mc/Hvz0pz8dJEugbL2AgGLPfSCg2BNwg1YvQcUPP/xwJbR4//79Ne+WRj1lhMVUlqfRz6lTpzZoq7wsAQKjBFJhnAtHmT7++OOVUOLNmzfXrJLRAUoYMUGiLKfHboUAAQJPI5BGKqVXvczrHm337ds3rCDOlB6z33zzzad5C+sQ6CWQHt3/+te/roySWPfOlp7ZSq/Lmeeip0KAAIFRAmlYXnp8/Nvf/jYcOaJZDh48uFJ5UoKLGpU7pggQINBfIJ0tNcOIbR0w5TplKlFKz44Cif3tvQIBAhsjkJHH0iCnBBfbOsPIO6d32jqwWIKLu3bt2pgN86oECCyVQDp8KGHEMk/Hl23l2LFjq8KIOefas2fPUnn5sAQIbJ1Afg+WsGI6365LRlese/d/+eWXt25DvTMBAgQIEJgxgdSTp27r//7v/wZ/+ctfVm1drjkkjFim1HEpBAgQ2GiBjNhVwoplngB1XbZt2zbsJLgOLZ4+fXqjN83rEyBAYC4F0paphBHL/NatW2s+SzqbSxCxhBJ1wD67u1tAsee+EVDsCbiJqyc9nX9cdWgxoahmSc8VCSrmhLBM5fbu3bs3cYu9FYHFE7h27dpKEDFhxE8//XR4+/Lly60fNhUyzTDi8ePHFw/GJyJAYCYEEvyqw4ppbFeXAwcODEdpzQ+dTFlOTywKgfUSuHr16jAwlIuYmbJch2bzPuntp4QSjfK5XvJeh8ByCuT/S2lUXipP6t7ci8qJEydWVaCkMmXnzp3LieZTEyBAYAqBjIJY9+iY5WZv3nmZXPMoPTqWipT9+/dP8Q6eQoAAgdkTSGVxQorpfC5TWf7mm29aNzajlJWwYhl1USh79varLSIwKwLp2KE5ImJu37t3b80mZmSydDSXKSO7lmWBn1nZm7aDAIE0vPv9738/yMhPmdLAuS7535Vr/7/4xS+Gc2FqxwwBAgQILJPAv//975XONhNKvH379qqP/+677w5+9atfDUcjzrJCgACBWRBI2/S63r3Z3izbePjw4cHbb789HOE110PLXJv0WdiDtoEAgc0SSGbgk08+GV7rzTz1SZcuXVrz9hm0qIQRy9z/y83aS/3fR0Cxp6GAYk/ALV49oyaV0GL5Z9c2BHfZzPzDawsuPvfcc1v8Sbw9gdkSyN9RGRGxDiJev369dUMTDM6PrjRMSWVxGRlRhfFs7VdbQ2DZBBKeTmDxj3/84yAjTaVH7mbJRaMSVsw8/8cUAtMK5CJlCSJm3tbDe0aaSCgxFS0JJh45cmTal/c8AgQIdBb48ssvV3p8LJUozcrfvGjp7TFhxdKwPOf0CgECBJZRoIzWU4cSHz58uIoiDUrrHh2znAC4QoAAgUUXSMVyHVjMcupl2kpGOsi5Za6tnDx5ctVkxMVFP1J8PgL/E0jd0oULF1amXI/N/4z8Vm0rCTbXIcSyzJMAAQLzJJB6ghJWzLwZvk6HNj/72c+G9QSZGx1qnvaubSVAgACBSQI5388oiZnee++9Nef+qSv/5S9/OQwkpr48nUorBAgQmHWBjKhYOghOnXuWmx2TlM+Q9uh1YDFtaL/3ve/N+ke0fQQIEBgrcOXKlVVBxJLRuX///pr1cp2jGUaUHZjvA0xAsef+E1DsCTiDq+fkML3xJJmdeb2ckZXaygsvvDAcdTGV5qkMywhvZXrppZdm8FPaJAL9BNLQLsGdMqXSOMsllNjWa23e8dlnnx02MClhxDLP349CgACBWRdIQ5hcGE9YsVwkbzY8To9XGVkxYesS2BBanPU9u/Hb9+jRo2HPP2VKg4OMjpjzzrpkxJx33nln2NCgTDmmFAIECGylQBqRl4qTzD/88MPWzWn29pjvQeGbrdxz3psAgfUWSOVx6dGxVKJknnO9ZknDmXp0xAS6FQIECBD4n8B3333XOtpiKqxHldS7NEOL5XZGS1MIEJgfgS+++GJVCLEOJD548KD1g+SaWduoiDqQnZ/9bksJEJheIJ1mlsBighrNko5+S1gxc50aTm/rmQQIECCw9QKpYyphxMyvXbu2aqPSzjJBxDKpZ9r6fWYLCBBYH4G0r01boX/961+rpidPnqx5g717964ZaTF18S+++OL6bIxXIUCAwDoJpO1jPSJiaRs5ajCjDBSWTubqKdd9lcUSEFDsuT8FFHsCztHqORFsCy0mwNg2okT5aBlStg4sNpedNM7RQbBEm5rGdXUAsbmcCuRxJb0X1EHEsvzKK68skaKPSoDAogvk3KAEFUtoMf8vm2Xnzp0rYcUSWsxcJwaLeYTkGKjDiGW57dOm17M0ICihRA3XF/OY8KkILJrA3bt3V3p8TNg6lSj5rdxW0pNtCS7WPT8KXy/aUeHzEFgsgVu3bq2cz9WBxG+++ab1g+acLpUoOZcrocRDhw4tFopPQ4AAgU0QuHr16nC0xdS5ZNS0emprqFM2KRXao8KL27Zt24Qt9xYECDQFEjiug4f18rfffjsSLHVIObeqpzRQMXKAY4wAgWUVSDuUP//5z4M//elPwynLzfOidJCTeoZ0npnJ/8xlPVp8bgIECMyeQDq3Tz1SpnSAmeB9rr3WJR0Svfvuu4Of//znw3m+1xQCBAgsi0Da6DYDi7mdMGNbyUA6dZ17lnNtVAdOy3LE+JwEtk4g13QvXrw4rL+pO/LNfW0lbYKaQcTcziBHyuILCCj23McCij0BF2T1nBDmn+758+eHJ4eXLl1amb766quxn3LPnj1rAozHjh0b5GQy4cVMGb5WIbCeAjku0+Aj8//+979rwoijhpQv25CGHemlqp5y0ShDzieM6EfPeu4tr0WAwDwJ5BwgYcVcMEqjuszTAGfUhaM6tJGLRvm/Ksw9H3u8nO9l/5YQYhqwj2q4nu/HNKgqP77TYODo0aPz8WFtJQECBCYIZJSLUnlSvv9yO6MPt5V0aNIWXEyoXyFAgMBmCaRRZ12BUpbHVfyWc7n6vG7fvn2btcnehwABAkspkP/XzcBiuZ06mVEl17ATXEynkbnWkinnofXc//ClPKR86J4CaTyXTizze69tnmtl6Tl7VEmnbc0QYrmdkRIVAgQIEBgtkGtwJahY5vfv31+1QkZULGHFdKSTZf9fHVUECBAgsBkCn3322Uog8f333x/885//XPO2aVdWwogJJArWb8ae8R4ECMybwI0bN1qDi6PaIyUIVHfiVpYz13HwvO1920tg6wTSuUQCh7m+W+ZledSgRmnjUwcR09lEbqdeRlleAQHFnvteQLEn4BKsntEl6sBiWS5BxmvXrk1USIixhBVLcLE5z+O5b/v27RNfzxMWUyDHWh08LAHEzOvlPOfx48cTERI4bIYQc7vcr/fpiYSeQIAAgaFAegGsA4tlOReU2squXbtW/v+2/S/eu3cv2U0QyH5rdjxRn9ON+i7NOVlpsF43XM/5nEKAAIFlE8jv3brXxxJeHNVYNWHuU6dOralAcfFy2Y4cn5fA+gqk8XxbZUoCiW3ndLt3717To2PO63Qusb77xasRIEBgPQQePnw4MryY3/CTSjraK6HFtgBjHtOJxiRFjy+aQDq1HBdAzOiIk0rCMSV0mAbIdSBRp6yT9DxOgACBbgIJKmZEqnSemamtw7D8pk1QsQQWcw1OIUCAAAECfQRu3rw5+OCDD4aBxIQRM79+/fqal/zJT34yeOedd4ZTgolp/6AQIECAwNMJ5HpnXfeeTtTTkVtGXh9Vcv0znbjVocXcziS8+HT7wVoE5lkgIcSEDusQYqlHH9UBeT7vjh07htd4z5w5syaQOM8etn1jBAQUe7oKKPYEtPrw5LAZWszodakALNO4E8gmYSr96tEXn3/++eGQuJkOHTrUOhdqnL0DMcMh52JOej3JvF4u9zXDiF2Pk/RSW6a2AMwzzzwzezC2iAABAgskkPBbuXB09uzZlR9/+f4fV/K/uwTI01Cu7rQgy5kOHDiwQFLr/1HyvVp/j5blNL4q52VtFSj1liQsUy7g1SPpZP8oBAgQIDBeICPd1JUnWc534aiS8P6oihPhRUcbAQIRSIVJW2+OuS8VLaNKKlFKT47lnC4jvCoECBAgMP8CGU0oDXRS33L58uXhvDnlOvykko6ImiMwph4mU+pfyrJ6lkmSHt9qgXSWlk5kMuW6V+Y5h2qOhJjg76Ry7NixQab8HivLZZ5OZ9L4TSFAgACBrRHI7+ASVvz73/8+XM6I1HXJKNJvv/32cHrrrbeGc6HFrdlf3pUAAQLzIJC69YyGmOmjjz4azlPP0yz57VzCiJknnJjO4BQCBAgQ2FiBdCaV/8u5Ftqcp3P2USXtyes6+LKctsS5JqoQIDCfAskYpC6kOQpirheM63wunTUmhJjru2VelvP/QSEwrYCA4rRSI54noNgT0OpTCWR0iRJWzEh4dXixudy8uDzNGyTEMCnEWMKNGbUpU0YBas6NqDcYpOI2jRrS+K05z36cFDos4cM0nuhask/q0OG4ZY0luup6PgECBDZPIN8XbT8QS+8133333cSNSeVyW3Cx3Jfv/Xz/19O8fjfEIyH9esr3aUKHbSHE3DfN92wMSwCxeUEutxOWUQgQIEBg/QTy/zxBxbbKk3E9teX/cVuPj7lPT7zrt3+8EoFZEEhnEm3nyblvXAgxlah1RUqpUHnjjTcGOedTCBAgQGB5BXKNoIQWR4UY20bbbRNLIKsZXKwDjPVyrssoBPoK5PynBA3r0OGo5UePHk31ljl3aoYO69sJJaoPnIrSkwgQIDATArnmVoKKCStmhKv8jm4WocWZ2F02ggABAlsuMG0YMXUzGZm3HiEx9TIKAQIECMyWQNqXjwov5n/+qJKgUjrNL1NC6PXtLOdaqEKAwOYKpH1k6sxLx3PNDuhyO21PR5Wcw7XVm6f+3Lnc5u7LRX43AcWee1dAsSeg1dddoBlYTOVkGumnZ9TM25anrWCftLEJyJXgYluIsXlfnpswRKaM1leW63mX+/PcVLA2p3y+p7k/YcO2oOG4+6YJjUxyzOPpQSoNGhIMLfPmciqJM5UgYh5XCBAgQGDxBdJgroQV86Oy7rygLN+9e7czRCqfm6HF5u38SN2xY0fnKRuT79WuU4KEJXiYXr2aQcTcnma0gybGwYMHh9+f9fdoGREh4cNMR48e7WxoBQIECBDYGIFcQG3r8TH3jQsvpuIk/9MTVEwlSVvFSX6XKgQIbL1ArqfUo/fUlSoZeTznv+PO+3Iul4qTtl4dXS/Z+v1rCwgQIDDPAm0jL5ZOkep5l84jc57aHIHx8OHDg1yvaJsSaCz3px5EWSyB0rllrn2NmlLH1wwjjmto0iaUuqZ0XpYpx1/m+Z3UDB8a4WSxji+fhgABAm0COYf54IMPBu+///5wnmlUaPEHP/jBIB38ZF6mnJcoBAgQIDD/AqljOXfu3ODs2bPDKctt3wcljPijH/1oUKYf/vCH8w/gExAgQGDJBdLGrC28eOnSpUE6wJpUcg1pUogx1zwVAgSmE0h7z7bwYV2HPm5U1PIu+c2ea77NevPcPnHixHQb41kEeggIKPbAy6oCij0BrT4TAmVUv0lBxjyecN6oqUsF/Ex88A3YiIQrE/AoI03W8/37968KHI4KHuZ+jWQ3YOd4SQIECCyRQIJ7zdGXS3gx83z3Nxs8rVeHBZvNnMBkflgnTFka66UReh1AbAYRjZSz2XvJ+xEgQGDjBHKRtg4v1su5eDupZCSbcT0/5jGj5k5S9DiB8QLpNGpU+LDcn8aRk0rO79oqUtLLo5GoJul5nAABAgQ2WiCNdtqCi233T9OIYNT2pp5hmiBj/ZzSuWTmaThUbgs7Pv1RkY4T0rFW5mUqHW3V19zarsGt1zW57McSOKxDh6PuSzBWIUCAAAECowRyHlMHFkeFFrN+OgOrA4sJMJ4+fRouAQIECMyoQH6X1CHEspz2f80ijDijO9FmESBAYJMFcp2r2XFb6t7r+77++uuJW5X203VdfK5bpX4+U92BW267djWR0xPmVCB1BOl8rnRAVy/XIyAmozGppH4g4cN0zl06nquXc59680mKHt9oAQHFnsICij0Brb5QAqOCi2kw2vZYKm3bRjZ82vsSrGgbhbHPfaPChjlxbntMw9WFOqR9GAIECCyVQHpdrxtIJeTYbDD14MGDVaMgZqSbelTEUbcDmQtJ9eiL426Xx9Jorm5QV4cQy/35TlYIECBAgECbQH6HJrCYXh5TWdKsNMl9+e6aVMrIIm2jMCYEnwoTPcdPUvT4ogrkHDKVKGnIOKpHxytXrkz8+Ll2M6oS5fjx48Ngor+ziYyeQIAAAQJzIpAGPs0wYxr0pNHouCnXadazg6lcfxkVXmyGGdtupz4kIcdSB1OWu97X9vxt27at1B/lM6feqMzr5Wkeaz4/vwHqUGEzZDjN7fU81HK9K41GmlPOfcp9baMfOjdaz73gtQgQIECgTSC/9z/++OPBRx99NJyXKecyzZJzhddff31w5syZVVM6FVIIECBAYHME8nvy008/XTN9/vnnrRuQ665vvvnmyvTWW28NA+gKAQIECBCYRiDtwktgsVkPX25PE7gq75XrYG3Bxfq+ejnXDxUCWyGQc6620OGoIOK0gz/ld3WpL2+GEMtto5JuxR73nl0FBBS7ijWeL6DYE9DqBAgQIECAAAECBAgQIECAAIEtEsiIw23Bxfq+NGieVBKqb/b22FaBUnqCzMVlhcAsCqRDimkrVPK8NOCfptSVKW0VKgkAKwQIECBAgMBkgdKZ1KQwY3k8z8/3dTrvqIN3ub2eYcfJW75YzyjBznScVYc8R4UN2wKI5T4jWS7WseHTECBAYBkEzp07tyqwmADjqPBLOjRohhbLbQ2Kl+Fo8RkJENgIgVyXbQsijuooLr9Z6iBiWU4dhkKAAAECBDZSIJ3j16Mulk7b8l2W5TLP8jR18vW2tgUX607ws6wj/I3cu/P92qkTbxu8oTmYQzoWbI58OE0n2LVO2ohkSsfYzXnqyEs9eh5TCCyCgIBiz70ooNgT0OoECBAgQIAAAQIECBAgQIAAgRkW+PLLL0f2/nj16tVhxUkuXncp+/fvb+0BsgQYS4VKXXGi4XIXYc8tAnUlSipPmhUoJYxY5nl+l7Jv376VipRmCLEOImp02EXVcwkQIECAwOYIpBHGqPBiHWYc9Zysn4ZDzdEN1+N2epUuIzNmXo+y2Pd2c+TIZsiwvj3qsc3ZQ96FAAECBAjMj8CNGzcGCS5+8sknK/Msjwou5jrB6dOnB6+99trgxIkTw3k95fteIUCAwDIL5DruxYsXh9OlS5dWli9cuDCsk2gr+f2S0WzfeOON4bxM3//+95eZ0mcnQIAAgTkRSBCsDiw2Q4z1Y/mefNqyY8eOQR1kbAsxlsebj6VetHRWlg6Mlc0XSDjw/v37K9e1m4HC3J4meJjXeNqSjufawoajQojaeTyttPXmVUBAseeeE1DsCWh1AgQIECBAgAABAgQIECBAgMCcC2QEmlGVJG0VKU9zwTuhxmavj9NUntQVJ3POvHSbf+fOnUFbpco0FSul4qUrWhrsj6tQqR/LciriFAIECBAgQIAAAQIECBAgQIBAm0CuTzRDiwkynj9/fixYHVpsBhgTwFEIECCwCALpHLEZQCyhxJs3b478iGkUXwcQSyDx5MmTi8DiMxAgQIAAgYkC6dysbTTGfH+mHjXz5nK5nXr99SjpdCUhxQQWy3ya5UnPTV1t6axt1LzuwG3Sc/P4NB3J1p3OPX78eFWndF1vl07t0vFdCROOWp70eL1entt1pM1R+3rXrl3Dthc5rypTfbssl46l6zryrKsQIDBaQECx59EhoNgT0OoECBAgQIAAAQIECBAgQIAAgSUTSMVIKk3G9QKZnh/rypNc+O9TUvFQj8iY5TIiTFtFyKTKkVEVLMvQw332xTQVKl2ek8qwZm+Offd5jpe6QiUVKG3hw/q+Q4cO9TnMrEuAAAECBAgQIECAAAECBAgQmCiQhqWfffbZMKjYnBLOGVeOHj26arTFOsDousZEek8gQGCTBUYFEHN/rh+PKrmue+rUqVVTAoi579ixY5v8KbwdAQIECBBYHIGMwNcWYJwUbMw66Vw239+lDnheVBJSrIOMaTfQDB3Oy2dJgLOMYpm2DqMChrl/XAAxr6EQILAxAgKKPV0FFHsCWp0AAQIECBAgQIAAAQIECBAgQGCiQKkUmaZypK13yKy3GaVUCpSAY6ns6NqTY54/7TqpQGlWojxNL4/j1im9N2b+4MGDzaAcZNTMth4bmxUq4ypXNmVDvQkBAgQIECBAgAABAgQIECBAYJ0Ecn2mLbh44cKF4f1pUDyqHD58eFV48bXXXhu8/PLLwynBRqMvrtNO8jIECKwIpCPCjISY6fLly8MREetpXCd0L7744qCEDksYsdxOp3IKAQIECBAgMLsCGcWxhBXTEW1ZHjWf9JzyeH7vlHrvuu562uW252VbJ5W6Xn7ccpfnlSBh5qXj5Pq+aR5vrrcMnSVP2lceJzDrAgKKPfeQgGJPQKsTIECAAAECBAgQIECAAAECBAhsuEAqMupwY0KM01aEtFWkjFo3lR6LXhK6bFaejKtUGfVY8/5mD48qWBb9SPL5CBAgQIAAAQIECBAgQIAAga4Cly5dWgkwltBiCTRmRJNx5bnnnlsVWKzDiyXEeODAga6b5PkECCyowJUrV4bBwzJvWx4Xmg7L8ePHh6MetgURcz1YIUCAAAECBAhstECzo98EFpudBW/0Nnh9AgSWR0BAsee+FlDsCWh1AgQIECBAgAABAgQIECBAgACBhRHI6IJ1oLFPb45Zd9z65bEySmM9WmOX3hvbRnlsrl9GhEwwMcsKAQIECBAgQIAAAQIECBAgQIDAbAkkRNQMLX7xxReDMuW61aRy8KBlo6wAABUQSURBVODBsSHGBBmFiiYpepzAbAukkX4Z9XBc+HDc6IflEx45cmTwyiuvDKdXX311TRDRteTZPhZsHQECBAgQIECAAAEC6ysgoNjTU0CxJ6DVCRAgQIAAAQIECBAgQIAAAQIECBAgQIAAAQIECBAgQIAAAQIECBAgsIECX3311TCs+J///GcltFjCi+W+e/fuTdyC/fv3D44ePboqyJjbzz///Krp8OHDE1/LEwgQWD+BdJx3/fr1VVP+7uuRDxNIzDRNeemll1bChyWEeOzYsVX3pUM7hQABAgQIECBAgAABAgT+JyCg2PNIEFDsCWh1AgQIECBAgAABAgQIECBAgAABAgQIECBAgAABAgQIECBAgAABAgQIbLHA119/vRJeHBVkvH379lRb+cwzz6wEFhNWbAYY225P9cKeRGBJBBIYbgYOczt/p23337lzZ2qZEjgcFTzM/Tt37pz69TyRAAECBAgQIECAAAECBAQUex8DAoq9Cb0AAQIECBAgQIAAAQIECBAgQIAAAQIECBAgQIAAAQIECBAgQIAAAQIEZl7g5s2bq0ZgTJAxI7Jdu3ZtZcqobTdu3Oj0WbZt29YaYmwLN+a+gwcPDnbv3t3pPTyZwFYJPHnyZHDr1q3h1BYubLvv7t27nTY3fw9HjhxZNb3wwguD5qiHCR8mQKwQIECAAAECBAgQIECAwPoKGEGxp6eAYk9AqxMgQIAAAQIECBAgQIAAAQIECBAgQIAAAQIECBAgQIAAAQIECBAgQGCBBB49ejQMLCasWIcXm8vl8YwK17VkhLcEFTMdOHBg1bztvvKc+rF9+/Z1fVvPXzKBhw8fDoOFGT20bT7NfdOOPFrT7tmzZ03gsA4gJnxY385xrRAgQIAAAQIECBAgQIDA1gkIKPa0F1DsCWh1AgQIECBAgAABAgQIECBAgAABAgQIECBAgAABAgQIECBAgAABAgQILLHA48ePJwYa6zBjQmH379/vLbZ9+/apwo179+4dJDCWUeqmnRulrvfu6fQCDx48GB4T33777ap5233lOSV0OC6AeO/evU7b0fbkjBCaAOGzzz47NnRYAocJHyZQqxAgQIAAAQIECBAgQIDA/AgIKPbcVwKKPQGtToAAAQIECBAgQIAAAQIECBAgQIAAAQIECBAgQIAAAQIECBAgQIAAAQKdBBJIu3nz5nBUuzKvl6d57O7du53es8uTd+3a1RponDbkmPUTckyIsp633dd8zqjb06z75MmTQQKjGQXzaeZPs05GKUyQcFyYsBk8LLfLOnnfjSg7duxYCReWETsTNOy6vBHb5jUJECBAgAABAgQIECBAYHYEBBR77gsBxZ6AVidAgAABAgQIECBAgAABAgQIECBAgAABAgQIECBAgAABAgQIECBAgACBTRdICG9cuLEEHhNkTCBu3FSCcuU5GxWY23SkOXnDBDozuuW0U4Ki04QM9+3bNycCNpMAAQIECBAgQIAAAQIEtlJAQLGnvoBiT0CrEyBAgAABAgQIECBAgAABAgQIECBAgAABAgQIECBAgAABAgQIECBAgMBCCWSEx0mhxnGPZ/0yGmHbaIb1fev5eEZZbI602DYiY33fejw+bbBw1POyzQoBAgQIECBAgAABAgQIENgqAQHFnvI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DiXu81GEyBAgAABAgQIECBAgAABAgQIECBAgAABAgQIECBAgAABAgQIECBAgAABAgQIECBAgAABAgQIECBAgAABAuMEtuEhQIAAAQIECBAgQIAAAQIECBAgQIAAAQIECBAgQIAAAQIECBAgQIAAAQIECBAgQIAAAQIECBAgQIAAAQIECHQVEFDsKub5BAgQIECAAAECBAgQIECAAAECBAgQIECAAAECBAgQIECAAAECBAgQIECAAAECBAgQIECAAAECBAgQIECAwEBA0U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b4fxUuCO/CoV37AAAAAElFTkSuQmCC"/>
          <p:cNvSpPr>
            <a:spLocks noChangeAspect="1" noChangeArrowheads="1"/>
          </p:cNvSpPr>
          <p:nvPr/>
        </p:nvSpPr>
        <p:spPr bwMode="auto">
          <a:xfrm>
            <a:off x="215900" y="15875"/>
            <a:ext cx="8629650" cy="1914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data:image/png;base64,iVBORw0KGgoAAAANSUhEUgAADigAAAMkCAYAAACYokmNAAAAAXNSR0IArs4c6QAALeV0RVh0bXhmaWxlACUzQ214R3JhcGhNb2RlbCUzRSUzQ3Jvb3QlM0UlM0NteENlbGwlMjBpZCUzRCUyMjAlMjIlMkYlM0UlM0NteENlbGwlMjBpZCUzRCUyMjElMjIlMjBwYXJlbnQlM0QlMjIwJTIyJTJGJTNFJTNDVXNlck9iamVjdCUyMGxhYmVsJTNEJTIyJTIyJTIwcGxhbnRVbWxEYXRhJTNEJTIyJTdCJTI2JTIzMTAlM0IlMjAlMjAlMjZxdW90JTNCZGF0YSUyNnF1b3QlM0IlM0ElMjAlMjZxdW90JTNCJTQwc3RhcnR1bWwlNUNuJTVDbmFjdG9yJTIwU3lzdGVtJTVDbmFjdG9yJTIwVXNlciU1Q24lNUNuU3lzdGVtJTIwLS0lMjZndCUzQiUyMChSZWdpc3RlciklNUNuU3lzdGVtJTIwLS0lMjZndCUzQiUyMChMb2dpbiklNUNuU3lzdGVtJTIwLS0lMjZndCUzQiUyMChTZWxlY3QlMjBNb2RlbCklNUNuU3lzdGVtJTIwLS0lMjZndCUzQiUyMChQcmVkaWN0aW9uKSU1Q25TeXN0ZW0lMjAtLSUyNmd0JTNCJTIwKEdlbmVyYXRlJTIwUmVzdWx0cyklNUNuU3lzdGVtJTIwLS0lMjZndCUzQiUyMChWaWV3JTIwUmVzdWx0cyklNUNuJTVDblVzZXIlMjAtLSUyNmd0JTNCJTIwKFJlZ2lzdGVyKSU1Q25Vc2VyJTIwLS0lMjZndCUzQiUyMChMb2dpbiklNUNuVXNlciUyMC0tJTI2Z3QlM0IlMjAoU2VsZWN0JTIwTW9kZWwpJTVDblVzZXIlMjAtLSUyNmd0JTNCJTIwKFByZWRpY3Rpb24pJTVDblVzZXIlMjAtLSUyNmd0JTNCJTIwKEdlbmVyYXRlJTIwUmVzdWx0cyklNUNuVXNlciUyMC0tJTI2Z3QlM0IlMjAoVmlldyUyMFJlc3VsdHMpJTVDbiU1Q24lNDBlbmR1bWwlNUNuJTI2cXVvdCUzQiUyQyUyNiUyMzEwJTNCJTIwJTIwJTI2cXVvdCUzQmZvcm1hdCUyNnF1b3QlM0IlM0ElMjAlMjZxdW90JTNCc3ZnJTI2cXVvdCUzQiUyNiUyMzEwJTNCJTdEJTIyJTIwaWQlM0QlMjIyJTIyJTNFJTNDbXhDZWxsJTIwc3R5bGUlM0QlMjJzaGFwZSUzRGltYWdlJTNCbm9MYWJlbCUzRDElM0J2ZXJ0aWNhbEFsaWduJTNEdG9wJTNCYXNwZWN0JTNEZml4ZWQlM0JpbWFnZUFzcGVjdCUzRDAlM0JpbWFnZSUzRGRhdGElM0FpbWFnZSUyRnN2ZyUyQnhtbCUyQ1BEOTRiV3dnZG1WeWMybHZiajBpTVM0d0lpQmxibU52WkdsdVp6MGlkWE10WVhOamFXa2lJSE4wWVc1a1lXeHZibVU5SW01dklqOCUyQlBITjJaeUI0Yld4dWN6MGlhSFIwY0RvdkwzZDNkeTUzTXk1dmNtY3ZNakF3TUM5emRtY2lJSGh0Ykc1ek9uaHNhVzVyUFNKb2RIUndPaTh2ZDNkM0xuY3pMbTl5Wnk4eE9UazVMM2hzYVc1cklpQmpiMjUwWlc1MFUzUjViR1ZVZVhCbFBTSjBaWGgwTDJOemN5SWdhR1ZwWjJoMFBTSXhPREZ3ZUNJZ2NISmxjMlZ5ZG1WQmMzQmxZM1JTWVhScGJ6MGlibTl1WlNJZ2MzUjViR1U5SW5kcFpIUm9Pamc0Tm5CNE8yaGxhV2RvZERveE9ERndlRHRpWVdOclozSnZkVzVrT2lOR1JrWkdSa1k3SWlCMlpYSnphVzl1UFNJeExqRWlJSFpwWlhkQ2IzZzlJakFnTUNBNE9EWWdNVGd4SWlCM2FXUjBhRDBpT0RnMmNIZ2lJSHB2YjIxQmJtUlFZVzQ5SW0xaFoyNXBabmtpUGp4a1pXWnpMejQ4Wno0OElTMHRaVzUwYVhSNUlGTjVjM1JsYlMwdFBqeG5JR2xrUFNKbGJHVnRYMU41YzNSbGJTSSUyQlBHVnNiR2x3YzJVZ1kzZzlJak0xTnlJZ1kzazlJakUwSWlCbWFXeHNQU0lqUmpGR01VWXhJaUJ5ZUQwaU9DSWdjbms5SWpnaUlITjBlV3hsUFNKemRISnZhMlU2SXpFNE1UZ3hPRHR6ZEhKdmEyVXRkMmxrZEdnNk1DNDFPeUl2UGp4d1lYUm9JR1E5SWswek5UY3NNaklnVERNMU55dzBPU0JOTXpRMExETXdJRXd6TnpBc016QWdUVE0xTnl3ME9TQk1NelEwTERZMElFMHpOVGNzTkRrZ1RETTNNQ3cyTkNBaUlHWnBiR3c5SW01dmJtVWlJSE4wZVd4bFBTSnpkSEp2YTJVNkl6RTRNVGd4T0R0emRISnZhMlV0ZDJsa2RHZzZNQzQxT3lJdlBqeDBaWGgwSUdacGJHdzlJaU13TURBd01EQWlJR1p2Ym5RdFptRnRhV3g1UFNKellXNXpMWE5sY21sbUlpQm1iMjUwTFhOcGVtVTlJakUwSWlCc1pXNW5kR2hCWkdwMWMzUTlJbk53WVdOcGJtY2lJSFJsZUhSTVpXNW5kR2c5SWpReklpQjRQU0l6TXpVdU5TSWdlVDBpTnpndU56TTBOQ0klMkJVM2x6ZEdWdFBDOTBaWGgwUGp3dlp6NDhJUzB0Wlc1MGFYUjVJRlZ6WlhJdExUNDhaeUJwWkQwaVpXeGxiVjlWYzJWeUlqNDhaV3hzYVhCelpTQmplRDBpTkRVd0lpQmplVDBpTVRRaUlHWnBiR3c5SWlOR01VWXhSakVpSUhKNFBTSTRJaUJ5ZVQwaU9DSWdjM1I1YkdVOUluTjBjbTlyWlRvak1UZ3hPREU0TzNOMGNtOXJaUzEzYVdSMGFEb3dMalU3SWk4JTJCUEhCaGRHZ2daRDBpVFRRMU1Dd3lNaUJNTkRVd0xEUTVJRTAwTXpjc016QWdURFEyTXl3ek1DQk5ORFV3TERRNUlFdzBNemNzTmpRZ1RUUTFNQ3cwT1NCTU5EWXpMRFkwSUNJZ1ptbHNiRDBpYm05dVpTSWdjM1I1YkdVOUluTjBjbTlyWlRvak1UZ3hPREU0TzNOMGNtOXJaUzEzYVdSMGFEb3dMalU3SWk4JTJCUEhSbGVIUWdabWxzYkQwaUl6QXdNREF3TUNJZ1ptOXVkQzFtWVcxcGJIazlJbk5oYm5NdGMyVnlhV1lpSUdadmJuUXRjMmw2WlQwaU1UUWlJR3hsYm1kMGFFRmthblZ6ZEQwaWMzQmhZMmx1WnlJZ2RHVjRkRXhsYm1kMGFEMGlNamdpSUhnOUlqUXpOaUlnZVQwaU56Z3VOek0wTkNJJTJCVlhObGNqd3ZkR1Y0ZEQ0OEwyYyUyQlBHY2dhV1E5SW1Wc1pXMWZVbVZuYVhOMFpYSWlQanhsYkd4cGNITmxJR040UFNJMU55NHdPRE16SWlCamVUMGlNVFU0TGpBNU5UWWlJR1pwYkd3OUlpTkdNVVl4UmpFaUlISjRQU0kxTVM0d09ETXpJaUJ5ZVQwaU1UTXVOVGsxTmlJZ2MzUjViR1U5SW5OMGNtOXJaVG9qTVRneE9ERTRPM04wY205clpTMTNhV1IwYURvd0xqVTdJaTglMkJQSFJsZUhRZ1ptbHNiRDBpSXpBd01EQXdNQ0lnWm05dWRDMW1ZVzFwYkhrOUluTmhibk10YzJWeWFXWWlJR1p2Ym5RdGMybDZaVDBpTVRRaUlHeGxibWQwYUVGa2FuVnpkRDBpYzNCaFkybHVaeUlnZEdWNGRFeGxibWQwYUQwaU5UWWlJSGc5SWpJNUxqQTRNek1pSUhrOUlqRTJNUzQ0TXpjM0lqNVNaV2RwYzNSbGNqd3ZkR1Y0ZEQ0OEwyYyUyQlBHY2dhV1E5SW1Wc1pXMWZURzluYVc0aVBqeGxiR3hwY0hObElHTjRQU0l4TnprdU1qTTBJaUJqZVQwaU1UVTRMakE1TlRZaUlHWnBiR3c5SWlOR01VWXhSakVpSUhKNFBTSXpOaTR5TXpRaUlISjVQU0l4TXk0MU9UVTJJaUJ6ZEhsc1pUMGljM1J5YjJ0bE9pTXhPREU0TVRnN2MzUnliMnRsTFhkcFpIUm9PakF1TlRzaUx6NDhkR1Y0ZENCbWFXeHNQU0lqTURBd01EQXdJaUJtYjI1MExXWmhiV2xzZVQwaWMyRnVjeTF6WlhKcFppSWdabTl1ZEMxemFYcGxQU0l4TkNJZ2JHVnVaM1JvUVdScWRYTjBQU0p6Y0dGamFXNW5JaUIwWlhoMFRHVnVaM1JvUFNJek5TSWdlRDBpTVRZeExqY3pOQ0lnZVQwaU1UWXhMamd6TnpjaVBreHZaMmx1UEM5MFpYaDBQand2Wno0OFp5QnBaRDBpWld4bGJWOVRaV3hsWTNRZ1RXOWtaV3dpUGp4bGJHeHBjSE5sSUdONFBTSXpNVE11T0RnM09DSWdZM2s5SWpFMU9DNHhOemMySWlCbWFXeHNQU0lqUmpGR01VWXhJaUJ5ZUQwaU5qTXVPRGczT0NJZ2NuazlJakUxTGpFM056WWlJSE4wZVd4bFBTSnpkSEp2YTJVNkl6RTRNVGd4T0R0emRISnZhMlV0ZDJsa2RHZzZNQzQxT3lJdlBqeDBaWGgwSUdacGJHdzlJaU13TURBd01EQWlJR1p2Ym5RdFptRnRhV3g1UFNKellXNXpMWE5sY21sbUlpQm1iMjUwTFhOcGVtVTlJakUwSWlCc1pXNW5kR2hCWkdwMWMzUTlJbk53WVdOcGJtY2lJSFJsZUhSTVpXNW5kR2c5SWpnMElpQjRQU0l5TnpFdU9EZzNPQ0lnZVQwaU1UWXhMamt4T1RjaVBsTmxiR1ZqZENCTmIyUmxiRHd2ZEdWNGRENDhMMmMlMkJQR2NnYVdROUltVnNaVzFmVUhKbFpHbGpkR2x2YmlJJTJCUEdWc2JHbHdjMlVnWTNnOUlqUTNNaTR3TXpZM0lpQmplVDBpTVRVNExqRXdOek1pSUdacGJHdzlJaU5HTVVZeFJqRWlJSEo0UFNJMU9DNDFNelkzSWlCeWVUMGlNVFF1TVRBM015SWdjM1I1YkdVOUluTjBjbTlyWlRvak1UZ3hPREU0TzNOMGNtOXJaUzEzYVdSMGFEb3dMalU3SWk4JTJCUEhSbGVIUWdabWxzYkQwaUl6QXdNREF3TUNJZ1ptOXVkQzFtWVcxcGJIazlJbk5oYm5NdGMyVnlhV1lpSUdadmJuUXRjMmw2WlQwaU1UUWlJR3hsYm1kMGFFRmthblZ6ZEQwaWMzQmhZMmx1WnlJZ2RHVjRkRXhsYm1kMGFEMGlOekFpSUhnOUlqUXpOeTR3TXpZM0lpQjVQU0l4TmpFdU9EUTVOU0klMkJVSEpsWkdsamRHbHZiand2ZEdWNGRENDhMMmMlMkJQR2NnYVdROUltVnNaVzFmUjJWdVpYSmhkR1VnVW1WemRXeDBjeUklMkJQR1ZzYkdsd2MyVWdZM2c5SWpZME1DNDVNemcwSWlCamVUMGlNVFUzTGprNE56Y2lJR1pwYkd3OUlpTkdNVVl4UmpFaUlISjRQU0kzTlM0ME16ZzBJaUJ5ZVQwaU1UY3VORGczTnlJZ2MzUjViR1U5SW5OMGNtOXJaVG9qTVRneE9ERTRPM04wY205clpTMTNhV1IwYURvd0xqVTdJaTglMkJQSFJsZUhRZ1ptbHNiRDBpSXpBd01EQXdNQ0lnWm05dWRDMW1ZVzFwYkhrOUluTmhibk10YzJWeWFXWWlJR1p2Ym5RdGMybDZaVDBpTVRRaUlHeGxibWQwYUVGa2FuVnpkRDBpYzNCaFkybHVaeUlnZEdWNGRFeGxibWQwYUQwaU1URXlJaUI0UFNJMU9EUXVPVE00TkNJZ2VUMGlNVFl4TGpjeU9Ua2lQa2RsYm1WeVlYUmxJRkpsYzNWc2RITThMM1JsZUhRJTJCUEM5blBqeG5JR2xrUFNKbGJHVnRYMVpwWlhjZ1VtVnpkV3gwY3lJJTJCUEdWc2JHbHdjMlVnWTNnOUlqZ3hOUzQzT0RJM0lpQmplVDBpTVRVM0xqYzFOalVpSUdacGJHdzlJaU5HTVVZeFJqRWlJSEo0UFNJMk5DNHlPREkzSWlCeWVUMGlNVFV1TWpVMk5TSWdjM1I1YkdVOUluTjBjbTlyWlRvak1UZ3hPREU0TzNOMGNtOXJaUzEzYVdSMGFEb3dMalU3SWk4JTJCUEhSbGVIUWdabWxzYkQwaUl6QXdNREF3TUNJZ1ptOXVkQzFtWVcxcGJIazlJbk5oYm5NdGMyVnlhV1lpSUdadmJuUXRjMmw2WlQwaU1UUWlJR3hsYm1kMGFFRmthblZ6ZEQwaWMzQmhZMmx1WnlJZ2RHVjRkRXhsYm1kMGFEMGlPRFVpSUhnOUlqYzNNeTR5T0RJM0lpQjVQU0l4TmpFdU5EazROeUklMkJWbWxsZHlCU1pYTjFiSFJ6UEM5MFpYaDBQand2Wno0OElTMHRiR2x1YXlCVGVYTjBaVzBnZEc4Z1VtVm5hWE4wWlhJdExUNDhaeUJwWkQwaWJHbHVhMTlUZVhOMFpXMWZVbVZuYVhOMFpYSWlQanh3WVhSb0lHUTlJazB6TXpVdU5ESXNOVEl1TVRNZ1F6STRNaTR3T1N3M01pNHlNaUF4TkRrdU5qZzBPU3d4TWpJdU1EZzFNU0E1TUM0ek56UTVMREUwTkM0ME1qVXhJQ0lnWm1sc2JEMGlibTl1WlNJZ2FXUTlJbE41YzNSbGJTMTBieTFTWldkcGMzUmxjaUlnYzNSNWJHVTlJbk4wY205clpUb2pNVGd4T0RFNE8zTjBjbTlyWlMxM2FXUjBhRG94TGpBN0lpOCUyQlBIQnZiSGxuYjI0Z1ptbHNiRDBpSXpFNE1UZ3hPQ0lnY0c5cGJuUnpQU0k0TkM0M05pd3hORFl1TlRRc09UUXVOVGt5TXl3eE5EY3VNVEV3T1N3NE9TNDBNemt4TERFME5DNDNOemMyTERreExqYzNNalFzTVRNNUxqWXlORE1zT0RRdU56WXNNVFEyTGpVMElpQnpkSGxzWlQwaWMzUnliMnRsT2lNeE9ERTRNVGc3YzNSeWIydGxMWGRwWkhSb09qRXVNRHNpTHo0OEwyYyUyQlBDRXRMV3hwYm1zZ1UzbHpkR1Z0SUhSdklFeHZaMmx1TFMwJTJCUEdjZ2FXUTlJbXhwYm10ZlUzbHpkR1Z0WDB4dloybHVJajQ4Y0dGMGFDQmtQU0pOTXpNMUxqRTNMRFUzTGpnMklFTXlPVGt1TXpRc09EQXVOaUF5TXpNdU9ETTBPQ3d4TWpJdU1UZ3pNaUF5TURFdU1qYzBPQ3d4TkRJdU9EWXpNaUFpSUdacGJHdzlJbTV2Ym1VaUlHbGtQU0pUZVhOMFpXMHRkRzh0VEc5bmFXNGlJSE4wZVd4bFBTSnpkSEp2YTJVNkl6RTRNVGd4T0R0emRISnZhMlV0ZDJsa2RHZzZNUzR3T3lJdlBqeHdiMng1WjI5dUlHWnBiR3c5SWlNeE9ERTRNVGdpSUhCdmFXNTBjejBpTVRrMkxqSXhMREUwTmk0d09Dd3lNRFV1T1RVeE55d3hORFF1TmpNeE15d3lNREF1TkRNd055d3hORE11TXprNU15d3lNREV1TmpZeU5pd3hNemN1T0RjNE1pd3hPVFl1TWpFc01UUTJMakE0SWlCemRIbHNaVDBpYzNSeWIydGxPaU14T0RFNE1UZzdjM1J5YjJ0bExYZHBaSFJvT2pFdU1Ec2lMejQ4TDJjJTJCUENFdExXeHBibXNnVTNsemRHVnRJSFJ2SUZObGJHVmpkQ0JOYjJSbGJDMHRQanhuSUdsa1BTSnNhVzVyWDFONWMzUmxiVjlUWld4bFkzUWdUVzlrWld3aVBqeHdZWFJvSUdROUlrMHpORE11TURRc09EQXVOamtnUXpNek5DNDVOU3d4TURFdU9UVWdNekkzTGpNMU16Y3NNVEl4TGprd01qSWdNekl4TGpRMk16Y3NNVE0zTGpNNE1qSWdJaUJtYVd4c1BTSnViMjVsSWlCcFpEMGlVM2x6ZEdWdExYUnZMVk5sYkdWamRDQk5iMlJsYkNJZ2MzUjViR1U5SW5OMGNtOXJaVG9qTVRneE9ERTRPM04wY205clpTMTNhV1IwYURveExqQTdJaTglMkJQSEJ2YkhsbmIyNGdabWxzYkQwaUl6RTRNVGd4T0NJZ2NHOXBiblJ6UFNJek1Ua3VNek1zTVRReUxqazVMRE15Tmk0eU5qa3hMREV6Tmk0d01EQTRMRE15TVM0eE1EZ3hMREV6T0M0ek1UWTRMRE14T0M0M09USXNNVE16TGpFMU5UZ3NNekU1TGpNekxERTBNaTQ1T1NJZ2MzUjViR1U5SW5OMGNtOXJaVG9qTVRneE9ERTRPM04wY205clpTMTNhV1IwYURveExqQTdJaTglMkJQQzluUGp3aExTMXNhVzVySUZONWMzUmxiU0IwYnlCUWNtVmthV04wYVc5dUxTMCUyQlBHY2dhV1E5SW14cGJtdGZVM2x6ZEdWdFgxQnlaV1JwWTNScGIyNGlQanh3WVhSb0lHUTlJazB6TnpndU5qTXNOalV1TWpVZ1F6UXdNaTR6TVN3NE9DNDFNeUEwTXpVdU1qTXdNeXd4TWpBdU9EYzBPQ0EwTlRRdU56WXdNeXd4TkRBdU1EWTBPQ0FpSUdacGJHdzlJbTV2Ym1VaUlHbGtQU0pUZVhOMFpXMHRkRzh0VUhKbFpHbGpkR2x2YmlJZ2MzUjViR1U5SW5OMGNtOXJaVG9qTVRneE9ERTRPM04wY205clpTMTNhV1IwYURveExqQTdJaTglMkJQSEJ2YkhsbmIyNGdabWxzYkQwaUl6RTRNVGd4T0NJZ2NHOXBiblJ6UFNJME5Ua3VNRFFzTVRRMExqSTNMRFExTlM0ME1qTTVMREV6TlM0eE1Ea3NORFUxTGpRM016WXNNVFF3TGpjMk5UWXNORFE1TGpneE5qa3NNVFF3TGpneE5UTXNORFU1TGpBMExERTBOQzR5TnlJZ2MzUjViR1U5SW5OMGNtOXJaVG9qTVRneE9ERTRPM04wY205clpTMTNhV1IwYURveExqQTdJaTglMkJQQzluUGp3aExTMXNhVzVySUZONWMzUmxiU0IwYnlCSFpXNWxjbUYwWlNCU1pYTjFiSFJ6TFMwJTJCUEdjZ2FXUTlJbXhwYm10ZlUzbHpkR1Z0WDBkbGJtVnlZWFJsSUZKbGMzVnNkSE1pUGp4d1lYUm9JR1E5SWswek56Z3VOeXcxT0M0MUlFTXpPVEF1TURrc05qVXVOekVnTkRBMExqUTJMRGMwTGpJeElEUXhPQ3c0TUM0MUlFTTBOemN1TURJc01UQTNMamt5SURVME1pNDVPVEF5TERFeU9TNHhNRGswSURVNE9DNDRPREF5TERFME1pNDBPVGswSUNJZ1ptbHNiRDBpYm05dVpTSWdhV1E5SWxONWMzUmxiUzEwYnkxSFpXNWxjbUYwWlNCU1pYTjFiSFJ6SWlCemRIbHNaVDBpYzNSeWIydGxPaU14T0RFNE1UZzdjM1J5YjJ0bExYZHBaSFJvT2pFdU1Ec2lMejQ4Y0c5c2VXZHZiaUJtYVd4c1BTSWpNVGd4T0RFNElpQndiMmx1ZEhNOUlqVTVOQzQyTkN3eE5EUXVNVGdzTlRnM0xqRXlNRGNzTVRNM0xqZ3hPVElzTlRnNUxqZzBNRElzTVRReUxqYzNPVFVzTlRnMExqZzNPVGtzTVRRMUxqUTVPRGtzTlRrMExqWTBMREUwTkM0eE9DSWdjM1I1YkdVOUluTjBjbTlyWlRvak1UZ3hPREU0TzNOMGNtOXJaUzEzYVdSMGFEb3hMakE3SWk4JTJCUEM5blBqd2hMUzFzYVc1cklGTjVjM1JsYlNCMGJ5QldhV1YzSUZKbGMzVnNkSE10TFQ0OFp5QnBaRDBpYkdsdWExOVRlWE4wWlcxZlZtbGxkeUJTWlhOMWJIUnpJajQ4Y0dGMGFDQmtQU0pOTXpjNExqWTBMRFU1TGpVZ1F6TTRPUzQ0T1N3Mk5pNDRPU0EwTURRdU1UWXNOelV1TWpRZ05ERTRMRGd3TGpVZ1F6VTFNUzQyTWl3eE16RXVNeklnTlRrekxqY3NNVEV6TGpBM0lEY3pOQ3d4TkRBdU5TQkROelExTGpJMkxERTBNaTQzSURjMU1TNDBPVGN4TERFME15NDVOREF6SURjMk1pNDROamN4TERFME5pNHlNakF6SUNJZ1ptbHNiRDBpYm05dVpTSWdhV1E5SWxONWMzUmxiUzEwYnkxV2FXVjNJRkpsYzNWc2RITWlJSE4wZVd4bFBTSnpkSEp2YTJVNkl6RTRNVGd4T0R0emRISnZhMlV0ZDJsa2RHZzZNUzR3T3lJdlBqeHdiMng1WjI5dUlHWnBiR3c5SWlNeE9ERTRNVGdpSUhCdmFXNTBjejBpTnpZNExqYzFMREUwTnk0MExEYzJNQzQzTVRJeExERTBNUzQzTURnMkxEYzJNeTQ0TkRjMkxERTBOaTQwTVRZNUxEYzFPUzR4TXpreUxERTBPUzQxTlRJMExEYzJPQzQzTlN3eE5EY3VOQ0lnYzNSNWJHVTlJbk4wY205clpUb2pNVGd4T0RFNE8zTjBjbTlyWlMxM2FXUjBhRG94TGpBN0lpOCUyQlBDOW5QandoTFMxc2FXNXJJRlZ6WlhJZ2RHOGdVbVZuYVhOMFpYSXRMVDQ4WnlCcFpEMGliR2x1YTE5VmMyVnlYMUpsWjJsemRHVnlJajQ4Y0dGMGFDQmtQU0pOTkRNMUxqYzFMRFUxTGpnMElFTTBNalV1TXpRc05qTXVPVEVnTkRFd0xqVTFMRGMwTGpJMElETTVOaXc0TUM0MUlFTXlPREl1Tmpjc01USTVMakkwSURJME5TNHhOeXd4TVRJdU5qSWdNVEkxTERFME1DNDFJRU14TVRRdU5EY3NNVFF5TGprMElERXdPQzQ0TmprMkxERTBOQzR5TmpBeklEazRMalF6T1RZc01UUTJMamd3TURNZ0lpQm1hV3hzUFNKdWIyNWxJaUJwWkQwaVZYTmxjaTEwYnkxU1pXZHBjM1JsY2lJZ2MzUjViR1U5SW5OMGNtOXJaVG9qTVRneE9ERTRPM04wY205clpTMTNhV1IwYURveExqQTdJaTglMkJQSEJ2YkhsbmIyNGdabWxzYkQwaUl6RTRNVGd4T0NJZ2NHOXBiblJ6UFNJNU1pNDJNU3d4TkRndU1qSXNNVEF5TGpNd01Ea3NNVFE1TGprM05qa3NPVGN1TkRZNExERTBOeTR3TXpZNUxERXdNQzQwTURnc01UUXlMakl3TkRFc09USXVOakVzTVRRNExqSXlJaUJ6ZEhsc1pUMGljM1J5YjJ0bE9pTXhPREU0TVRnN2MzUnliMnRsTFhkcFpIUm9PakV1TURzaUx6NDhMMmMlMkJQQ0V0TFd4cGJtc2dWWE5sY2lCMGJ5Qk1iMmRwYmkwdFBqeG5JR2xrUFNKc2FXNXJYMVZ6WlhKZlRHOW5hVzRpUGp4d1lYUm9JR1E5SWswME16VXVPVFVzTlRRdU9UY2dRelF5TlM0MExEWXlMamd6SURReE1DNHpOU3czTXk0eU55QXpPVFlzT0RBdU5TQkRNell4TGpRNExEazNMamc1SURJMk1DNDRPRFF6TERFek1DNDROekExSURJeE1TNHdNelF6TERFME5pNDRNekExSUNJZ1ptbHNiRDBpYm05dVpTSWdhV1E5SWxWelpYSXRkRzh0VEc5bmFXNGlJSE4wZVd4bFBTSnpkSEp2YTJVNkl6RTRNVGd4T0R0emRISnZhMlV0ZDJsa2RHZzZNUzR3T3lJdlBqeHdiMng1WjI5dUlHWnBiR3c5SWlNeE9ERTRNVGdpSUhCdmFXNTBjejBpTWpBMUxqTXlMREUwT0M0Mk5pd3lNVFV1TVRFeE1Td3hORGt1TnpJMU15d3lNVEF1TURneE9Td3hORGN1TVRNMU5Dd3lNVEl1TmpjeE9Dd3hOREl1TVRBMk15d3lNRFV1TXpJc01UUTRMalkySWlCemRIbHNaVDBpYzNSeWIydGxPaU14T0RFNE1UZzdjM1J5YjJ0bExYZHBaSFJvT2pFdU1Ec2lMejQ4TDJjJTJCUENFdExXeHBibXNnVlhObGNpQjBieUJUWld4bFkzUWdUVzlrWld3dExUNDhaeUJwWkQwaWJHbHVhMTlWYzJWeVgxTmxiR1ZqZENCTmIyUmxiQ0klMkJQSEJoZEdnZ1pEMGlUVFF6TlM0NU5pdzFOUzQyTnlCRE5ERXdMalU0TERjMkxqYzJJRE0yTVM0NE1UVTBMREV4Tnk0eU56WXhJRE16TkM0NE9EVTBMREV6T1M0Mk5EWXhJQ0lnWm1sc2JEMGlibTl1WlNJZ2FXUTlJbFZ6WlhJdGRHOHRVMlZzWldOMElFMXZaR1ZzSWlCemRIbHNaVDBpYzNSeWIydGxPaU14T0RFNE1UZzdjM1J5YjJ0bExYZHBaSFJvT2pFdU1Ec2lMejQ4Y0c5c2VXZHZiaUJtYVd4c1BTSWpNVGd4T0RFNElpQndiMmx1ZEhNOUlqTXpNQzR5Tnl3eE5ETXVORGdzTXpNNUxqYzBPRGtzTVRRd0xqZ3dOakVzTXpNMExqRXhOakVzTVRRd0xqSTROVEVzTXpNMExqWXpOekVzTVRNMExqWTFNak1zTXpNd0xqSTNMREUwTXk0ME9DSWdjM1I1YkdVOUluTjBjbTlyWlRvak1UZ3hPREU0TzNOMGNtOXJaUzEzYVdSMGFEb3hMakE3SWk4JTJCUEM5blBqd2hMUzFzYVc1cklGVnpaWElnZEc4Z1VISmxaR2xqZEdsdmJpMHRQanhuSUdsa1BTSnNhVzVyWDFWelpYSmZVSEpsWkdsamRHbHZiaUklMkJQSEJoZEdnZ1pEMGlUVFExTnk0eE5DdzRNQzQyT1NCRE5EWXhMak0yTERFd01pNHpOQ0EwTmpVdU1qazFMREV5TWk0MU5UQXpJRFEyT0M0eU9EVXNNVE0zTGprek1ETWdJaUJtYVd4c1BTSnViMjVsSWlCcFpEMGlWWE5sY2kxMGJ5MVFjbVZrYVdOMGFXOXVJaUJ6ZEhsc1pUMGljM1J5YjJ0bE9pTXhPREU0TVRnN2MzUnliMnRsTFhkcFpIUm9PakV1TURzaUx6NDhjRzlzZVdkdmJpQm1hV3hzUFNJak1UZ3hPREU0SWlCd2IybHVkSE05SWpRMk9TNDBNeXd4TkRNdU9ESXNORGN4TGpZek9Td3hNelF1TWpJeU1TdzBOamd1TkRjMU9Dd3hNemd1T1RFeE9TdzBOak11TnpnMkxERXpOUzQzTkRnM0xEUTJPUzQwTXl3eE5ETXVPRElpSUhOMGVXeGxQU0p6ZEhKdmEyVTZJekU0TVRneE9EdHpkSEp2YTJVdGQybGtkR2c2TVM0d095SXZQand2Wno0OElTMHRiR2x1YXlCVmMyVnlJSFJ2SUVkbGJtVnlZWFJsSUZKbGMzVnNkSE10TFQ0OFp5QnBaRDBpYkdsdWExOVZjMlZ5WDBkbGJtVnlZWFJsSUZKbGMzVnNkSE1pUGp4d1lYUm9JR1E5SWswME5qUXVNRFFzTlRJdU16RWdRelE1TlM0NE15dzNNUzR4TWlBMU5qZ3VOVFUyTVN3eE1UUXVNVE0wTnlBMk1Ea3VOVGMyTVN3eE16Z3VOREEwTnlBaUlHWnBiR3c5SW01dmJtVWlJR2xrUFNKVmMyVnlMWFJ2TFVkbGJtVnlZWFJsSUZKbGMzVnNkSE1pSUhOMGVXeGxQU0p6ZEhKdmEyVTZJekU0TVRneE9EdHpkSEp2YTJVdGQybGtkR2c2TVM0d095SXZQanh3YjJ4NVoyOXVJR1pwYkd3OUlpTXhPREU0TVRnaUlIQnZhVzUwY3owaU5qRTBMamMwTERFME1TNDBOaXcyTURrdU1ETXhNU3d4TXpNdU5ETTBOU3cyTVRBdU5ETTJPQ3d4TXpndU9URTBMRFl3TkM0NU5UYzBMREUwTUM0ek1UazNMRFl4TkM0M05Dd3hOREV1TkRZaUlITjBlV3hsUFNKemRISnZhMlU2SXpFNE1UZ3hPRHR6ZEhKdmEyVXRkMmxrZEdnNk1TNHdPeUl2UGp3dlp6NDhJUzB0YkdsdWF5QlZjMlZ5SUhSdklGWnBaWGNnVW1WemRXeDBjeTB0UGp4bklHbGtQU0pzYVc1clgxVnpaWEpmVm1sbGR5QlNaWE4xYkhSeklqNDhjR0YwYUNCa1BTSk5ORFkwTGpNMUxEUTRMalF6SUVNMU1UWXVOelVzTmpRdU5qRWdOamt6TGpFME56RXNNVEU1TGpBMk9Ua2dOemN5TGpZMU56RXNNVFF6TGpZeE9Ua2dJaUJtYVd4c1BTSnViMjVsSWlCcFpEMGlWWE5sY2kxMGJ5MVdhV1YzSUZKbGMzVnNkSE1pSUhOMGVXeGxQU0p6ZEhKdmEyVTZJekU0TVRneE9EdHpkSEp2YTJVdGQybGtkR2c2TVM0d095SXZQanh3YjJ4NVoyOXVJR1pwYkd3OUlpTXhPREU0TVRnaUlIQnZhVzUwY3owaU56YzRMak01TERFME5TNHpPU3czTnpBdU9UY3dOeXd4TXpndU9URXlPQ3czTnpNdU5qRXlOU3d4TkRNdU9URTBPU3czTmpndU5qRXdOU3d4TkRZdU5UVTJPQ3czTnpndU16a3NNVFExTGpNNUlpQnpkSGxzWlQwaWMzUnliMnRsT2lNeE9ERTRNVGc3YzNSeWIydGxMWGRwWkhSb09qRXVNRHNpTHo0OEwyYyUyQlBDRXRMVk5TUXoxYlVFOTFiakpwT1RBME5FNTRSbE5OUzAxclIwRnFXazlCWVZnemVGQldRemt3ZG1scGNEaDNPR3B3VlRsdFdsbHVYMFZmYm5WVFRXRklVVmg0VEZOTFMzVmFVbmN5VjJSWVYzZFlaa3BrU0dWRFZrRnZka1ZhWldaUGJYbFZla2RZT0c5aVZHOTFNMmx3UzNGdFV6VTRhMnQ1VTFCRGIwZG5aelJNZWxCQmRGVjBXR0pHUTNNMGFuTnVVMUF0WDA5UGVUTk9ObFp5YTBOZlpsVlBVMjV5YkYwdExUNDhMMmMlMkJQQzl6ZG1jJTJCJTNCJTIyJTIwdmVydGV4JTNEJTIyMSUyMiUyMHBhcmVudCUzRCUyMjElMjIlM0UlM0NteEdlb21ldHJ5JTIweCUzRCUyMi0yMCUyMiUyMHklM0QlMjIxNjAlMjIlMjB3aWR0aCUzRCUyMjg4NiUyMiUyMGhlaWdodCUzRCUyMjE4MSUyMiUyMGFzJTNEJTIyZ2VvbWV0cnklMjIlMkYlM0UlM0MlMkZteENlbGwlM0UlM0MlMkZVc2VyT2JqZWN0JTNFJTNDJTJGcm9vdCUzRSUzQyUyRm14R3JhcGhNb2RlbCUzRX5QZa0AACAASURBVHhe7N1viKdV3T/wj7elY7WKsU4lbeCINNmQxoQ90EWlqXwgijP+wYUNKn0gC6shLCyuqLnLwoKQS4sP3BJccFHbCUFIbEBlFETaaGWUIWiEtqTGrUBDV838cX25lfv+3VflmTNzfb/fc15fkHlyPtc5n9fn8uyjN9cJ4UeAAAECBAgQIECAAAECBAgQIECAAAECBAgQIECAAAECBAgQIECAAAECBAgQIECAAAECBAgQIECAAAECBAgQSBQ4IXG95QQIECBAgAABAgQIECBAgAABAgQIECBAgAABAgQIECBAgAABAgQIECBAgAABAgQIECBAgAABAgQIECBAgACBEFD0E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gYEPKL7//vvvGxMBAgQIECBAgAABAgQIECBAgAABAgQIECBAgAABAgQIECBAgAABAgQIECBAgAABAgQIECBAgAABAgQIEKhN4IQTThjoDOBAH655WQQUa/tfRr8ECBAgQIAAAQIECBAgQIAAAQIECBAgQIAAAQIECBAgQIAAAQIECBAgQIAAAQIECBAgQIAAAQIECBAg0AgIKGa+Bw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KFCCwtLcVvfvObePnll+N3v/tdHD16NF577bV4/fXX4+233+51efLJJ8epp54aZ5xxRmzYsCHOPvvsOPfcc+P888+PsbGxQiS0QYAAgeEWcJ8P9/ycngABAgQIECBAgAABAgQIECBAgAABAgQIECBAoFsBAcVMbwHFTEDlBAgQIECAAAECBAgQIECAAAECBAgQGGKBubm5ePLJJ+Ppp5/uBRJzfk1g8ZJLLolvfetbMTU1lfMotQQIECCQKOA+TwSznAABAgQIECBAgAABAgQIECBAgAABAgQIECBAgMB/CwgoZr4KAoqZgMoJECBAgAABAgQIECBAgAABAgQIECAwZALNl7UeeuihePTRR2N5efnD069fv773JcTmi4jNlxE///nPx+joaO+Lic2XE5tf8yXF5ouKTd0f/vCH3pcWmy8uNl9ePHbs2IfPauquueaa2LRpky8rDtn74bgECAyPgPt8eGblpAQIECBAgAABAgQIECBAgAABAgQIECBAgAABAoMrIKCYORsBxUxA5QQIECBAgAABAgQIECBAgAABAgQIEBgSgcXFxbjvvvvikUce+fDE4+PjvS8eXnzxxTExMZHVycLCQjzzzDO9LzI2e33wu/baa+Omm26KZi8/AgQIEMgXcJ/nG3oCAQIECBAgQIAAAQIECBAgQIAAAQIECBAgQIAAgQ8EBBQz3wUBxUxA5QQIECBAgAABAgQIECBAgAABAgQIEBhwgTfeeCP27NkT+/fv//Ck09PTcfXVV8fk5OSanP7w4cPxs5/9LGZnZz98/g033BDbtm2LdevWrcmeHkqAAIHSBdznpU9YfwQIECBAgAABAgQIECBAgAABAgQIECBAgAABAv0QEFDMVBdQzARUToAAAQIECBAgQIAAAQIECBAgQIAAgQEWaAKCd911VywvL/dOef3118f3vve9+MIXvtDJqY8ePRo/+clP4uDBg739RkdH44477ogmIOlHgAABAh9dwH3+0a2sJECAAAECBAgQIECAAAECBAgQIECAAAECBAgQIJAiIKCYotWyVkAxE1A5AQIECBAgQIAAAQIECBAgQIAAAQIEBlSg+VrhgQMHeqfbuHFj3HLLLTExMdGX0y4sLMSPfvSjmJ+f7+2/efPm3lcd/QgQIEDgPwu4z/+zkRUECBAgQIAAAQIECBAgQIAAAQIECBAgQIAAAQIEViogoLhSuf+uE1DMBFROgAABAgQIECBAgAABAgQIECBAgACBARNYWlqKrVu3xuHDh3sn27FjRy8QOAi/JjC5c+fO3lEmJydj7969MTY2NghHcwYCBAgMnID7fOBG4kAECBAgQIAAAQIECBAgQIAAAQIECBAgQIAAAQIFCggoZg5VQDETUDkBAgQIECBAgAABAgQIECBAgAABAgQGSOCFF16IG2+8MZaXl2N8fDx27drVt68m/iuW5muKt912WywuLsbo6Gjcf//9ccEFFwyQoqMQIECg/wLu8/7PwAkIECBAgAABAgQIECBAgAABAgQIECBAgAABAgTqEBBQzJyzgGImoHICBAgQIECAAAECBAgQIECAAAECBAgMiMD8/Hx85zvfiePHj8fU1FTcc889MTIyMiCn+9/HaM546623xtzcXO+MDz74YGzcuHEgz+pQBAgQ6FrAfd61uP0IECBAgAABAgQIECBAgAABAgQIECBAgAABAgRqFhBQzJy+gGImoHICBAgQIECAAAECBAgQIECAAAECBAgMgEDzpa3rrruuF06cnp6O3bt3D8Cp/vMRtm/fHrOzs72Q4sMPP+xLiv+ZzAoCBAoXcJ8XPmDtESBAgAABAgQIECBAgAABAgQIECBAgAABAgQIDJyAgGLmSAQUMwGVEyBAgAABAgQIECBAgAABAgQIECBAoM8CS0tLcdVVV8Xy8vJQhRM/YPsgpDg6Oho///nPY2xsrM+itidAgEB/BNzn/XG3KwECBAgQIECAAAECBAgQIECAAAECBAgQIECAQN0CAoqZ8xdQzARUToAAAQIECBAgQIAAAQIECBAgQIAAgT4LXH755XH48OGYmpqKffv29fk0K9t+y5YtMTc3F5OTk/H444+v7CGqCBAgMOQC7vMhH6DjEyBAgAABAgQIECBAgAABAgQIECBAgAABAgQIDKWAgGLm2AQUMwGVEyBAgAABAgQIECBAgAABAgQIECBAoI8C27ZtiwMHDsT4+Hg8/PDDMTIy0sfTrHzr48ePx3XXXReLi4uxefPm2LNnz8ofppIAAQJDKOA+H8KhOTIBAgQIECBAgAABAgQIECBAgAABAgQIECBAgEARAgKKmWMUUMwEVE6AAAECBAgQIECAAAECBAgQIECAAIE+CczOzkbz5cHmd+jQoZiYmOjTSVZn24WFhZiZmek9rPkS5PT09Oo82FMIECAw4ALu8wEfkOMRIECAAAECBAgQIECAAAECBAgQIECAAAECBAgULSCgmDleAcVMQOUECBAgQIAAAQIECBAgQIAAAQIECBDog8Abb7wRF110USwvL8eOHTt6Xx0s4dd8DXLnzp0xOjoazz77bKxbt66EtvRAgACBfyngPvdyECBAgAABAgQIECBAgAABAgQIECBAgAABAgQIEOivgIBipr+AYiagcgIECBAgQIAAAQIECBAgQIAAAQIECPRB4Pbbb4/9+/fHxo0be39L+t1www0xPz8fzd+77767pNb0QoAAgf8j4D73UhAgQIAAAQIECBAgQIAAAQIECBAgQIAAAQIECBDor4CAYqa/gGImoHICBAgQIECAAAECBAgQIECAAAECBAh0LLC4uBiXXnppb9dDhw7FxMRExydY2+0WFhZiZmamt8lTTz0V4+Pja7uhpxMgQKBPAu7zPsHblgABAgQIECBAgAABAgQIECBAgAABAgQIECBAgMD/EBBQzHwdBBQzAZUTIECAAAECBAgQIECAAAECBAgQIECgY4Gbb745Hnnkkbj++uvjzjvv7Hj3brZr+jp48GBce+21ce+993azqV0IECDQsYD7vGNw2xEgQIAAAQIECBAgQIAAAQIECBAgQIAAAQIECBBoERBQzHwtBBQzAZUTIECAAAECBAgQIECAAAECBAgQIECgQ4GlpaW48MILezvOzc3Fhg0bOty9u61+//vfxze/+c3ehs8991yMjY11t7mdCBAg0IGA+7wDZFsQIECAAAECBAgQIECAAAECBAgQIECAAAECBAgQ+AgCAoofAenfLRFQzARUToAAAQIECBAgQIAAAQIECBAgQIAAgQ4Fdu7cGfv27Yvp6enYvXt3hzt3v9X27dtjdnY2tmzZEjt27Oj+AHYkQIDAGgq4z9cQ16MJECBAgAABAgQIECBAgAABAgQIECBAgAABAgQIJAgIKCZgtS0VUMwEVE6AAAECBAgQIECAAAECBAgQIECAAIEOBc4777xYXl6Ohx56KCYnJzvcufutDh8+HJs2bYrR0dE4cuRI9wewIwECBNZQwH2+hrgeTYAAAQIECBAgQIAAAQIECBAgQIAAAQIECBAgQCBBQEAxAattqYBiJqByAgQIECBAgAABAgQIECBAgAABAgQIdCQwNzcXmzdvjvHx8Xjsscc62rW/21x55ZWxuLgYBw4ciKmpqf4exu4ECBBYJQH3uft8lV4ljyFAgAABAgQIECBAgAABAgQIECBAgAABAgQIEFgFAQHFTEQBxUxA5QQIECBAgAABAgQIECBAgAABAgQIEOhIYNu2bb2g3tatW2PLli0d7drfbfbt2xd79+7tBTP37NnT38PYnQABAqsk4D53n6/Sq+QxBAgQIECAAAECBAgQIECAAAECBAgQIECAAAECqyAgoJiJKKCYCaicAAECBAgQIECAAAECBAgQIECAAAECHQlccMEFcfTo0Th06FBMTEx0tGt/t1lYWIiZmZnYsGFDvPDCC/09jN0JECCwSgLuc/f5Kr1KHkOAAAECBAgQIECAAAECBAgQIECAAAECBAgQILAKAgKKmYgCipmAygkQIECAAAECBAgQIECAAAECBAgQINCBwNLSUlx44YWxfv36eO655zrYcXC2aPo+duxYr++xsbHBOZiTECBAYAUC7nP3+QpeGyUECBAgQIAAAQIECBAgQIAAAQIECBAgQIAAAQJrKCCgmIkroJgJqJwAAQIECBAgQIAAAQIECBAgQIAAAQIdCMzOzsaWLVtiamoq9u3b18GOg7NF0/fc3Fyv7+np6cE5mJMQIEBgBQLuc/f5Cl4bJQQIECBAgAABAgQIECBAgAABAgQIECBAgAABAmsoIKCYiSugmAmonAABAgQIECBAgAABAgQIECBAgAABAh0I7Ny5sxfQ27p1ay+oWNOv6Xvv3r29vnfs2FFT63olQKBAAfe5+7zA11pLBAgQIECAAAECBAgQIECAAAECBAgQIECAAIGhFhBQzByfgGImoHICBAgQIECAAAECBAgQIECAAAECBAh0IPDd7343nnjiibj33nvjsssu62DHwdmi6fvmm2/u9f3AAw8MzsGchAABAisQcJ+7z1fw2ighQIAAAQIECBAgQIAAAQIECBAgQIAAAQIECBBYQwEBxUxcAcVMQOUECBAgQIAAAQIECBAgQIAAAQIECBDoQGBqaipeeumlOHToUExMTHSw4+BssbCwEDMzM/HlL3855ubmBudgTkKAAIEVCLjP3ecreG2UECBAgAABAgQIECBAgAABAgQIECBAgAABAgQIrKGAgGImroBiJqByAgQIECBAgAABAgQIECBAgAABAgQIdCBw3nnnxfLycszPz8fo6GgHOw7OFk3fGzdu7PV95MiRwTmYkxAgQGAFAu5z9/kKXhslBAgQIECAAAECBAgQIECAAAECBAgQIECAAAECayggoJiJK6CYCaicAAECBAgQIECAAAECBAgQIECAAAECHQicddZZcfz48V5Ab2RkpIMdB2eLpu8m0NP0/corrwzOwZyEAAECKxBwn7vPV/DaKCFAgAABAgQIECBAgAABSsdC6AAAIABJREFUAgQIECBAgAABAgQIEFhDAQHFTFwBxUxA5QQIECBAgAABAgQIECBAgAABAgQIEOhA4Mwzz4z3338/FhcX44QTTuhgx8HZoul7fHy81/err746OAdzEgIECKxAwH3uPl/Ba6OEAAECBAgQIECAAAECBAgQIECAAAECBAgQIEBgDQUEFDNxBRQzAZUTIECAAAECBAgQIECAAAECBAgQIECgAwGBFoGWDl4zWxAg0IGA+9x93sFrZgsCBAgQIECAAAECBAgQIECAAAECBAgQIECAAIEEAQHFBKy2pQKKmYDKCRAgQIAAAQIECBAgQIAAAQIECBAg0IHAWWedFcePH48jR47EyMhIBzsOzhZN3+edd16v71deeWVwDuYkBAgQWIGA+9x9voLXRgkBAgQIECBAgAABAgQIECBAgAABAgQIECBAgMAaCggoZuIKKGYCKidAgAABAgQIECBAgAABAgQIECBAgEAHAk1Ab3l5Oebn52N0dLSDHQdni6bvjRs39vpuApp+BAgQGGYB97n7fJjfX2cnQIAAAQIECBAgQIAAAQIECBAgQIAAAQIECJQoIKCYOVUBxUxA5QQIECBAgAABAgQIECBAgAABAgQIEOhAYGpqKl566aU4dOhQTExMdLDj4GyxsLAQMzMz8eUvfznm5uYG52BOQoAAgRUIuM/d5yt4bZQQIECAAAECBAgQIECAAAECBAgQIECAAAECBAisoYCAYiaugGImoHICBAgQIECAAAECBAgQIECAAAECBAh0IPDd7343nnjiibj33nvjsssu62DHwdmi6fvmm2/u9f3AAw8MzsGchAABAisQcJ+7z1fw2ighQIAAAQIECBAgQIAAAQIECBAgQIAAAQIECBBYQwEBxUxcAcVMQOUECBAgQIAAAQIECBAgQIAAAQIECBDoQGDnzp2xb9++2Lp1a2zZsqWDHQdni6bvvXv39vresWPH4BzMSQgQILACAfe5+3wFr40SAgQIECBAgAABAgQIECBAgAABAgQIECBAgACBNRQQUMzEFVDMBFROgAABAgQIECBAgAABAgQIECBAgACBDgRmZ2d7Ab2pqaleULGmX9P33Nxcr+/p6emaWtcrAQIFCrjP3ecFvtZaIkCAAAECBAgQIECAAAECBAgQIECAAAECBAgMtYCAYub4BBQzAZUTIECAAAECBAgQIECAAAECBAgQIECgA4GlpaW48MILY/369fHcc891sOPgbNH0fezYsV7fY2Njg3MwJyFAgMAKBNzn7vMVvDZKCBAgQIAAAQIECBAgQIAAAQIECBAgQIAAAQIE1lBAQDETV0AxE1A5AQIECBAgQIAAAQIECBAgQIAAAQIEOhK44IIL4ujRo3Ho0KGYmJjoaNf+brOwsBAzMzOxYcOGeOGFF/p7GLsTIEBglQTc5+7zVXqVPIYAAQIECBAgQIAAAQIECBAgQIAAAQIECBAgQGAVBAQUMxEFFDMBlRMgQIAAAQIECBAgQIAAAQIECBAgQKAjgW3btsWBAwdi69atsWXLlo527e82+/bti71798bmzZtjz549/T2M3QkQILBKAu5z9/kqvUoeQ4AAAQIECBAgQIAAAQIECBAgQIAAAQIECBAgsAoCAoqZiAKKmYDKCRAgQIAAAQIECBAgQIAAAQIECBAg0JHA3NxcL6g3Pj4ejz32WEe79nebK6+8MhYXF3vBzKmpqf4exu4ECBBYJQH3uft8lV4ljyFAgAABAgQIECBAgAABAgQIECBAgAABAgQIEFgFAQHFTEQBxUxA5QQIECBAgAABAgQIECBAgAABAgQIEOhQ4Lzzzovl5eV46KGHYnJyssOdu9/q8OHDsWnTphgdHY0jR450fwA7EiBAYA0F3OdriOvRBAgQIECAAAECBAgQIECAAAECBAgQIECAAAECBBIEBBQTsNqWCihmAionQIAAAQIECBAgQIAAAQIECBAgQIBAhwI7d+6Mffv2xfT0dOzevbvDnbvfavv27TE7OxtbtmyJHTt2dH8AOxIgQGANBdzna4jr0QQIECBAgAABAgQIECBAgAABAgQIECBAgAABAgQSBAQUE7DalgooZgIqJ0CAAAECBAgQIECAAAECBAgQIECAQIcCS0tLceGFF/Z2/OUvfxlf+MIXOty9u62OHj0aU1NTvQ2fe+65GBsb625zOxEgQKADAfd5B8i2IECAAAECBAgQIECAAAECBAgQIECAAAECBAgQIPARBAQUPwLSv1sioJgJqJwAAQIECBAgQIAAAQIECBAgQIAAAQIdC9x8883xyCOPxPXXXx933nlnx7t3s13T18GDB+Paa6+Ne++9t5tN7UKAAIGOBdznHYPbjgABAgQIECBAgAABAgQIECBAgAABAgQIECBAgECLgIBi5mshoJgJqJwAAQIECBAgQIAAAQIECBAgQIAAAQIdCywuLsall17a2/XQoUMxMTHR8QnWdruFhYWYmZnpbfLUU0/F+Pj42m7o6QQIEOiTgPu8T/C2JUCAAAECBAgQIECAAAECBAgQIECAAAECBAgQIPA/BAQUM18HAcVMQOUECBAgQIAAAQIECBAgQIAAAQIECBDog8Dtt98e+/fvj40bN/b+lvS74YYbYn5+Ppq/d999d0mt6YUAAQL/R8B97qUgQIAAAQIECBAgQIAAAQIECBAgQIAAAQIECBAg0F8BAcVMfwHFTEDlBAgQIECAAAECBAgQIECAAAECBAgQ6IPAG2+8ERdddFEsLy/Hjh07YvPmzX04xepveeDAgdi5c2eMjo7Gs88+G+vWrVv9TTyRAAECAyTgPh+gYTgKAQIECBAgQIAAAQIECBAgQIAAAQIECBAgQIBAlQICipljF1DMBFROgAABAgQIECBAgAABAgQIECBAgACBPgnMzs7Gli1bersfOnQoJiYm+nSS1dl2YWEhZmZmeg/bt29fTE9Pr86DPYUAAQIDLuA+H/ABOR4BAgQIECBAgAABAgQIECBAgAABAgQIECBAgEDRAgKKmeMVUMwEVE6AAAECBAgQIECAAAECBAgQIECAAIE+Cmzbti2arw6Oj4/Hww8/HCMjI308zcq3Pn78eFx33XWxuLjY+xrknj17Vv4wlQQIEBhCAff5EA7NkQkQIECAAAECBAgQIECAAAECBAgQIECAAAECBIoQEFDMHKOAYiagcgIECBAgQIAAAQIECBAgQIAAAQIECPRZ4PLLL4/Dhw/H1NRU78uDw/hrvgQ5NzcXk5OT8fjjjw9jC85MgACBbAH3eTahBxAgQIAAAQIECBAgQIAAAQIECBAgQIAAAQIECBBIFhBQTCb73wUCipmAygkQIECAAAECBAgQIECAAAECBAgQINBngaWlpbjqqqtieXk5pqenY/fu3X0+Udr227dvj9nZ2RgdHY2f//znMTY2lvYAqwkQIFCIgPu8kEFqgwABAgQIECBAgAABAgQIECBAgAABAgQIECBAYKgEBBQzxyWgmAmonAABAgQIECBAgAABAgQIECBAgAABAgMg8MILL8R1110Xx48fH6qQ4gfhxJGRkXj44YfjggsuGABNRyBAgED/BNzn/bO3MwECBAgQIECAAAECBAgQIECAAAECBAgQIECAQJ0CAoqZcxdQzARUToAAAQIECBAgQIAAAQIECBAgQIAAgQERmJ+fj+985zu9kOLU1FTcc8890QT/BvHXnPHWW2+Nubm53hkffPDB2Lhx4yAe1ZkIECDQuYD7vHNyGxIgQIAAAQIECBAgQIAAAQIECBAgQIAAAQIECFQsIKCYOXwBxUxA5QQIECBAgAABAgQIECBAgAABAgQIEBgggebLWzfeeGMsLy/H+Ph47Nq1KyYmJgbohBELCwtx2223xeLiYoyOjsb999/vy4kDNSGHIUBgEATc54MwBWcgQIAAAQIECBAgQIAAAQIECBAgQIAAAQIECBCoQUBAMXPKAoqZgMoJECBAgAABAgQIECBAgAABAgQIECAwYAJLS0uxdevWOHz4cO9kO3bsiM2bNw/EKQ8cOBA7d+7snWVycjL27t0bY2NjA3E2hyBAgMCgCbjPB20izkOAAAECBAgQIECAAAECBAgQIECAAAECBAgQIFCigIBi5lQFFDMBlRMgQIAAAQIECBAgQIAAAQIECBAgQGBABbZt2xZNILD5bdy4MW655Za+fU2x+Wrij370o5ifn++dpwlM7tmzZ0DlHIsAAQKDJeA+H6x5OA0BAgQIECBAgAABAgQIECBAgAABAgQIECBAgEBZAgKKmfMUUMwEVE6AAAECBAgQIECAAAECBAgQIECAAIEBFpidnY277rorlpeXe6e8/vrr4/vf/35s2LChk1P//ve/j5/+9Kdx8ODB3n6jo6Nxxx13xPT0dCf724QAAQKlCLjPS5mkPggQIECAAAECBAgQIECAAAECBAgQIECAAAECBAZNQEAxcyICipmAygkQIECAAAECBAgQIECAAAECBAgQIDDgAm+88Ubva4X79+//8KRNQPDqq6+OycnJNTn94cOH42c/+1k0gZoPfjfccEM0XwFbt27dmuzpoQQIEChdwH1e+oT1R4AAAQIECBAgQIAAAQIECBAgQIAAAQIECBAg0A8BAcVMdQHFTEDlBAgQIECAAAECBAgQIECAAAECBAgQGBKBxcXFuO++++KRRx758MTj4+PxrW99Ky6++OKYmJjI6mRhYSGeeeaZePLJJ6PZ64PftddeGzfddFM0e/kRIECAQL6A+zzf0BMIECBAgAABAgQIECBAgAABAgQIECBAgAABAgQIfCAgoJj5LggoZgIqJ0CAAAECBAgQIECAAAECBAgQIECAwJAJLC0txUMPPRSPPvpoLC8vf3j69evXx/nnnx/nnntunH322fH5z38+RkdH49RTT42TTz65t+7tt9+O119/vVf3hz/8IX73u9/Fyy+/HL/5zW/i2LFjHz6rqbvmmmti06ZNMTY2NmRCjkuAAIHhEHCfD8ecnJIAAQIECBAgQIAAAQIECBAgQIAAAQIECBAgQGCwBQQUM+cjoJgJqJwAAQIECBAgQIAAAQIECBAgQIAAAQJDLDA3N9f74uHTTz8dR48ezepkw4YNcckll/S+yDg1NZX1LMUECBAgkCbgPk/zspoAAQIECBAgQIAAAQIECBAgQIAAAQIECBAgQIDABwICipnvgoBiJqByAgQIECBAgAABAgQIECBAgAABAgQIFCLQfImr+RJi80XE5suITWDxtdde630x8fjx470umy8pnnbaaXHGGWdEE0hsvrTYfHGx+fKiLyUW8iJogwCBoRf4KPf5yMhI7wu57vOhH7cGCBAgQIAAAQIECBAgQIAAAQIECBAgQIAAAQIEMgUEFDMBBRQzAZUTIECAAAECBAgQIECAAAECBAgQIECgcIG33nqr92XEU045Jfbu3Rtf+cpXCu9YewQIEChT4J133umFyT/xiU/Er3/96/jUpz5VZqO6IkCAAAECBAgQIECAAAECBAgQIECAAAECBAgQIJAgIKCYgNW2VEAxE1A5AQIECBAgQIAAAQIECBAgQIAAAQIEChdoAopXXHFFnHjiibFr166YnJwsvGPtESBAoEyBN998s/fV2+ZruM8//3ycfvrpZTaqKwI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OAvf/lLXH755fGJT3wifvzjH8eXvvSlwjvWHgECBMoUeO+99+Kss86KkZGRePHFF3t//QgQIECAAAECBAgQIECAAAECBAgQIECAAAECBAjULiCgmPkGCChmAionQIAAAQIECBAgQIAAAQIECBAgQIDAvxD461//Gn/+85/j7bffHlqjU089NX71q1/F9u3bY926dbFr16744he/GH//+9+HtqeTTjopPvvZz8anP/3poe3BwQkQ6Fagucv/9Kc/xfvvv9/txqu423/913/F+vXrY3JyMj72sY/FU089FcePH49//OMfq7hL948688wzY3R0tPuN7UiAAAECBAgQIECAAAECBAgQIECAAAECBAgQIFCMgIBi5igFFDMBlRMgQIAAAQIECBAgQIAAAQIECBAgQKBF4J133okbb7wxfvvb30YTChnWXxNceeutt+LYsWNxwgknxGmnndYLKjbhlmH9NYHRr371q/HDH/4wPve5zw1rG85NgECHAt/4xjd6d2FzDw7z78033+wFLZvfZz7zmd6XcYe5p+aLkGeccUY89thjQ/1v7TC/U85OgAABAgQIECBAgAABAgQIECBAgAABAgQIEChBQEAxc4oCipmAygkQIECAAAECBAgQIECAAAECBAgQINAi8O6778bMzEz88Y9/jFNOOWVojZowS/MlyA++AnnyySf3vjzYhFqG9fe3v/0tvva1r8Xu3buj+fKWHwECBP6dQPPVxK9//eu9ANwwh7P/+c9/xquvvvrhfd7829SEFE888cShfQGa0Gjzb9IvfvGLoZ7N0A7AwQkQIECAAAECBAgQIECAAAECBAgQIECAAAEChQgIKGYOUkAxE1A5AQIECBAgQIAAAQIECBAgQIAAAQIE/oVA8xXF5r9h/jpVE2iZn5+PH/zgB70vJ27bti0uueSS+OQnPznUc29CRk3Y0o8AAQIfRaAJNp900kkfZenArmnu81deeSW+/e1v90LmBw8ejPHx8aEOKDbYTYD0U5/61MC6OxgBAgQIECBAgAABAgQIECBAgAABAgQIECBAgMDgCwgoZs5IQDETUDkBAgQIECBAgAABAgQIECBAgAABAgQKF2i+UNWEEkdGRmL//v1xzjnnFN6x9ggQIFCmwHvvvRdnn312L6D94osvCmqXOWZdESBAgAABAgQIECBAgAABAgQIECBAgAABAgQIJAoIKCaC/f/LBRQzAZUTIECAAAECBAgQIECAAAECBAgQIECgcIEmoHjFFVf0vrK1a9eumJycLLxj7REgQKBMgTfffDPOPffcXjDx+eefj9NPP73MRnVFg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h7VU+YAAAgAElEQVQ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agsovvvuu/Hxj3+8mvlqlAABAgQIECBAgAABAgQIECBAgAABAgQIECBAYGUCAoorc/uwSkAxE1A5AQIECBAgQIAAAQIECBAgQIAAAQIEChcQUCx8wNojQKAagZoCis8//3xcddVVcc4558Q111wTV199dXzuc5+rZtYaJUCAAAECBAgQIECAAAECBAgQIECAAAECBAgQ+OgCAoof3ap1pYBiJqByAgQIECBAgAABAgQIECBAgAABAgT+H3v3AR1Vuf19fIfee0eqdKQjilQp0puICCr9UlRaFAG5CKL0ItKkCQrSBCmiEkKQXiSANCnSe5FepMO79vN/yRVykpzkTJIp32etWXhvnvo5kzOTteY3GwEvFyCg6OUXmOMhgIDPCPhSQLF9+/aydOnSp65t6tSpQ8KKRYoU8ZnrzkERQAABBBBAAAEEEEAAAQQQQAABBBBAAAEEEEAAAQTCFyCg6PAZQkDRISDDEUAAAQQQQAABBBBAAAEEEEAAAQQQQAABLxe4evWq1K1bVxImTCijRo2SYsWKefmJOR4CCCDgnQJ37tyRfPnySaJEiWTr1q2SIkUK7zyoiFSuXFkOHDgQ7vlef/11U1nx1Vdf9VoHDoYAAggggAACCCCAAAIIIIAAAggggAACCCCAAAIIIBCxAAHFiI3C7UFA0SEgwxFAAAEEEEAAAQQQQAABBBBAAAEEEEAAAS8X2L59uzRv3lwSJ04skyZNkjJlynj5iTkeAggg4J0CFy9elKJFi0q8ePFk06ZNkjVrVq886OrVq6VZs2aROlvFihVNWFEffn5+kRpLZwQQQAABBBBAAAEEEEAAAQQQQAABBBBAAAEEEEAAAc8WIKDo8PoRUHQIyHAEEEAAAQQQQAABBBBAAAEEEEAAAQQQQMCLBR49eiR9+/aVGTNmmFO+/fbb0qdPH0mePLkXn5qjIYAAAt4n8PDhQ+nSpYssXLjQHK5hw4YyZswYiR8/vvcd9v+faNWqVfLrr7+ax+XLl22fs1ChQiao2KRJE0mXLp3tcXREAAEEEEAAAQQQQAABBBBAAAEEEEAAAQQQQAABBBDwTAECig6vGwFFh4AMRwABBBBAAAEEEEAAAQQQQAABBBBAAAEEvFhg2LBhMm7cOEmSJIncuXPHVN3SgMt7771n/puGAAIIIOD+Aho2Hz58uIwePdoE7jSseOXKFenatat8/PHHEidOHPc/hMMd7ty5MySseOjQIduzZciQISSsWKBAAdvj6IgAAggggAACCCCAAAIIIIAAAggggAACCCCAAAIIIOA5AgQUHV4rAooOARmOAAIIIIAAAggggAACCCCAAAIIIIAAAgh4qcC0adPk008/lWTJksmoUaPk4sWLMnbsWLl9+7ZocLF27dpeenKOhQACCHiPwOPHj2XWrFnSq1cv0aDi/PnzTTixQ4cOJmg+YsQIE8Dz8/PznkNHcJKTJ0+GhBW3bNli+9wa5NSqiupVvnx52+PoiAACCCCAAAIIIIAAAggggAACCCCAAAIIIIAAAggg4N4CBBQdXh8Cig4BGY4AAggggAACCCCAAAIIIIAAAggggAACCHihwPLly6V9+/aiwZbBgwdL8+bNzSmnTp0qAwcOlESJEsmkSZOkUqVKXnh6joQAAgh4j0BQUJAJIz4Jl7/zzjvmcN9884307dtXUqRIIZMnT5aKFSt6z6EjcZKbN2+GhBX1tS8yrWrVqias2LBhw8gMoy8CCCCAAAIIIIAAAggggAACCCCAAAIIIIAAAggggICbCRBQdHhBCCg6BGQ4AggggAACCCCAAAIIIIAAAggggAACCCDgZQJ//PGHNG3aVDS00aNHD+nevXvICR8+fChffPGFCSqmTZtWpk+fLiVKlPAyAY6DAAIIeIfAzp07RQOJWgH3/fffl//+979PHUyrJ3755ZeSKVMmmTlzphQqVMg7Du7gFBro/PXXX83j2rVrtmcqVqyYCStqhcWUKVPaHkdHBBBAAAEEEEAAAQQQQAABBBBAAAEEEEAAAQQQQACB2BcgoOjwGhBQdAjIcAQQQAABBBBAAAEEEEAAAQQQQAABBBBAwIsETpw4IY0bN5ZTp06ZUMuwYcPEz8/vqRPevXtX/P39ZeHChZIlSxb58ccfJWfOnF6kwFEQQAABzxc4d+6cuZ8fOXJEGjVqJOPHjw91P9cquZ07dzb38bx588oPP/xgwoq0/xPYvn17SFjx6NGjtlmyZs0aElZ8/vnnbY+jIwIIIIAAAggggAACCCCAAAIIIIAAAggggAACCCCAQOwIEFB06E5A0SEgwxFAAAEEEEAAAQQQQAABBBBAAAEEEEAAAS8RuHHjhrz++uuyZ88eqVy5ssyaNUvixIljebrr169LmzZtZMOGDaaC4nfffSfp06f3EgmOgQACCHi2gAbJ33zzTdmyZYuULVvW3M8TJ05seahbt25Jy5Ytzf28dOnSMnfuXEmaNKlnA0TD7o8dOxYSVty2bZvtFRImTBgSVnzppZdsj6MjAggggAACCCCAAAIIIIAAAggggAACCCCAAAIIIIBAzAkQUHRoTUDRISDDEUAAAQQQQAABBBBAAAEEEEAAAQQQQAABLxDQKlpvv/22rFq1SooUKWKqaSVPnjzck128eFGaN28uu3fvltdee00mTJhAqMULngscAQEEPFvg/v370rZtW1mxYoXkz59f5s2bJxkzZgz3UFptUe/n+/btkzp16sjXX38t8ePH92yIaNy9hvR//fVX81DnyLQaNWpIkyZNjDMNAQQQQAABBBBAAAEEEEAAAQQQQAABBBBAAAEEEEDAPQQIKDq8DgQUHQIyHAEEEEAAAQQQQAABBBBAAAEEEEAAAQQQ8AIBf39/mTNnjmTLlk0WLlwozz33nK1TaUWpZs2ayYkTJ0y4ZfDgwRIvXjxbY+mEAAIIIOBagUePHkmPHj1k9uzZkilTJnNfL1CggK1FDhw4YO7jZ8+eNYH1IUOGSNy4cW2N9fVOgYGBIYFFrUZst5UqVcqEFRs3bizJkiWzO4x+CCCAAAIIIIAAAggggAACCCCAAAIIIIAAAggggAACLhYgoOgQlICiQ0CGI4AAAggggAACCCCAAAIIIIAAAggggAACHi4wduxYGTRokKRKlUrmzp0rxYoVi9SJtm3bZqp1Xbp0Sbp37y4adqQhgAACCMS8wJdffikjR46URIkSyYwZM+SVV16J1CY2b94s77zzjty5c0e6desmH374ofj5+UVqDl/vvHXrVhNW/OWXX0x4327LkSOHCSu+8cYbov9NQwABBBBAAAEEEEAAAQQQQAABBBBAAAEEEEAAAQQQiDkBAooOrQkoOgRkOAIIIIAAAggggAACCCCAAAIIIIAAAgi4jcBff/0l+fLlc5v9eMJGlixZIh07djRVsqZPny7Vq1eP0rYDAgJMMPHu3bum6paGLGgIIIAAAjEnMG/ePOnVq5doFcVRo0aZqnxRafq6oMHEx48fy6effiotW7aMyjSMEZHDhw+HVFbcsWOHbROtpqhBRX1olUUaAggggAACCCCAAAIIIIAAAggggAACCCCAAAIIIIBA9AoQUHToS0DRISDDEUAAAQQQQAABBBBAAAEEEEAAAQQQQCBWBa5evSq//fZbyGPMmDFSrVq1WN2Tpyy+bt06effdd02ocMCAAfKf//wnylvXQMz3338vn332mam2NXHiRK5DlDUZiAACCEROYPXq1dKlSxfR18TevXtLp06dIjfBM701sK738yRJkohWZaxRo4aj+WJjsAY2mzZtGhtLW6555cqVkLCivm+JTKtbt64JK3ridYjMOemLAAIIIIAAAggggAACCCCAAAIIIIAAAggggAACCMSWAAFFh/IEFB0CMhwBBBBAAAEEEEAAAQQQQAABBBBAAAEEYkVgw4YNJpS4cuVKOXDgQMgetHKfhhRp4Qvs3r3bhBPPnz8vHTp0kP79+zsmu3fvnrHXR9KkSWXx4sWSP39+x/MyAQIIIIBA2AI7d+6U9957T06fPi3t27eXnj17mqq4Ttr9+/dNNVwN+WXLlk0GDRokJUqUcDJljI5duHChvP/++1KlShXp3r27lC5dOkbXj2gxrU6plYd//fVX8/jnn38iGhLy85dfftlUKW7YsKEJkNIQQAABBBBAAAEEEEAAAQQQQAABBBBAAAEEEEAAAQScCxBQdGhIQNEhIMMRQAABBBBAAAEEEEAAAQQQQAABBBBAIMYEDh06ZAKJGkxcu3at5brx48eXwMBAKVCgQIzty9MWOn78uLRu3Vr27dsn9erVk0mTJpmqh65oGrLo27evzJkzR5577jlZunSpZMyY0RVTMwcCCCCAwDMCx44dMyHz/fv3S+PGjeWLL75wWWjtxo0bMnDgQPnhhx/k+eefl2nTppmwors3DVfWr19fduzYEbJVrRCsQcXUqVO75fZ///33kLDiqVOnbO8xT548Jqyo1RWzZMliexwdEUAAAQQQQAABBBBAAAEEEEAAAQQQQAABBBBAAAEEnhYgoOjwGUFA0SEgwxFAAAEEEEAAAQQQQAABBBBAAAEEEEAgWgU0IPEklKjBxEuXLoW7Xu7cuaVRo0by0UcfReu+PHXyixcvygcffCDr1q0TrcI0d+5c0VCnK9uVK1dMFa/169ebilu6RooUKVy5BHMhgAACPi/w999/S8eOHSU4OFgqVqwoo0ePlnTp0rnU5dy5cybYp/fzsmXLmkC7u4b8nhx8woQJ8qqaB14AACAASURBVPnnn4dy0LC8nqVly5YuNXL1ZAcPHgwJK+7atcv29KlSpQoJKxYtWtT2ODoigAACCCCAAAIIIIAAAggggAACCCCAAAIIIIAAAgiIfqmza77VOZow3XpzemYCitF05ZkWAQQQQAABBBBAAAEEEEAAAQQQQAABBBwJbNq0yVRK1HCiVvoLryVIkMCEEl9//XUT0qBZC9y6dUt69+4tixYtEq26NHv2bMmcOXO0cJ05c0aaNm0qWvWybt26Mm7cOEmYMGG0rMWkCCCAgK8JPH78WDp16mSCbIULF5YxY8ZI3rx5o4VBqzNqsP3AgQNSu3ZtmThxosuq7kbHhvX9g1Z7/Pnnny2nf+WVV0xQsXz58tGxvEvn1C9l0Gusj9WrV0dqbn1fpJUVq1SpEqlxdEYAAQQQQAABBBBAAAEEEEAAAQQQQAABBBBAAAEEfFGAgKLDq05A0SEgwxFAAAEEEEAAAQQQQAABBBBAAAEEEEDAZQJHjhwJCSXa+SB+uXLlTChRH4kSJXLZPrxxoocPH8rAgQNl6tSpolWkNGBSqlSpaD3q4cOHTTUnrcDVrl076d+/v8SJEyda12RyBBBAwBcE+vbtKzNnzpSsWbOayokvvvhitB77999/l86dO8v58+elbdu28umnn0breq6YXKv3alBx9+7dltO9++674u/vL5kyZXLFctE+x4MHDyQgICAksHj37l3ba1aoUMGEFRs0aMCXBdhWoyMCCCCAAAIIIIAAAggggAACCCCAAAIIIIAAAgj4kgABRYdXm4CiQ0CGI4AAAggggAACCCCAAAIIIIAAAggggIAjAa3qp1UStVqiPv7+++9w58uRI0dIKFGrANLsCcyYMcMEBDXIOWLECFMFKybaxo0bTZhFr3OfPn2kQ4cOMbEsayCAAAJeK6DVEkeNGiXJkyeXL7/8UqpVqxYjZw0KCjKBvps3b0qPHj1MBUd3bxcvXjQhxW+++UauX78earspU6Y01RQ98bVJX1+fVFc8e/as7UtRsGBBE1bUR4YMGWyPoyMCCCCAAAIIIIAAAggggAACCCCAAAIIIIAAAggg4M0CBBQdXl0Cig4BGY4AAggggAACCCCAAAIIIIAAAggggAACURLQakxPQol79uwJd464ceOGhBIrV64cpfV8edDixYtNmOTx48fy3//+V1q1ahWjHIsWLTKhFl1/woQJMRaOjNFDshgCCCAQAwJz5syRzz77TLQqrobO33777RhY9X9LLFiwwITN9XV5wIABJuTmCW3btm0mqLhw4ULL7ZYsWdIEFWMq7Olqs/3794eEFf/880/b06dPn95cQ612rMFFGgIIIIAAAggggAACCCCAAAIIIIAAAggggAACCCDgqwIEFB1eeQKKDgEZjgACCCCAAAIIIIAAAggggAACCCCAAAK2BY4dO2ZCiU8qJkY0sGzZstKoUSMTTkyaNGlE3fm5hcD69eulc+fOolWkPvjgA+nZs2eMOz169MhU+dKKXylSpDABEYIQMX4ZWBABBDxcYMWKFSZsfuPGDfNvx44dY/xEej+fPHmyqcSrFRxHjx4tlSpVivF9RHVBDcxrNUUNLFo1DeppoD5nzpxRXSLWx124cCEkrLhu3Trb+/Hz8zNBRQ0sVqhQwfY4OiKAAAIIIIAAAggggAACCCCAAAIIIIAAAggggAAC3iBAQNHhVSSg6BCQ4QgggAACCCCAAAIIIIAAAggggAACCCAQrsDt27dDAokaTjx//ny4/bNlyxYSSsyfPz+6DgR27dolXbp0kSNHjsibb75pAiWx1e7duye9e/cWrf6VOXNm0ZBI9uzZY2s7rIsAAgh4lMCOHTtMyPzUqVPSvHlzUz0xQYIEsXKGu3fvyhdffCEzZ86U5557zgQWCxUqFCt7icqiGvDUkKI+NLz/bEuYMKGppti1a9eoTO9WY/RaLV++PCSweP/+fdv7q1Kligkr1q1bV+LHj297HB0RQAABBBBAAAEEEEAAAQQQQAABBBBAAAEEEEAAAU8UIKDo8KoRUHQIyHAEEEAAAQQQQAABBBBAAAEEEEAAAQQQsBQIDg421RL1oUG58JpW7XlSKbFq1aqIukDg+PHjJlyhVaJeffVV+fbbbyVOnDgumDnqU9y6dUv+85//yKpVq6RkyZIyffp0yZAhQ9QnZCQCCCDgAwLnzp2Ttm3byp49e6RWrVoyePBgSZ06daye/OrVqyZ0/vPPP0vRokXNa0z69OljdU+RXVw9NaQ4d+5cy6EautRqinXq1Ins1G7bX6sq//rrr+YR0RdG/PsQeo01rKjv1dKlS+e252NjCCCAAAIIIIAAAggggAACCCCAAAIIIIAAAggggEBUBQgoRlXu/48joOgQkOEIIIAAAggggAACCCCAAAIIIIAAAgggECJw4sQJE0hcuXKleTx+/DhcnTJlysjrr79uHsmTJ0fSRQKXL182wZGAgAApUqSIqW6VJUsWF83ubBrdm1Zz/PPPP6VmzZoyevRoSZkypbNJGY0AAgi4QGD//v0yatQoc890l6YV8Nq1ayerV6+Wl19+2dwzs2bN6hbbO3v2rKnSu2nTJilXrpzMnj1b4saN6xZ7i8wmfvnlF5k2bZps3LjRcli9evVMULFAgQKRmdbt++7du9cEFfX8+ty32/T9hIYVmzRpInny5LE7jH4IIIAAAggggAACCCCAAAIIIIAAAggggAACCCCAgFsLEFB0eHkIKDoEZDgCCCCAAAIIIIAAAggggAACCCCAAAI+LqDhiSehRP1XAwvhNf1guwYStQqPVieiuVbg9u3bMnDgQBMUyZkzp3z99deSP39+1y7icLbTp0+bKmCXLl2SFi1ayKeffiqJEyd2OCvDEUAAgagLLFmyREaOHCkHDx40FQpbtWoV9clcOFIDgD/++KPky5fP3M/dLSSnXloZ96+//jKhtTFjxrjw9DE3lb6X0WqKGlTU1yir1r17d+nWrZskSJAg5jYWQyvpe7cnlRXDCmpabUUtnoQVNUBLQwABBBBAAAEEEEAAAQQQQAABBBBAAAEEEEAAAQQ8VYCAosMrR0DRISDDEUAAAQQQQAABBBBAAAEEEEAAAQQQ8FGBbdu2mWCiPnbs2BGhQsOGDU0o8bXXXouwLx2iJvDw4UMTDhk3bpykTZvW/Le7Bga2bt1qwom3bt2Snj17Svv27SVevHhROzijEEAAgSgK3L9/31RN1MqE/27ff/+9VK1aNYqzumaYBiXHjh0rGTJkMFUdteqwOza9n7du3VouXrxoKg326NHDHbdpa08atNSQ4nfffWfZP3fu3OaMjRs3tjWfJ3b6559/ZPny5SGBxUePHtk+hr7H08qK+iUEnlhN0/ZB6YgAAggggAACCCCAAAIIIIAAAggggAACCCCAAAJeJ0BA0eElJaDoEJDhCCCAAAIIIIAAAggggAACCCCAAAII+JDAqVOnQkKJQUFBooG48Frp0qVNKFErJqZKlcqHpGLnqBqo+OyzzyRJkiQydOhQqVOnTuxsxOaqWrFMK1JpMFH3qyFWPz8/m6PphgACCDgT2LNnj6maGBAQEGoirTw7adKkWKtAO336dOnbt68kTJhQxo8fLzVr1nR22GgeHRgYKG3btpXHjx/L8OHDpVmzZtG8YvROr+9xtKLi6tWrLRfSIJ6+fhUvXjx6N+IGs69ZsyYkrKghVLutZMmSJqxYv359SZMmjd1h9EMAAQQQQAABBBBAAAEEEEAAAQQQQAABBBBAAAEEYkWAgKJDdgKKDgEZjgACCCCAAAIIIIAAAggggAACCCCAgJcLaHUprZK4cuVK8+/p06fDPXHGjBlNIFEfL7zwgpfruM/xfv31V+natas8ePBA+vTpI+3atXOfzYWzk6+//lq0SpgGWPW/y5Ur5xH7ZpMIIODZAgsWLDDhxGPHjoU6iIbOli1bFmsH1FBcmzZt5M6dOybs9/bbb8faXiKzsFad/PjjjyVx4sSmCmGlSpUiM9wt+2pIUR9Hjx613F+nTp1MUDF58uRuuX9Xb2r37t0hYUWtNmm3Zc+e3YQVtfJkrly57A6jHwIIIIAAAggggAACCCCAAAIIIIAAAggggAACCCAQYwIEFB1SE1B0CMhwBBBAAAEEEEAAAQQQQAABBBBAAAEEvFTgjz/+CKmWuH379ghPWa9ePRNKdPcqTxEexAM7BAcHS+vWreXq1avSoUMHU3XLU9qjR4+kf//+JsySOXNmmTNnjuTJk8dTts8+EUDAwwRu375tgolalTC8psHAd955J8ZPt2/fPmnatKn8/fff4u/vLz169IjxPThZcODAgTJu3DhJmzatzJ8/XwoWLOhkOrcYe/z4cRNS1Ncpq8rRWbJkMdfKU4KkrkLVqtoa5NUvSNi8ebPtaZMmTSpvvPGGeWilbRoCCCCAAAIIIIAAAggggAACCCCAAAIIIIAAAggg4A4CBBQdXgUCig4BGY4AAggggAACCCCAAAIIIIAAAggggIAXCZw5cyYklBgUFCRaPTG8VqJECRNKbNSokQkj0GJe4ODBgyacePjwYalfv75MmDBB4saNG/MbcbDivXv3pHPnzrJ06VLJnz+/aBWurFmzOpiRoQgggEBoAQ3eazhRKwJH1Bo2bGiqusZku3Dhgui6Wq1Pw1tjxowRPz+/mNyC47U0dN6lSxf58ccfTaU8va97y/uDtWvXmqBiYGCgpVPFihVNNcWXX37ZsaOnTXDjxg3jomFFfUSm1alTxzzfa9So4XHP98ick74IIIAAAggggAACCCCAAAIIIIAAAggggAACCCDg3gIEFB1eHwKKDgEZjgACCCCAAAIIIIAAAggggAACCCCAgIcLaDWg3377zQQ29N+TJ0+Ge6L06dOHhBKLFSvm4af37O2fP39e2rVrJ9u2bZPy5cvLzJkzJWHChB55qOvXr0vz5s3NWV566SWZPn26pE6d2iPPwqYRQMD9BObOnStDhgwRvW9G1EqVKiU///xzRN1c+nOt7KghLa1YrPfzWbNmSYIECVy6RkxNdufOHVNNcOPGjaKWGlb01NcmKzN9rdVqivv377ck1S8N0KCivl/y1abvJ5+EFa9cuWKbQV//mzRpInXr1pWUKVPaHkdHBBBAAAEEEEAAAQQQQAABBBBAAAEEEEAAAQQQQMCpAAFFh4IEFB0CMhwBBBBAAAEEEEAAAQQQQAABBBBAAAEPFdi1a1dIKHHr1q0RnkIr3GilRP2XFvsC//zzj3Tq1ElWrFghGhTV8I2nf5j/3Llz5jl2/PhxU0VsxIgRkiRJktjHZgcIIOCxAhp+HjVqlEyaNMnWGVq2bGmCjDHdWrVqJcuXL5e8efPK4sWLJU2aNDG9BZeup6G0WrVqmft5vXr1ZOLEiRInThyXrhGbk509e9aEFLWiooZLn21aNVJDim3bto3NbbrF2jt27AgJK2q1Z7vt+eefN2FFfV+QPXt2u8PohwACCCCAAAIIIIAAAggggAACCCCAAAIIIIAAAghESYCAYpTY/jeIgKJDQIYjgAACCCCAAAIIIIAAAggggAACCCDgQQIaANOqNvoICgqSu3fvhrv7okWLmmqJ+vDlSkDudokfP34sPXv2lO+//16ee+45mTdvnuTKlcvdthml/ezbt89UEbt69ap07NhRevXqJfHjx4/SXAxCAAHfFggODpahQ4fKhg0bIoTQ+8zYsWOlQYMGEfZ1dYdPP/1UpkyZIhpq++WXXyRHjhyuXiJW5jt48KAJJ167ds3cz/Wcfn5+sbKX6Fp08+bNJqi4dOlSyyXKlCljgoqVK1eOri141LwaWF22bJkJLOrvp92mX8CgYUV9f0D1brtq9EMAAQQQQAABBBBAAAEEEEAAAQQQQAABBBBAAIHICBBQjIyWRV8Cig4BGY4AAggggAACCCCAAAIIIIAAAggggICbC2iY7UkoceXKlaaaUXhNAxJarUZDiSVKlHDz0/nm9kaPHi3Dhg0zFROnT58uL7/8sldBaJioTZs2JkDbu3dvad++vdeFWrzqgnEYBNxQYObMmfLFF1+IVlCMqGXIkMFUo9V/Y7pNnTpV+vbta4LYWjmxZMmSMb2FaF1v48aN0qxZM7l//77069dPOnToEK3rxdbkP/zwg6mmqNWprZoa+Pv7my8VoP2fgH4RQWBgoAkravXQyDStsqxhxapVq0ZmGH0RQAABBBBAAAEEEEAAAQQQQAABBBBAAAEEEEAAgTAFCCg6fHIQUHQIyHAEEEAAAQQQQAABBBBAAAEEEEAAAQTcVGDPnj2igUQNJ27ZsiXCXdasWdOEErXakSc2PasvfFB9/vz5phpTggQJRIOK9evX98TLFeGeNajz4YcfmmDi8OHDTWiWhgACCEQkcPnyZRPg/u677yLqan5eunTpMKvf2ZrAQaclS5bI+++/L48ePRINKtauXdvBbO47VO/nnTp1MiHMMWPGiIbLvLHpc09DivrQqpHPtqRJk5rXb73mtKcF9Ms09H2chhX1YeUXlln58uVNWFF/f5InTw4tAggggAACCCCAAAIIIIAAAggggAACCCCAAAIIIBAlAQKKUWL73yACig4BGY4AAggggAACCCCAAAIIIIAAAggggIAbCVy4cCGkWmJQUJDcvn073N298MILJpSo4a9MmTK50Unsb0WrY2mVrM2bN8uMGTMkZ86c9gd7WE+tRPXmm2+aXWslqrZt20qcOHE87BT2tquBnYkTJ5qgkYY6pkyZIq+88oq9wfRCAAGfFNB75MCBA2X79u22zt+yZUsZMmSIrb6u7qR71Xu4BrH++9//ynvvvefqJdxqPg0mDh061FT+nTRpklSoUMGt9ufKzfzxxx8mpPjjjz9aTlu0aFFTTbFGjRquXNar5tLf4SdhxaNHj9o+W4ECBUxYsUGDBlSrtK1GRwQQQAABBBBAAAEEEEAAAQQQQAABBBBAAAEEEFABAooOnwcEFB0CMhwBBBBAAAEEEEAAAQQQQAABBBBAAAE3EFi1apUJJmr1mYg+yJ06dWpTvUiDiVo5ypObVhPUcKIGM7XpmcaPH+/JRwpz7/v37zdB0qtXr5ogyyeffCJx48b1yrM+OdTdu3dl8ODBMn36dMmcObMJoObLl8+rz8zhEEAgagIaYtbXg3v37tmaQF8r9DUjNtq+fftEw5EnT56UNm3amFCltzetkNe7d29zH8+WLZtMmzZNChcu7NXH1sqRes7g4GDLc+prugYV8+TJ49UOTg935MgRCQgIkF9++cV2+FjXTJcunQkr6sPbn2tOjRmPAAIIIIAAAggggAACCCCAAAIIIIAAAggggAACBBQdPwcIKDomZAIEEEAAAQQQQAABBBBAAAEEEEAAAQRiRWDv3r0mkKjBRK0eGFGrXr26CWNoONHTm4YwNYii1XWebVOnTpU6dep4+hGf2v/Zs2fNtTt27Jj598svv5QECRJ41RnDOoxWF9Mw5pIlS0yIY9GiRaIhW29r3377rWTIkEFq167tbUfjPAhEq8D58+dl0KBB8sMPP9haRyv4zZo1S0qVKmWrv6s7nTt3Tlq1aiW7du0yv+8TJkzwmfv5nTt3TMA+MDBQihQpYsJ7Gj735nbr1i3R9yV61idfpvDv8+oXDXTv3l26devm9V864IrrfOnSJfP80fd/Wik8Mk2Dik2aNJGKFStGZhh9EUAAAQQQQAABBBBAAAEEEEAAAQQQQAABBBBAwEcEqKDo8EITUHQIyHAEEEAAAQQQQAABBBBAAAEEEEAAAQRiUEA/mP0klKgfzNYPvofXChYsaAJt+siSJUsM7jT6lpo4caIJJz58+DDUIlqV6T//+Y95eEvTa/zWW2/J1q1b5aWXXpI5c+ZI4sSJveV4ts6hAaTOnTvLhg0bpEyZMvL9999L0qRJbY31hE76e924cWM5cOCA+bdnz56mwhgNAQTCF9Dqwfp6oIF9O+2FF14w91CtrBYb7caNGyagp/vW+7lWfUyTJk1sbCXW1tT7eYcOHcxrWtWqVU1A05vu52HB/vnnnyakOHv2bMsuWh1Yqyk2aNAg1q6Npy384MED855Yw4r6uHnzpu0jvPrqq6ayYo0aNXzi+Wcbho4IIIAAAggggAACCCCAAAIIIIAAAggggAACCPiwAAFFhxefgKJDQIYjgAACCCCAAAIIIIAAAggggAACCCAQAwJr1qwxlRL1g9iHDx8Od0WtDqVVEjWUqGEub2nbtm0zQZSwqkU2bdrUBBMLFy7sLUeW+/fvm8DCggULTPXAxYsXS9q0ab3mfJE5iFbN1OurQSStkKmhlvjx40dmCrftO2LECBk5cmTI/hIlSiS9evUyIR4aAghYC4wdO9ZUTrTb3nzzTfnqq6/sdnd5v3v37pnw8fz580W/PGDy5MmSK1cul6/jCRNqGLtjx45y8OBBExIbPXq0J2zbJXvUIJ0GFTVwb9Vq1aplXvc1TEuLnEBwcHBIWPHEiRO2B2s1T30e1q1b12u+zMP24emIAAIIIIAAAggggAACCCCAAAIIIIAAAggggAACIQIEFB0+GQgoOgRkOAIIIIAAAggggAACCCCAAAIIIIAAAtEksH///pBQ4saNGyNcRSsRNWrUyAQT/fz8IuzvSR00hKJhFKumHyzX4FqTJk086UgR7vXx48cyZMgQc26t9vXjjz9K3rx5IxznzR127dol7dq1k7Nnz0qrVq1kwIABHv9c16BO5cqVLS+bBow1qFi2bFlvvqycDYFICZw8edKE1X/66Sfb4zQY2K1bN9v9o6Pj559/bkKJmTNnlq+//lpKlSoVHct4zJybNm2STp06ycWLF819vX///h6zd6cb1cp/U6dOlW+++UZOnTplOZ1WDe7atSvV/aKIreHXgIAAE1jcsWOH7Vn091PDivp+WoPENAQQQAABBBBAAAEEEEAAAQQQQAABBBBAAAEEEPAdAQKKDq81AUWHgAxHAAEEEEAAAQQQQAABBBBAAAEEEEDAhQJXrlwxVRK1WmJQUJDcuHEj3Nnz588fEkrMli2bC3fiHlMFBgaaIIp+0PzZFidOHBNM1EfWrFndY8Mu3MW3334r//3vf0Wr6WmQIawQmwuX9IipNKzbvn17uXXrlnzyySfm+nt60+e5hi3Dqo7atm1b+eijjyRVqlSeflT2j4AjgWXLlokG/bSiqt2mYUCtKhybTfcwbNgwcz/XKo6vvfZabG7HbdZeunSpfPjhh6KBvT59+oje63ypHTp0yIQU9fXeqmXPnt1UU9QK0bSoC1y4cEFWrFhhwor6/tpu0yrNGlbUL8DgiwLsqtEPAQQQQAABBBBAAAEEEEAAAQQQQAABBBBAAAHPFSCg6PDaEVB0CMhwBBBAAAEEEEAAAQQQQAABBBBAAAEEXCCwbt0686Fpffz111/hzpg8eXJp0KCBqZTorR+Y1qCmBhNnz55taVG+fHkTTPPWkIc+D9q0aSNPqig2a9bMBc8y75hCTebNm2dCSilSpJDevXtL/fr1PfpwGlJp3ry5aGU4DTDduXMn1Hm0qpNWU3zzzTc9+qxsHoGoCNy7d0+GDh0qEyZMsD08S5YsJtxdokQJ22Oio6NWv9X71P3796Vfv36m+ivtfwIa0Bs4cKAkSZLEVA2uW7euz/HoF1Oow6pVqyzPXqVKFenevbuULl3a52xcfeC7d++a99oaVtTHP//8Y3uJ6tWrm7BitWrVJHHixLbH0REBBBBAAAEEEEAAAQQQQAABBBBAAAEEEEAAAQQ8Q4CAosPrREDRISDDEUAAAQQQQAABBBBAAAEEEEAAAQQQiKKABhH1Q9L6wfT169dHOItW0NNQoj7ixo0bYX9P7TB37lwTTrx06VKoI6RJkyakamLSpEk99Yjh7nv79u2igUStnqmVpbR6kp+fn1eeNaqH0qCPhjnGjBljfhf0v8uUKRPV6WJ9nF7nf4dxEyZMKBqisGo1atQwz4siRYrE+r7ZAAIxIbBhwwYTTgwODra9XLly5WTy5Mmirxmx2dauXWvu4RcvXpROnTpJz549Y3M7bru2BhMnTZokGTNmlFGjRskrr7zitnuNzo1NmzZN9BFWNV39YoZu3brF+vM6Og1ieu7NmzeHhBVPnz5te3kNPmtYsVatWpIpUybb4+iIAAIIIIAAAggggAACCCCAAAIIIIAAAggggAAC7itAQNHhtSGg6BCQ4QgggAACCCCAAAIIIIAAAggggAACCERC4Nq1ayaQqMHEoKAg0f8dXsuTJ48JJDZq1Ehy5swZiZU8r6tWkdNg4vLlyy03r1WV9MP5nhxEi+iqqIFW19JwQtOmTWXkyJFeHUaNyCO8n2vVI62iOHPmTMmWLZssWLBAsmbN6mTKWBm7ePFiE1yyaloh8vr165Y/++ijj6Rr164SL168WNk3iyIQEwJfffWVCSdq5VS7TauR6r0zttvu3btNmEzv57qnzz77TOLHjx/b23LL9W/fvm185s+fL/q+Z/To0VKwYEG33Gt0b+rEiRMmdK9BxQcPHoRaTkOcWk2xZcuW0b0Vn5t///79EhAQYAKL+vtrt+l7EA0ranXzfPny2R1GPwQQQAABBBBAAAEEEEAAAQQQQAABBBBAAAEEEHAzAQKKDi8IAUWHgAxHAAEEEEAAAQQQQAABBBBAAAEEEEDAhoBWgNJQoj70A9DhNa0MqB9y1lBi+fLlbczu+V3Gjx8vgwYNkkePHoU6TK5cuUwwsXXr1p5/0HBOcPbsWfnggw9k06ZN5rrPmjWLMEsEV/zKlSvSpUsXE/rNnz+/LF26VJIlS+ZxzxMNokyZMkWOHTsWau9aIVLDWVa/G4UKFRINKmoFJxoC3iSg4SANJurvdmRa7969zT0htpuGzPr16ycbN26UChUqmMBkypQpY3tbbr2+3s979eolgYGBUqpUKVMhN0uWLG695+jc3Lp160xIaCXrFwAAIABJREFUUQNzVk2rTGpQ0VfeJ0antdXc+p5sxYoVJqy4Zs0a28snSZJE3njjDfN48cUXbY+jIwIIIIAAAggggAACCCCAAAIIIIAAAggggAACCMS+AAFFh9eAgKJDQIYjgAACCCCAAAIIIIAAAggggAACCCAQhoBWw9NAogYs1q5dG6FTxYoVTShRKyYmSJAgwv7e0GHLli2mamJwcLDlcd555x0TTvT2ijQazOjTp48J2OXNm1d++uknjwzaxcZz8tSpU9KmTRtT7ahGjRoyadIkSZgwYWxsxdGaGlzWkOLs2bMt50mdOrXo88SqvfXWWyaUpWFeGgKeLjB9+nQTToyowvC/z+nn5ydff/21CffHdrt69ar4+/uLfjFB2bJlTaVXrbBGi1jg+PHjpjLsjh075LXXXpMRI0aIVpL15aZfVqAVFfft22fJ8O6775pKnb4c5ozu54dWbNb38xpW1Mfdu3dtL1m7dm0TVqxatarPvLe3jUNHBBBAAAEEEEAAAQQQQAABBBBAAAEEEEAAAQTcTICAosMLQkDRISDDEUAAAQQQQAABBBBAAAEEEEAAAQQQ+JfAjRs3QkKJWnlFgwrhtdy5c4eEEvW/faVpRTgNJk6YMMHyyCVKlDDBRA1senu7ffu2DBkyRL777jsTMPj222+9PpDp6mt64MAB0ZDGyZMnTaXNAQMGSLx48Vy9TIzMt2DBAhNU3LVrl+V6WiHy5s2boX6WPHly6dGjh/m9oSHgiQIaTtNg4qJFiyK1/ezZs8vkyZOlWLFikRoXXZ0/+eQTEzTWfWkVwOLFi0fXUl45r4YTtTLg0aNHpXnz5qa6sq+38+fPm5CiPjQs92zT6pxq1qFDB1+nipHza2XUJ2FFrbRot5UpU0aaNGlivkwhffr0dofRDwEEEEAAAQQQQAABBBBAAAEEEEAAAQQQQAABBGJIgICiQ2gCig4BGY4AAggggAACCCCAAAIIIIAAAggggICIbNq0KSSYGFaVmydQiRMnlvr165tKiVo10dfasmXLTDjxyJEjoY4eP358ad++vQlZZcyY0etpHj58KBMnTpRRo0ZJ0qRJZfz48VKhQgWvP3d0HHDnzp3md0orG/Xu3Vs6deokceLEiY6lon3Oc+fOmUqQGlTU58izLU2aNHL58mXLfZQrV85UION5FO2XiQVcKPDjjz+acKKGjCPT9Hmu4cRUqVJFZli09dUzaCXHtGnTyrBhw0zVNFrkBVavXi0ffvihuc9pdUC9p9FEtOq0hhS1yrJVK1mypAkqVqtWDa4YEvjzzz9l+fLlJrCo/2236ZeSaFixbt26kidPHrvD6IcAAggggAACCCCAAAIIIIAAAggggAACCCCAAALRKEBA0SEuAUWHgAxHAAEEEEAAAQQQQAABBBBAAAEEEPBZAQ3Y/fbbb+axatWqCB00OKQBKq0KqCFFX2sXL140wcR58+ZZHv3VV1+Vdu3aSZUqVXyGZsmSJdKzZ0/RipIDBw6UN954w2fOHh0H1YCABhP9/PxM6FN/3zy5BQYGmpDi+vXrLY+RLl060d8rq6ZB3w8++IAqTZ78BPCBvV+5csUEE7WC7LNNf4/13hhWe+edd2T48OFuo/T9999L3759RYP2ej/X8BEt6gJaSbNXr15y7949+eyzz6RFixZRn8zLRs6fP98EFTWYb9X0uadBxVy5cnnZyd37OKdOnZKgoCATVly3bp3tzaZIkcLcL/Tvg1KlStkeR0cEEEAAAQQQQAABBBBAAAEEEEAAAQQQQAABBBBwrQABRYeeBBQdAjIcAQQQQAABBBBAAAEEEEAAAQQQQMCnBG7duhVSKXHFihVhVjF7gpIzZ07zgWN95M2b16es/n3YWbNmmXDi1atXQxlkyJDBVEzUR8KECX3GSENn77//vty8edNUinrvvfd85uzReVCtpqZhlpQpU8qMGTOkdOnS0blctM+t4RytrKlBRQ1zPdu0cpw+hx48eBDqZ9mzZzfVx5o1axbt+2QBBCIroK+hGk6MTNWxJ2v06dPHBHDdpWkFNQ2EaQVXDZ1rQJjmXEArDA8aNMhUGP7yyy+lZs2azif1khmuXbtmXhemTZtm+dqg76f0OdmlSxcT2qfFrMCNGzfM3wsaVtSH1Wt0WDtq0KCB+cKKypUrS7x48WJ246yGAAIIIIAAAggggAACCCCAAAIIIIAAAggggIAPCxBQdHjxCSg6BGQ4AggggAACCCCAAAIIIIAAAggggIBPCPz+++8hwcSIwhT6ofD69eubUKJWBfTlduDAARNM1IoyVq1hw4YmmFiyZEmfYtq1a5cJsJw+fVratm0r/fr1I0DgomeAVlzTgKIGN7JlyyazZ8+W3Llzu2j22JsmODhYNKyjQQerliVLFjlz5ozlz2rXrm3CXCVKlIi9A7AyAv9f4OHDhyaYOHbs2FAmEVVN1LDOhAkTpF69em7juXXrVlO59fz589K5c2fp0aOH2+zN0zeiz5Vhw4aZa54+fXpzX6fC3NNXdceOHSakqFUVrVqhQoXE399f6tSp4+lPB4/ev1ZUfBJWvHDhgu2zaPV1DStWr15d0qZNa3scHRFAAAEEEEAAAQQQQAABBBBAAAEEEEAAAQQQQCDyAgQUI2/21AgCig4BGY4AAggggAACCCCAAAIIIIAAAggg4LUCx44dM6FEfaxcuTLCc7788svy+uuvm4dW+/H1NmbMGBk8eLAlg1aT1GDiu+++63NMBw8eNOFE/VeDrOpEhRzXPg3u379vqlMuXbpU8ufPL4sWLZLUqVO7dpFYmu2bb74xIZ3jx4+H2kGyZMnMc8mqUmmcOHFMNUUNKiZOnDiWds+yvi6gYX8NJ27atCnSFDly5BCtkFq0aNFIj42uAUePHpU2bdqY+3njxo1l+PDhkiBBguhazifn1fu5VgH86aefzLWfOnWqZM2a1Sctwjv0kiVLTFBxy5Ytlt001KsVFQsWLIhdLAvs3r1bAgICTGBx//79tnej72c0rKhfOuANX7xg++B0RAABBBBAAAEEEEAAAQQQQAABBBBAAAEEEEAghgQIKDqEJqDoEJDhCCCAAAIIIIAAAggggAACCCCAAAJeJXD79u2QQOKKFSvk4sWL4Z4ve/bsolUANZSoHxymiQmeaNXE7du3W3K0atXKhBN98cPVZ8+eNQExNdIqUD/88ANhsWj6pblx44YJwGogqnz58jJ9+nTRAJ83tCNHjpjqc3PnzrU8jt6XTpw4YfmzIkWKmCpv7lSBzhuuCWeIWGDcuHEmnPjgwYOIOz/To1KlSiacmCJFikiPja4Beo/R1zO9n2u15K+//tqt9hdd546Nea9cuWIC1ps3b5YXXnhBZsyYwRdBWFyIO3fumAC7Btm1oqdV05CiBj4TJUoUG5eSNZ8R0C8b0CrjGlbcuHGjbR+tpqhhxQYNGlAd2bYaHRFAAAEEEEAAAQQQQAABBBBAAAEEEEAAAQQQCF+AgKLDZwgBRYeADEcAAQQQQAABBBBAAAEEEEAAAQQQ8AqBrVu3miqJ+tDKJuG1+PHjm3CPhhKrVq3qFed3xSE0dKLBxEmTJllO9+KLL5pgoq8GozTM0rNnT1MFqkCBAiZgkSVLFlfQM0cYAufOnTNVKk+ePClNmjQx1c0SJkzoNV5aGVJDUVb3LL1PpU+fXs6cOWN5XvXQoKJWM6UhEJ0C+/btM8HE5cuXR2mZFi1amPHu1B4+fGjC5k+q+mnlusyZM7vTFr1uL6dOnRJ9LujzSe/rYb3X8LqDR+FAaqQhxVmzZlmO1i+I8Pf3N1U/ae4joNWPV61aZcKK+nj06JHtzem11MBixYoVRSsm0xBAAAEEEEAAAQQQQAABBBBAAAEEEEAAAQQQQCDyAgQUI2/21AgCig4BGY4AAggggAACCCCAAAIIIIAAAggg4LECWmHst99+Mw+tlhhRK1OmjAklNmrUiCpJz2D9/PPPJpyolWCebYkTJ5b27dubcKJWfPHFdv/+fRkxYoRMnDjRhMY0NEDFzZh5Jvz5559St25d0cpSGsj7+OOPJV68eDGzeAysopXFxowZY8I6jx8/DrVijhw5RCt33rt3L9TPUqdObUJW7733XgzslCV8UUCD2BouvHz5cpSO37dvX7d8fvbq1Uu+++470WqlM2fOlHz58kXpfAyKnIDez9955x3R8HnHjh2lX79+kZvAx3oHBASYoOL69estT/7aa6+JVlQsXry4j8m4/3H19Xzt2rUhYcWIKrr/+0SVK1c2YcUqVaqIvs7TEEAAAQQQQAABBBBAAAEEEEAAAQQQQAABBBBAwJ4AAUV7TmH2IqDoEJDhCCCAAAIIIIAAAggggAACCCCAAAIeJXD37t2QUGJgYKBcuHAh3P0/99xz0qBBAxNMLFSokEedNSY2e/78eRNMXLBggeVy1atXN8HEChUqxMR23HIN/ZD55MmTZcKECZI8eXIZOHCgVKpUyS336q2b0nDG22+/bQJ8/fv3l1atWnldhaE1a9bI2LFjZcOGDZaX8fnnn5fDhw9b/kzD1++//75oWIWGgCsETp8+bYKJ8+fPDzVd3LhxRSsQhtcSJEhg7pl16tRxxXZcOsf48ePN617KlClNSPGll15y6fxMFr7Ak/u5hq4HDBhg3mPQwhZ48h5Eq3zqF3NYtU6dOkmXLl0kVapUULqpwI4dO0QDp1pZ8eDBg7Z3+cILL5iwYo0aNSRnzpy2x9ERAQQQQAABBBBAAAEEEEAAAQQQQAABBBBAAAFfFCCg6PCqE1B0CMhwBBBAAAEEEEAAAQQQQAABBBBAAAGPENi+fbusXLnSPHbu3BnunjU8oRXXNJRIYCdsKq2MNWjQILl27VqoTlmyZDGhAX2opy83/TC5hr/ixIljAjv6QXFazAvMmzdPPvzwQ0mUKJGpOFi7du2Y30QMrKhn02CX1e9ltmzZTCXJv//+23InGuLU52quXLliYKcs4a0CixcvNve6Y8eORemIuXPnNhVBNVjjbu2XX36Rdu3amfu57lHfK9BiXmDu3Lmm8p+fn5+pYFm1atWY34SHrXjkyBGZOnWqTJ8+3XLn+r7N39/fhPlp7i2g1zIoKMiEFX///Xfbm82UKZN5D6r3rWLFitkeR0cEEEAAAQQQQAABBBBAAAEEEEAAAQQQQAABBHxFgICiwytNQNEhIMMRQAABBBBAAAEEEEAAAQQQQAABBNxW4NSpUyHVEpcvXx7hPkuVKmVCifqgikzYXHv37jXVo1atWmXZST/8rMHEokWLRmju7R30g+MtWrSQW7duyccffywffPCB11Xu86RrOHr0aBkxYoSkTp3ahFqKFy/uSdu3vdfdu3fLV199JRqmsmoFCxaUffv2Wf4sffr0JqTYoUMH2+vREQEVuH79ugwbNky++eabUCDx4sWTBw8eRAhVuXJlU3FWq826W9u2bZupqKzVH/v06WPu57TYE9CAqFbETZIkiSxatIj3HDYvxW+//SZaTVG/sMOqVaxY0YQ/X375ZZsz0i02BS5dumTej2tYcdmyZba3ovdkfb+uf/P4cpVz22B0RAABBBBAAAEEEEAAAQQQQAABBBBAAAEEEPAJAQKKDi8zAUWHgAxHAAEEEEAAAQQQQAABBBBAAAEEEHArgfv374eEEgMDA+XcuXPh7k8rxmjgQD+g647VmtwKV0S+/PJLE0CxaoUKFTLBxLfeesvdth0r+zl69Kh5Xp0/f17effddGTBggCRMmDBW9sKi/yegAalevXrJDz/8IDlz5jQhjTx58ngtz/fff2+qRZ48eTLUGTNmzGiC2AcOHLA8/yuvvGKCilWqVPFaHw7mOoEVK1bI8OHDRcOxUW0tW7aUIUOGRHV4tI7T+3mjRo1C7udhvQ5G6yaYPJSA3s+/++47yZw5s2jlzuzZs6NkU0ArKepr4KFDhyxHtG7dWrp27Sr6WkHzDAF9j7N27VoTVtTHlStXbG+8WrVq0qRJE6lUqZKkTJnS9jg6IoAAAggggAACCCCAAAIIIIAAAggggAACCCDgTQIEFB1eTQKKDgEZjgACCCCAAAIIIIAAAggggAACCCDgFgI7duww1WD08ccff4S7Jz8/P6lbt64JG9SqVcst9u/um1i/fr2pmrhz507LrbZr186EEwkH/I9nxowZMnToUNFqRBrcSZYsmbtfZp/Y37Vr18Tf31927dplqlrqB/K9uZ0+fdpUU9SKkVZNqylqBaYLFy5Y/lwrgGpQkd9tb36WRP1s9+7dM6H18ePHh5okTpw48ujRI1uT9+vXTzp27Girb2x0mjdvnnTr1k1q1qwpGuyiuY9AmzZtTOU4fQ7qlwLQ7Avo68PUqVNN1VP9go9nW9q0aU01xbZt29qflJ5uI6BVX7WCvIYVDx8+bHtfWl1a3xtVr15dsmXLZnscHRFAAAEEEEAAAQQQQAABBBBAAAEEEEAAAQQQ8HQBAooOryABRYeADEcAAQQQQAABBBBAAAEEEEAAAQQQiDWBs2fPmkDib7/9JgEBAfL48eNw91KiRAkTStQPsOuHrmkRC9y9e1c+//xz8+F1q1a2bFkTTCToaW25b98+U6kvceLEEWPTI8YEtKqlhvLy5csn8eLFi7F1Y3MhDShoNcWwQsZFixY1oU2rlilTJhNS1CAyDYEnAuvWrTPhxK1bt4ZC0d8rreb172b1/yVKlEgmTJjgEa8hS5cuNV9uoF9yQHMfAQ2db9iwQWrXru0+m/Kwnaifvs/ToKdVK1OmjAkqVq5c2cNOxnafCBw8eND8zaTvBYKDg23DPPfccyasqL9fVJq3zUZHBBBAAAEEEEAAAQQQQAABBBBAAAEEEEAAAQ8VIKDo8MIRUHQIyHAEEEAAAQQQQAABBBBAAAEEEEAAgRgVePjwoQkk6iMwMFDOnDkT7voarKlfv74JJRYrVixG9+rpiy1ZskQGDhwoJ0+eDHWU5MmTS4cOHUxgKWXKlJ5+VPaPgE8I3L5921RT1IdVy5Ili+jv9oEDByx/XqFCBRNUrFSpkk94cciwBUaMGCEjR460TaQhbX3+/bvlyZNHJk2aJIUKFbI9Dx0RQCD6BGbPnm2Cinv37rVcpFmzZtK1a1fJkSNH9G2CmaNdQCsmr1692oQVtcKi3aaBcg0rNmjQQMqVK2d3GP0QQAABBBBAAAEEEEAAAQQQQAABBBBAAAEEEPAYAQKKDi8VAUWHgAxHAAEEEEAAAQQQQAABBBBAAAEEEIgRAa3spaHEoKAg2bZtW4RraqUPDSXWqVMnwr50eFpAQ59ffPGFLFq0yJJGqyVq1UStnkhDAAHPE9DqSePHjw8zmKCBsYsXL4qGGKxamzZtTFBRA4003xLYsmWLDB8+XNavXx/q4AkSJJB79+6F+v+14uCzFY6rVKkikydPlqRJk/oWIKdFwM0F9N4/ZcoUmTZtmty8eTPUbvV3Vqsp6msAzfMFtFL62rVrTVhRH9evX7d9KP174I033pCKFStKsmTJbI+jIwIIIIAAAggggAACCCCAAAIIIIAAAggggAAC7ipAQNHhlSGg6BCQ4QgggAACCCCAAAIIIIAAAggggAAC0SZw/vx5WblypQkmBgQEiFZPDK8VL15cGjZsKI0aNZIMGTJE2768eeLp06fL4MGD5caNG6GOmS1bNmnfvr2pmkhDAAHXCmjVQg1xFShQwLUThzPbnDlzZMKECXLo0CHLXlp1dufOnZY/y5o1qwmotG7dOsb2y0KxKzB27FgTTrx//76tjWgF43PnzoXqq8+ZQYMG2ZqDTgggEDsCGmTXaopaTduqFS1aVPz9/aVGjRqxs0FWjRYBDaFrVUUNKx47dsz2Gi+++KIJK1atWlX0/QENAQQQQAABBBBAAAEEEEAAAQQQQAABBBBAAAFPFCCg6PCqEVB0CMhwBBBAAAEEEEAAAQQQQAABBBBAAAGXCmhARwOJ+ggMDJRTp06FO78GEevXr29CiSVLlnTpXnxpst27d5uqiVpFxaq99dZbpmqiVlajIYCAawU0nNihQwd59OiRfP3111K4cGHXLhDObJcvXzYhRa2oaNW0SmLKlCll3759lj+vXLmyCSqWL18+xvbMQjEroCFVDSbqFwY82+LHj28ZWMyTJ49l8LV///7muU5DAAHPEFiwYIGppvjHH39Ybljff3fr1k3y5cvnGQdil7YF9u/fb+77Glbcvn277XG5cuWSJk2amPAqfzfYZqMjAggggAACCCCAAAIIIIAAAggggAACCCCAgBsIEFB0eBEIKDoEZDgCCCCAAAIIIIAAAggggAACCCCAgEsE9uzZY0KJQUFBolVbImo1a9Y0oUQNJ9KcCYwYMUJGjhxpOYlWyNFgolZFoSGAgOsFnoQT9V9tuXPnlokTJ0qRIkVcv1g4M+p9V0OKWjnJqmnIQMOMVhXxtL/eJzSomDFjxhjdN4tFr8DkyZNNOPHmzZu2FsqZM6doaPHgwYNP9U+aNKl5flFtzRYjnRBwKwGtqj1lyhRTUVFfB55tcePGle7du0vnzp0lQYIEbrV3NuMagbNnz8rq1atNWFH/VrPbkidPbsKKdevWlbJly9odRj8EEEAAAQQQQAABBBBAAAEEEEAAAQQQQAABBGJFgICiQ3YCig4BGY4AAggggAACCCCAAAIIIIAAAgggEGWBv//+21Tm0GBiQECAZRWmf0+uYbkGDRrI66+/LpkyZYryugz8P4E1a9aYqokaDrVqHTt2NKEjraBGQwAB1ws8G058soKGvLSSYvHixV2/aAQzzpkzx1RUPHTokGXPYsWKiVbUs2rZs2c3IcUWLVrE+L5Z0LUC+twcNmyYCaM82zSM9PDhw1D//6uvvipacUuDLP9uWllt0qRJUqBAAdduktkQQCBGBbTa9tSpU+WHH36wXFd/1/39/c17dZr3Cvzzzz+m4vqyZcvMa4TdALuKPKl6X7FiRUmSJIn3InEyBBBAAAEEEEAAAQQQQAABBBBAAAEEEEAAAY8UIKDo8LIRUHQIyHAEEEAAAQQQQAABBBBAAAEEEEAAgUgLrFq1yoQSAwMD5cSJE+GOT58+vam6oaHE0qVLR3otBoQWuHXrlgkmfvvtt5Y8FSpUMMHE6tWrw4cAAtEsoEHA9u3by759+55aKVu2bCakWKpUqWjeQejptUKWhhS14p1Vy5o1q6RIkSLUnp/0rVq1qgkqUi0pxi+dSxacMWOGCSdeunTJ1nzPP/+8eZ5ahZaqVasmWoUxceLEtuaiEwIIuL/A0qVLTTXF33//3XKztWrVkm7duol+sQjN+wU2bdpk/qbTsGJEf9f9W+OVV14xFdorV64smTNn9n4oTogAAggggAACCCCAAAIIIIAAAggggAACCCDg9gIEFB1eIgKKDgEZjgACCCCAAAIIIIAAAggggAACCCBgS2Dv3r0mlBgUFBTmB5r/PZGG4zSU2LBhQ1vz08mewMKFC2Xw4MFy6tSpUANSpUolT6omUtXEnie9EHCFwNGjR01I8dlqplq9dOLEifLiiy+6YplIzxEcHGxCisuXL7ccW7hwYdEw47MV85501vuJBhXTpUsX6bUZEPMCx44dk+HDh4u+Tjzb4sSJI48ePQr1/zdv3ly0ouLMmTND/axt27YmDE9DAAHvE7h3754JH2tQ8dy5c5YH7Ny5s+gjefLk3gfAiSwF9O89/VtPw4phVVu2GqjVNzWsqH//UW2XJxcCCCCAAAIIIIAAAggggAACCCCAAAIIIIBAbAkQUHQoT0DRISDDEUAAAQQQQAABBBBAAAEEEEAAAQTCFNDqSytXrjTBxICAALl79264Wi+88II0aNBAGjVqJFqhi+Y6gZMnT5qgyE8//WQ5ab169UzVxNgKQrnupMyEgGcKaNUhDSk++4H+TJkymUqKL7/8cqwdbM6cOaaiolZ7tGrFixeXHTt2WP4sd+7cJqSoQTaa+wrMmzfPhBNPnz5ta5Na4VNfM7Zu3Wr5ujJgwADzcxoCCHi3wF9//SVTpkyR77//3vKg2bNnF39/f2natKl3Q3C6UAL6ZSirV682YcVVq1bZFkqTJo0JK9auXVteeukl2+PoiAACCCCAAAIIIIAAAggggAACCCCAAAIIIICAUwECig4FCSg6BGQ4AggggAACCCCAAAIIIIAAAggggEAogTVr1phQYmBgoGhFpvBa2rRppW7duiaUyIdQo+fJNHXqVBkyZIjcunUr1AK5cuUyoahWrVpFz+LMigACtgU0HKa/j9u3b39qTPr06U1IsVy5crbncnVHrZSoIUWtqGjVNFSeMmVK0epJVu21114zQcUyZcq4emvM50BAq19qMFFDqM82Pz8/efz4caj/v0mTJlKzZk3znNSA4r+bVkobN26c6PWmIYCA7whopd1p06bJ2rVrLQ9dpUoV6datG1+E4TtPiadOeuPGDfPcWLZsmQks3r5927bE66+/br7ApmLFipIoUSLb4+iIAAIIIIAAAggggAACCCCAAAIIIIAAAggggEBkBQgoRlbsmf4EFB0CMhwBBBBAAAEEEEAAAQQQQAABBBBAwAjs37/fhBKDgoJk06ZNEapUrVrVhBL1Q6cagqC5XkArmmnVxA0bNlhO/u6775oKV3nz5nX94syIAAJREtDAmIYUnw1+aUUhDYTpB/RjswUHB5uQooZRrFrhwoXlypUrcubMGcufd+zYUfSRMWPG2DwGa4vI4sWLTTjxyJEjtjy0mmePHj1EQ4iffvqpnDt37qlxBQsWNM/R/Pnz25qPTggg4H0CkydPNkHF48ePWx5O33d27txZNHhP812B9evXmy+y0bCi3cq9qlWpUiVTXbFChQq8j/Ddpw8nRwABBBBAAAEEEEAAAQQQQAABBBBAAAEEok2AgKJDWgKKDgEZjgACCCCAAAIIIIAAAggggAACCPiwgIZQNJS4cuVKCQgIiLDESVL5AAAgAElEQVQaRqFChaR+/fomlJgtWzYflov+ow8dOlRGjx5tuVDJkiVNMLFhw4bRvxFWQACBSAtcuHDBhBR///33p8ZqhcKJEydK5cqVIz2nqwdoxT2tqHjo0CHLqUuUKCF//PGH5c+ee+45E1Js27atq7fFfDYE9LV72LBh8u2334bqHVbVRK1epeFE/RKC/v37hxqnFRM1mJQwYUIbO6ALAgh4s4CGE6dMmSLffPON5TE1oN69e3dp2bKlNzNwNpsCu3fvNn9LalhR/9tu0y9E0LCiVufMly+f3WH0QwABBBBAAAEEEEAAAQQQQAABBBBAAAEEEEAgTAECig6fHAQUHQIyHAEEEEAAAQQQQAABBBBAAAEEEPBBgXXr1plgola+iKjyUurUqaVOnTomlFi2bFkf1IrZI+t1GThwoOzduzfUwnHjxpVOnTqZcGKGDBlidmOshgACkRK4dOmSCSlu3LjxqXFavU6r1GkV2thuly9fNiFFraho1bJmzSr6GrBnzx7Ln+trggYVNdxGixkB/TIBDSfu27fP1oJauVODiS1atDDBRA0dPdv0NWXAgAG25qMTAgj4jsDq1atNSFGDzVbtlVdekW7duplqeDQEVEDDrWvWrDFhRf3XbtPQq4YVa9asKaVLl7Y7jH4IIIAAAggggAACCCCAAAIIIIAAAggggAACCDwlQEDR4ROCgKJDQIYjgAACCCCAAAIIIIAAAggggAACPiLw119/mVCifsh4w4YNEZ761VdflUaNGplHvHjxIuxPB2cC169fly+++EJmzpxpOZFWF9EQiTtUXnN2UkYj4DsCV69eNSFFDYX/uyVJksSEFN0l2BccHGxCisuXL7e8OC+88IJcu3ZNTp48afnzJk2amKCiVtmlRY/AuXPn5KuvvrKsmhjWirVr1zbhxGTJkplw4i+//BKqq77uUAkzeq4ZsyLgLQLfffedCSoePHjQ8kjvvvuudOnSRbS6Lg2BJwL6Hmjt2rWiwXp9/bl3754tHP1CFg0r1qtXz4RfEyRIYGscnRBAAAEEEEAAAQQQQAABBBBAAAEEEEAAAQQQIKDo8DlAQNEhIMMRQAABBBBAAAEEEEAAAQQQQAABLxbQQImGEleuXGk+HHrr1q1wT1ugQAHzYVCtlpgzZ04vlnGvo82fP1+GDBkiZ86cCbWxdOnSmeCPhhP5gK57XTd2g4AdgZs3b0q7du1CVRJKmDChTJw40VQLcpc2Z84cU1Hx0KFDllsqUaKEqdx3586dUD/X0KXeq/ShVSJprhOYN2+ejB49Wo4dO2ZrUvX/6KOPTDh2y5Yt0q9fP9mxY8dTY1OlSiVjx46VatWq2ZqTTggg4NsCGpKePHmyTJs2Te7evRsKI2XKlNK9e3fp0KGDb0NxekuBx48fm7BiYGCgqa6ozye7TStO69+mFStWFP27iIYAAggggAACCCCAAAIIIIAAAggggAACCCCAQFgCBBQdPjcIKDoEZDgCCCCAAAIIIIAAAggggAACCCDghQJaIVGDifoh0LCCJk+OrR8o1ipL+sHP8uXLe6GG+x5JwyZavcqqqpXuWqtXajBRQ0E0BBDwXAENc7Rp08bcl//d4sePbyop1qlTx20Od/nyZRNS1IqKVi1NmjSSNWtW2b17t+XP8+fPbwIqzZo1c5szeepGDhw4YIKJixcvtn0EDRxq1cSiRYuacX379pWLFy8+Nb5w4cLmeZc3b17b89IRAQQQUIFNmzbJ1KlTTcjMqpUsWdIEFQk/83wJT0BD8/oFOvo82rt3r22sYsWKiVZt1oryzz//vO1xdEQAAQQQQAABBBBAAAEEEEAAAQQQQAABBBDwDQECig6vMwFFh4AMRwABBBBAAAEEEEAAAQQQQAABBLxEQIOIGn4JCgqSdevWRXiqSpUqScOGDU0wkcp8EXK5vMOkSZNk6NChcvv27VBza2hEK1+98847Ll+XCRFAIHYEHj16JK1atZIVK1Y8tYE4ceKYsFj9+vVjZ2NhrBocHGxCisuXL7fskT17dtGA5eHDhy1/rhWPtJoiwfeoXVZ9jfjqq6/kypUrtibQipwaTHz//fdNfw2Zfv7556HG1qhRw1RB43XfFiudEEAgDAGtuKvVFPfs2WPZQ0NkXbp0kTx58mCIQLgCR44cMVWmNay4fv1621r6ZQn6PKtevbpoMJaGAAIIIIAAAggggAACCCCAAAIIIIAAAggggAABRYfPAQKKDgEZjgACCCCAAAIIIIAAAggggAACCHiwwI0bN0woUStQBAQEiP7v8Fq+fPmkXr16JpSYO3duDz65525927ZtMnDgQFOBxqq1bt3aVE3MlSuX5x4yhneuwa+TJ0+KVg7Vx759+2Tnzp2ileCeNK1CmSNHDnnxxReldOnS5t/UqVPH8E5ZDgER/R3X+/WzTUOKGhp3t6YhFA207d+/33JrGqjWEN2zVfqedG7ZsqUJKubMmdPdjuaW+9myZYupmrhq1Srb+9MvHNBwYqlSpeTBgwfSv39/+eabb0KN18qW+jMaAggg4AoBvfdrmFqDilZ/g2hwWqspfvDBBxI3blxXLMkcXi5w6dIlWbt2rXmfpIFFfU2z0/S5pmHF2rVrS8WKFXm+2UGjDwIIIIAAAggggAACCCCAAAIIIIAAAggg4IUCBBQdXlQCig4BGY4AAggggAACCCCAAAIIIIAAAgh4oMDmzZtNKDEwMFD++uuvcE+QPHly82HNRo0aiYYYaLEnMGjQIBk7dqzlBsqUKWOCiXXr1o29DXrYyrdu3ZIlS5bIxIkTbVUNffZ4at2tWzfzexEvXjwPOz3b9WSBtm3bmg/eP9vGjRsnjRs3druj/fPPPzJ16lSZMmVKmEHE/Pnzy4EDByz3ni5dOhNS1AchFevLe+/ePRNM1Mfjx49tPQf8/PxMMFEDQNqOHz8un332mSxbtizUeH390XCsLzetKPnpp58+RTBgwADp27evS1k0KP9s5VCtXDlr1ixJmzatS9diMgTcQWD79u3mNWLRokWW2ylUqJC5T/Ee1x2ulufsQcOJGlbUytP6nunChQu2N1+zZk1p0KCBCSumSZPG9jg6IoAAAggggAACCCCAAAIIIIAAAggggAACCHi2AAFFh9ePgKJDQIYjgAACCCCAAAIIIIAAAggggAACHiJw5MgRUy0xKChI1qxZE+GuK1SoYD6YqdUSEydOHGF/OkSfgH6wdvDgwaay37MtQYIE8t5775lwIh+gtXcNtGKi/i588sknEhwcbG9QOL30A/Ma6tEqixr48cX2999/y+zZs6VFixZUloyhJ0D79u1l6dKloVb76quv5M0334yhXURumRMnTpiQogZRrJrez7JlyyaHDx+2/Ln+jmkVP31tov1PQL9sQK+7hnzsNn2N18BP2bJlzRCtytuvXz/ZvXv3U1Po64oG46tUqWJ3aq/tR0DRay8tB3MTgYULF5rqrWHdy7SKe9euXaVw4cJusmO24UkCWoVe3/9rWDGsqs5W59HK6W+88YYJK1Kh3pOuOHtFAAEEEEAAAQQQQAABBBBAAAEEEEAAAQQiL0BAMfJmT40goOgQkOEIIIAAAggggAACCCCAAAIIIICAGwtohTj9IKY+tCLStWvXwt1tnjx5THUSDSXmzZvXjU/mG1u7cuWKfPHFFyb4ZdVee+01E0x8ttKSb+hE7ZRaTeXLL78UDZrcuHEjapNYjHoS4nnrrbckTpw4LpvX3Se6e/eu/Pjjj6JVxHLmzEmFrxi+YJ06dZLFixeHWnXUqFHSrFmzGN6N/eU0fKJBRau96yxaMVHDimfOnLGcVEMqWk2xZMmS9hf1wp5aDUqDidOmTbN9OrXt3LmzaMD1SdPfYa0CqK85/25FixaVCRMmyPPPP297fm/uSEDRm68uZ3MXAa24O2nSJBNUvHTpkuW2NFz9/vvvS9KkSd1l2+zDwwQOHTokq1evNmFFDejbbfpet0mTJia0X7x4cbvD6IcAAggggAACCCCAAAIIIIAAAggggAACCCDgIQIEFB1eKAKKDgEZjgACCCCAAAIIIIAAAggggAACCLihwJYtW2TlypWiVZUiqhChH+6tVauWCSW++uqrbnga39zS3LlzZejQoXLu3LlQABkzZhQNJmk40ZfCcE6fCRpOHDlypPTq1SvMqXLkyGEq82iltuTJk4f0098jfWzevDnMsdp/4sSJJhjm7ZUUHz9+LH/88YepuPbzzz8bkxo1ahBQdPokjcL4Dz74wIREn20jRoyQt99+OwozxtwQfY3SoOL69estF82aNasJ1t+8eTPUz/Xep9UUNaiYIUOGmNu0m6w0f/58GT16tGh1ZLtNA9QaTsydO3fIEK2OOGjQoFBT6PuCyZMnS7x48exO7/X9CCh6/SXmgG4k8Oeff5rXh3nz5lnuSu9j/v7+0rhxYzfaNVvxRAEN+69du1YCAgJMYFHf49ppyZIlM2FFff+r1RW9/b2/HRP6IIAAAggggAACCCCAAAIIIIAAAggggAACni5AQNHhFSSg6BCQ4QgggAACCCCAAAIIIIAAAggggICbCBw7dsxUSgwKCpJVq1ZFuKty5cpJgwYNpFGjRqIfsKS5h8Dhw4dN1UT9kKxV0w/CajCxSJEi7rFhD9rFhg0bTGDr+PHjT+1aqx927dpVWrRoIRpQDO8DxlqVVD/ErFXLli9fHur0On7BggVSunRpD5KJ/FZv374tWsFIqxw9aQQUI+/oqhFdunQRDaw92zTkrM9rd29aJVaDKGEF6rNnzy4nTpywPIb+TEOKrVu3dvdjumR/Bw8eNMHEhQsX2p5PqzxpkLVOnTohY7T6af/+/eXbb78NNY96aviY9rQAAUWeEQjEvMAvv/wiU6dODfMLIrSauL4GlipVKuY3x4peJ6Cvjfo+f8WKFSasGFYVT6uDa3XnunXrmrBiqlSpvM6GAyGAAAIIIIAAAggggAACCCCAAAIIIIAAAr4gQEDR4VUmoOgQkOEIIIAAAggggAACCCCAAAIIIIBALApoSEhDifpYtmyZXLlyJdzdaLUR/eCkhhILFCgQiztnaSuBCRMmyPDhw+XOnTuhfqzXS0MjTZs2BS8KAtevXzeVw2bMmPHUaA3qashOqyZGpukHmLW6WJ8+feTGjRtPDW3VqpWMGzdOtDqptzYCiu53ZTUwqpVXn21aHc8Twnv//POPCaFoUPHixYuWwFpR8fTp05Y/099lrahYvXp197s4LtqR2mg42m5gImHChCaYqPc+/e8n7ejRoyaAqAGMZ9uQIUOkZcuWLtqxd01DQNG7rien8RyBhw8fmgrV06ZNkzNnzlhuXCuL6/1Ov3SChoCrBLZs2WL+ztawon5BgN1WtmxZ8/e2hhX1y0toCCCAAAIIIIAAAggggAACCCCAAAIIIIAAAp4hQEDR4XUioOgQkOEIIIAAAggggAACCCCAAAIIIIBALAhs3bpVVq5cKYGBgbJ3795wd5A4cWKpVauW+ZBktWrVYmG3LBmRgH74VUNEv//+u2VXrZioj2zZskU0FT8PQ0CrJ+rvwb/DhC+99JJMnz5dChYsGCW3Bw8eyMiRI6VXr15PjU+ePLksWrRIqlatGqV5PWEQAUX3vEofffSRzJo1K9TmtCpr27Zt3XPTz+xKKyVqEE/DilYtSZIkkihRIrl8+bLlzzXErWFubwrh62u+Vk3U1327TaslalhHqyf+u+m9sG/fvrJv376n/v906dLJ2LFjpXLlynaX8Ll+BBR97pJzYDcTOHTokHl9ePbLJp5sM0uWLOLv72+qZdMQcLXAgQMHZM2aNSasGNbfbFZr5s37/9i7E3Cbyj7+/7eQUCQRMiuZy5ioB5l6jBkKSaNkJpWHSHOEDA3mNKhMqZAeY3iOKRIhUkQRRaVSikq//+f+/fb+77P32nuvc9be5+xzzvt7XfvqeZx7rXWv11577XXOtT7re7np2LGj/X6tVq1arKfF+hBAAAEEEEAAAQQQQAABBBBAAAEEEEAAAQRiKEBA0SMmAUWPgCyOAAIIIIAAAggggAACCCCAAAIIpJHAoUOHbDhh5cqVrkIK6tzQpk0b0759e5MvX740miWbSYnAP//8YxQcUudEp9J72KNHD3PDDTekZLWMdRAYOXKkeeihh5L9ROFCdZ3Lli1bqs3CdWZUAEgdyrJnz57qdSfyggQUE/fd+c9//uMY3njsscfs+SSj1Mcff2yDKO+++67jlAsWLGj0+fvzzz9Dfn7++efbbooKZRYoUCCj7HLIPBWCVjBRL3UQc1PqlKyOiZ07dw4ZPm/ePBtOlFtgKcSo76EyZcq42USWHUNAMcu+9ex4ggnodyGF2BUWcyp1rRswYICpV69egs2c6WQWgaNHj5qkpCSzdOlS89///tf1bumaRGFFdXu+7rrrXC/HQAQQQAABBBBAAAEEEEAAAQQQQAABBBBAAIG0ESCg6NGZgKJHQBZHAAEEEEAAAQQQQAABBBBAAAEE4ihw+vRp88EHH9iXujWE6xjlm0Lp0qWNuiYplFipUqU4zoxVexXQDa2jRo0y6sYRXOoQ1qdPH9s1Ud34KG8CTmG6okWLmsWLF5uaNWt6W7kx5u233zYdOnRIth59DmfNmpWhw1GRYAgoej5s4rqCoUOHmldeeSVkGyNGjDC9evWK67ZjvXJ1ClZQcd26dY6rLly4sDl27Jjjz/SdeNddd9lXRgsLK4CjYOLWrVtdkyqAqnCiuiEGl9b1zDPPhPy7zlXTpk0z55xzjuvtZNWBBBSz6jvPfieqgEKKL730kjl48KDjFO+8807bSVadFSkE4iVw6tQp87///c8+REi/r584ccL1ptq1a2d/d1dYkQcKuWZjIAIIIIAAAggggAACCCCAAAIIIIAAAgggEDcBAooeaQkoegRkcQQQQAABBBBAAAEEEEAAAQQQQCAOAuocpVDismXLzK5duyJuIVeuXObf//630Q2OzZo1i8NsWGUsBb7//nvbNXHu3LmOq23RooUNJtatWzeWm83S6/rhhx9M165d7efJV1deeaV9D6644grPNl999ZW55ZZbzIYNG/zrUvBxzpw55rLLLvO8/kRcAQHFRHxXks9p+PDhNrgRXMOGDbOBjYxWb775pg0qfvbZZ45TV0dFfdadqlq1ajak2KlTp4Tf7SNHjpgXX3zRzJw50/VcFWxQMNGpG5OCE48++qgNTAdX7969bUdFyp0AAUV3ToxCIC0FDh8+bKZOnWq/79SZPLj03aBu2eqoSyGQFgIbN270P1zoyy+/dL1JfYffeOON9ru8RIkSrpdjIAIIIIAAAggggAACCCCAAAIIIIAAAggggEDsBAgoerQkoOgRkMURQAABBBBAAAEEEEAAAQQQQACBGAl88803ZtWqVbb7wooVK6Ku9eqrrzZt2rSxwcQCBQpEHc+A9Bd44403zOjRox27fV166aW2sxk3UMf+fVInk27dupklS5b4V3755Zebt956yyi45LV+/vln0717d7N//35TqFAhkzNnThsw1b8VKVLE6+oTcnkCign5toRM6pFHHrHd8YJLHRb79++fMXYiYJYK26ljloKKCnsHl7oAqgPtr7/+6rhv1157rQ0qKtSfiPXyyy/bcKKuB9yUOiUqmKjOiU61b98+o2NADzwILnVTvO2229xshjH/T4CAIocCAokrkJSUZL8bwv0OVadOHTNgwABz/fXXJ+5OMLNMJ7B7926zdu1a21nxo48+cr1/lSpVMh07djT/+te/TOXKlV0vx0AEEEAAAQQQQAABBBBAAAEEEEAAAQQQQAABbwIEFL356WmSoY+T9LhOFkcAAQQQQAABBBBAAAEEEEAAAQQQcCfw559/2uCAXrpx0SlwEbimkiVLmpYtW9pQYtWqVd1thFHpLvD555+bp556yixfvtxxLuq+p66JFSpUSPe5ZsYJOIXptJ8KbilEmC1btrjutm6WD+5uescdd5gXXnjB5M2bN1XbduraqMCZArDqqhpYv/zyi9GN+7pBetOmTWb79u3m5MmTdkipUqXsjc+1a9c2DRs2tP8NNycFbG+99dYUzbd58+ZGy6mDUbg6duyYPQdqjuoeqzn6qnr16kbdLrUehQoKFy7savtOXTNff/1120nTV3/99Zf58MMPzbx588zmzZv9273oootMvXr1TOPGjW0nGxmFO0b053V9vhcuXGg/31qPbC+44AKjMESDBg3s+Vo3mis8lx71+OOPm8mTJ4dsevDgwbarVEasr7/+2gZRFFZ0Kh3DZ86cMfqOdSp1qlUYXO9zIpSO/UmTJpk1a9a4nk7nzp1tOLFs2bKOy/zvf/+z3RF1fAbWJZdcYiZOnGiPTSplAhkloBirc75bHX3H6lyq41fn7y1btpgff/zR/x2jc3ijRo3seVxdi92eC53O4+vWrTP169e369Z54LXXXjNvv/222bZtm/Gdu/X5btWqlSlevHjcv9/dGjEu7QR0TKgD7d69ex032qVLF3vuLFOmTNpNii0hYIxRt0993y9dujTs74ROULr2VVhR16WJct3CG4oAAggggAACCCCAAAIIIIAAAggggAACCGRWAQKKHt9ZAooeAVkcAQQQQAABBBBAAAEEEEAAAQQQSIWAAkIK5OgGxZ07d0Zcg7qxqduTgjKJ2vUpFQRZZpHnnnvOPPvsszYsE1xVqlQxPXv2NB06dMgyHum1o+PHjzeDBg1Ktnl1IVXHsooVK8Z1WkePHrWdytQd1VdeOzgqkBF83CxYsMC0b9/ev43jx4+bCRMmmClTpvjDItF2VAEPHZMDBw603SADK9YBxYMHDxqF59TJ0heYjDQ/hf50g/aIESNM6dKlI+5KpICiQoWrV682Q4YMsUGaaNtUkEFjtf3A0vzVnU5hiGil9//JJ580JUqUiDY0Lj/XttWZL7juv/9+88ADD8Rlm2mxUgVaFVR89913HTenborquhiuFFRRR0Wdi9Ojvv32W/u+hAtaOs3pqquuMn379rUPKwhXc+bMMcOGDQvZ9xo1atggpEK3VMoFEj2gGOtzfjSh3377zQb9FXhVaN5NXXfddfYcrsB5tKBiuICiAjrLli2z31PhQmg6X+u8lxE7xbpxZExkAX0WdO2joOIff/wRMlghdgX0e/fuTYiVgyldBHTdqwcJ6HcDPaRIwXI3pfOmroVvuOEG210xtQ86cbMtxiCAAAIIIIAAAggggAACCCCAAAIIIIAAAllRgICix3edgKJHQBZHAAEEEEAAAQQQQAABBBBAAAEEXAoopLRq1SqjbmrhOukFrkqdzFq3bm0DR5G6j7ncPMPSWGDjxo1m5MiRYQNQvXr1sl0TixYtmsYzy5qbU2c7hXz1OQwsdXYaM2aM7UoSLSyRWjkF4hSQVBgssBRc1Q3yKe3g6NQRskmTJjYop+NJ21O3RAUNw4U3ou2Lulwp3KiOV775xSqgePr0aRvIUkjF12Ur2nwCf64QpYKN6n4Z3C3SNy5cQFE3dStMo+CKm1Ckb33dunWzQWOFNlPrm1aB2HCWOh8pMB1cOgbVTTEjl75TFVRUdzWnyp07t9Hnxqn0EACFFPVSl+K0qldffdWGEw8dOuRqkzrWFUxUYDbcca8V6TgdO3ZsyDrbtGljpk6d6mpbDHIWSNSAYmrPSYF76XTOD3ccaHu6xlFAMFrIO9w69HlTZ+kiRYqEPdzCBRTV/fb222+PGIrUd6GCy+pkS2VdAV376bvhvffec0SoVq2aPY55AEzWPUYSZc91/aKHZyisqAdguC2FvfX3AoUVixUr5nYxxiGAAAIIIIAAAggggAACCCCAAAIIIIAAAgiEESCg6PHQIKDoEZDFEUAAAQQQQAABBBBAAAEEEEAAgQgCZ8+etaFEdUvUDYfHjh2L6FW8eHHTokULG0pUcIrKeAK6cV7hp3BBEHUP6tGjh1GgjEo7AYXi1FFM4R2n0vuiwGjTpk3NJZdckuLQYLQ92bp1q72BODAg2a5dO/PSSy+ZAgUKRFs82c8//fRTc9NNN5k9e/b4//3hhx+23fyyZ89uw4nRwhtuNqguawpRNWjQwA5fuHCh7b6m0rntiy++SBYQUXBQ5y0FvnylwNfo0aP9+6iOW3ofFBL0Wg899JDRy6l7jFOw5ZVXXjHqWKduiKkphZO07Pr161Ptq/dc54bg7pSpmU9qltF7obBscKnL2NChQ1OzyoRa5s033zR6n8N1JlawT+cCp9KDAHxBxQsvvDBu+6XjR58jXRe4LXVLVDhR3RPDlQK3jz76qJFBcGlZfe4obwKJGlCM1znfSUvhxLlz55o+ffqkKmAeuM5mzZqZF154waijsFM5nccnT55sP+MffvhhxDdT5zSd7yKFeb0dDSydkQR0zOp6K9x3g76bFf6Od0ftjGTGXNNPQMepuivqbwfqFO22FLjV3xAUVuRYdqvGOAQQQAABBBBAAAEEEEAAAQQQQAABBBBAILkAAUWPRwQBRY+ALI4AAggggAACCCCAAAIIIIAAAgg4COzYscOGD5YuXWo++eSTiEYKFKlzh7q7KYRAZVyBJUuWmGeeecYGt4IrX7589oZ+heDUzYtKewEF+u68886owQZ1utNnUV1JqlSpYvLnz+95sgrmKSSkYIWvLrjgAvPf//7X1K9fP0XrV8BN3RF9Fdgp6vjx4+bee+8177zzTrJ1Kmx46623mkaNGhl1yvIdg7/88ovtOjdv3jzHDkOBnRkDV+jUxVHdFtVlMVzHVy2j8O7TTz8dsr+yaNWqlencubOpUaOGnZ9CkJ9//rk1ev311x27ZY0aNcp2psyRI0eydToFW+rWrWsU7vR1TlSgUp0RFfYsX7687aCprjX6HCtAGdzdUTd7KwSqgJ8vHKN1dOnSxag7ncKZmoeC6Dr3631y6mC5YMECewN5elW4Dns6Pw0fPjy9plVtht8AACAASURBVBWz7f7999+2m6jCteE6iJ577rnmzJkzjtssU6aMufvuu21YMaXdTSPthI4LdUycNm2a633Vcaluu/pcRCrtp45NBdWCSx1i9dmnvAskYkAxrc75Pj11JVTHua+++ioEVEF/nQ8bNmxoChcubH+u437NmjVm9uzZJikpKWSZtm3b2nOlHgwQXE7ncX3f+YL+Ov8OGDDAnk/179qWuqnqs+/rjOz9XWcNmUVA1ztTpkyxQUX97+DS72PqKKzvwvPOOy+z7Db7kcEFdK7VuVPXlXrokdtSN0Vd3+p8rOtfCgEEEEAAAQQQQAABBBBAAAEEEEAAAQQQQMCdAAFFd05hRxFQ9AjI4ggggAACCCCAAAIIIIAAAggggMD/E/juu+9sKFE3R+smwmhVs2ZNG8jRjdW+G7mjLcPPE1NA7/1TTz1l5s+f7zhBhZcUTKxVq1Zi7kAWmtXGjRtt4CdacDiQRIG+xo0bGwXw6tSpk+oOiwrvBQeFAjsfunkbfv75Z9O9e3fz1ltv+YcrZKfgk0J+b7/9tunQoUOyVenn6iRVpEiRsJtQGFDBuQcffDAkeOIUqEtpQFFdtxRQUbDSFxD0TUaBFoUWS5cuHXZ+CniOGzfOhk4Cl9c+z5o1yyjkElhOwZbAn0fb5q5du6xzpC5d6rg0duxYU7ZsWcd566ZyBR0UeAysO+64w3YNc+r86OYYiMUYhSx1TASXPhsjRoyIxSbSfR1//PGHDSoprPjll186zkeBUnW9dSp1K1RIUTf4ey0do/qMOoW6nNZ9/vnn26CxXjrGI9Xq1auNziP79+9PNkyBLQVtFRqjYiOQiAHFtDrnSzBcyF/hbF8gUEFvp9J3jMLmCpQHB4f1b7qGCu52GOk8rgcJzJgxwz5EILgUUlYpcEYhECyg6z8FxfXZcSoFwxXC1Xc8hUAiCfz000+2s+LKlSttd0VdG7spPZRB1zLqEq/uijwox40aYxBAAAEEEEAAAQQQQAABBBBAAAEEEEAgqwoQUPT4zhNQ9AjI4ggggAACCCCAAAIIIIAAAgggkOUF1M1AL914/e2330b0UDcDdUtUKFFdwqiML6Dwi0JK6mIUXOpap8DP7bffnvF3NBPtgcJKDzzwQEiXQbe7qMCibvRt3bq1UYhJN/66qQMHDtjuUoGht3AdCsOtb/Pmzbbbqq+DlMYppKGOb+oIN2TIENvhz1cKcSgYqK5w0SpciFAhKa0z8IbmlAYU1ZlQ4cz169cnm8ajjz5qBg8e7OpmaQVc3nzzTdO7d+9kIUUnw0jBFi2vcF60gKBToNQ3+UhdvwJ3UN101f1OwR5f1atXz+6Hzg/pWc8995wZOXJkyBR69OhhHnvssfScWky3rUCrL6h46NAhx3UrVKXjy6l0M7+Cigoop7Q2bdpkg4kKE7gtnSP0mdN5JlrpGB02bJg5ffp0sqG1a9e2IdiSJUtGWwU/T4FAogUU0/Kcr2NMx5o6sAaWug3rGHd7PnMKfyuEq66/ehBAYIU7jyt8q6666nJMIZBaAXUD1fXT1q1bHVeh39f69+9vr/MoBBJNQNfsCivqIQUKK4a7vnGat65nWrRoYcOKkR5ekmj7zHwQQAABBBBAAAEEEEAAAQQQQAABBBBAAIG0ECCg6FGZgKJHQBZHAAEEEEAAAQQQQAABBBBAAIEsKaAbrNUtUZ0St23bFtEgW7ZsNpSoQIs66VGZQ0CBI3V9Cxc8ue2222zXxMsuuyxz7HAm2wuFLdQ9RwGtnTt3pnrvFMpQoEvvdaFChSKuR12d1OksOBSmrqvqahKtdDOyukxpHb4KDCA6dVd0ChdG2s6JEyds2FFhEV85BepSElDUvBVwVJeswJKZ/j1aUDBwGXW7GzVqVDID/dwX0vSNDRdsUaevuXPnugp/qdvdLbfcYjZs2JBs3hUrVjRz5swx1apVi/aWmVOnTpkBAwbY+flK4ZrFixcbddFN71Kw6MknnwyZho4Bp39P7/l62b6OCQXKFVZU19uUljoeK6h4zTXXRF30+++/t6GtKVOmRB3rG9CgQQN7LnEbulLHOnUVDS4FmCdPnux6uwx0L5BoAcW0POc7heN1PlUAXufElJSunxVYDwzaO3WWDXceT4QutCnZX8YmroCuBXW+nDlzpuODRjTzfv362QcjXHjhhYm7I8wsywts377dBhYVVkxJl3hdi+pvFAorunkwQpaHBgABBBBAAAEEEEAAAQQQQAABBBBAAAEEMr0AAUWPbzEBRY+ALI4AAggggAACCCCAAAIIIIAAAllGQB3ydFO1wkTqlqjQTaSqXr26UaBB3RLpTpC5DhOFqhQMUVgquHTDvrom6mZPKvEF9B6qo6FCFnr9+OOPqZr0RRddZB5//HHTvXt3kytXrrDrULfVdu3aJesAeN9999nQXbROjApzKPgaGIpVdx91A9Q2ncIc2tZLL71kChQo4Gq/dF5T8HbZsmWmXLlypnLlyqZKlSqmfv36Rl2ufJWSgKLCWt26dbOBbl8p2PnWW2+ZWrVquZpX4CCnTpRavwJhvjmGC7Yo3PnII4+Y7NmzR92uU7hQCwWaR12JMcYp1LRu3TprmgilEJ1Tx0SFgJw6LCbCnL3MQZ2OfR0VU/N579q1qw0qVqpUyXEa6mqoY1HHqZtSiF1BYgW23NRPP/1k1HlUQdvg0rE5dOhQN6thTCoEEi2gmFbnfKdwvPgmTJhgz4d6EEdKSqEwdc5VF1dfXX755fY7ITD4He48rnOWPjMUArES+Oyzz8zUqVPtwwecSt1oBw4caLtgUwgkuoCuPxRW1LW8Oiy6LV2bd+zY0YYV69Sp43YxxiGAAAIIIIAAAggggAACCCCAAAIIIIAAAplKgICix7eTgKJHQBZHAAEEEEAAAQQQQAABBBBAAIFML6Ab+xQqUijxyJEjEfdXQUR1S1QoqHbt2pneJqvtoEJFzzzzjPnoo48cd11dVtx00stqbhllf8+cOWO7Kerzrg4ka9euTfHUFZR79tlnw3ZTdOpQGNgFMdIGV6xYYZo1a+YfojCeOh02btzY/tsff/xhuxROmjQp2WoUOBw0aFDE4GRKdzQlAcVNmzbZeZ88edK/GS8dsNyEW8IFW9x2q9REdTwMGTLEdnkMLIXbFBR1Wwo99OzZM9nwRAooamLTpk2zwc3g0n7qnJcZ69ChQzaoqNevv/6aol1UIFghRb2KFy9ul1WHOQUTdYy5qTx58tiQlV758+d3s4jZvXu3GTFihFm/fn3IeJ131PGTip9AogUU0+qcr+8tfbctWbLEj6uuifPnz7ch9tSUOhh36NAh2aLBwUOn87i+9/QZq1u3bmo2yzIIRBTQ73rqeBzcOdm3kDrc6lqf448DKaMI6DyqsKLvdxtdv7spdTe/6aabbFdnBRYjPXzFzfoYgwACCCCAAAIIIIAAAggggAACCCCAAAIIZBQBAooe3ykCih4BWRwBBBBAAAEEEEAAAQQQQAABBDKlgEIA6paojl9bt26Nuo833HCDadOmjQ0mUplPQIGoJ5980t607FQNGza0AaQGDRpkvp3Pwnukm3h1LkhKSrJdSBQKCgzZhaNR90yF0i655JKQIepEpcCbgoSB9frrrxt1ZgtXTqG8Jk2amNdee80ULVrUv5i6JaqLY3A1b97c9O7d23btU7fHlHa8Cl5fSgKKTgE9rx2wnNa5cOFCex5WOQVbqlataubNm2cqVKjg+qiORfdDddQL7o6XaAFFgejYGT58eIiNjsuxY8e6NstoA/fv328/Rwoq6nOWkipUqJDp1KmTUbfNmTNnul5UyyiYqJCX21LnVL0/X331VbJFLr30UjNx4sSE6cjpdn8y4rhECyj6PrfxPufv2LHDdtX64osv/G9bcNfalL6fTusM7ibsdB6vWbOm7XKnzqMUAvESmDx5sv1O/Oabbxw3oYeR9OnTx/E6L15zYr0IeBVQ13iFFdesWWMfxBLu+HbaTqtWrYz+3nHdddeZwoULe50KyyOAAAIIIIAAAggggAACCCCAAAIIIIAAAgkrQEDR41tDQNEjIIsjgAACCCCAAAIIIIAAAggggECmEdCN0AolqjOLOmj8/fffEfftyiuvNC1btjTt27c3CghQmVNg0aJFZvTo0UYhluAqUKCA6du3r+2amDNnzswJwF75BRTKU4fFxYsX285Re/fuDaujAOJTTz3l2HHk008/tV1J9uzZ418+WkfBAwcOmC5dupgPP/zQv4w6pinQERg2PHjwoA3DOXVY8y1YvXp1e+7SjcZVqlRx3b0tcGfdBhR1Hn344YfNyJEjk1kpENaiRYtUH13qbCvDwBo3bpz1UDkFWxQkVliwWLFirrcbHEi6/PLLzVtvvWWqVavmeh0ZJaCoHXrllVfM0KFDQ/atc+fOIZ0kXQNkkIGfffaZDSnq2Dx79mxcZq0b+3v06GEULk5JaU7Dhg0zChcElrqvvvDCC/4ujilZJ2NTLpCIAcW0OOcHd++VnB7KoG6e5557bsoh/7/lv/32W/tZCOxUpxCkHgTh6yjqdB5X2F7n1IIFC6ZquyyEgFsBXXfpYQj6XnAqPYRi4MCBRtdvFAIZUUAPYVJgUWHFXbt2ud4FdRBt3bq1DSvquphCAAEEEEAAAQQQQAABBBBAAAEEEEAAAQQykwABRY/vJgFFj4AsjgACCCCAAAIIIIAAAggggAACGV5AN+apM5FCiYcPH464P+oYoFDNjTfeaBQMoDKvwJEjR8zTTz9tFixY4LiT6papm+uvuuqqzIvAnoUVUFBo7dq1ZsyYMba7YnBdcMEF5p133jGNGzcO+dlvv/1mg60Kg/lKndQUeqxcubLjNoM7I4YLyqlD4+zZs214xE23R21MnT91XlN3lPLly5scOXJEfefdBhSdxkVdeSoHPPLII0YvBTZjFWwJDiQpmD537lxzxRVXuJ5lRgooaqdmzZplBg8eHLJ/N998s+3Ul9lLIWQFUvS+xarKli1rOybedtttKV7lqFGjHN07dOhgw4lU2gkkYkAxLc75TueweKgruPvmm28adSZVOZ3Hg0OM8ZgH60QgUEAPr5k+fbrtOudU9erVM/3796eLOodNhhbYt2+fDSvqdxr9122pm60e1qSwYq1atdwuxjgEEEAAAQQQQAABBBBAAAEEEEAAAQQQQCBhBQgoenxrCCh6BGRxBBBAAAEEEEAAAQQQQAABBBDIkALqlKQbTpcuXWq2bNkSdR/UsUWdAhRKO+ecc6KOZ0DGFnj55ZeNutPp5vjgUtCkT58+5pZbbsnYO8nsYyKgAJ6OFXXZDA4E6oZ1/XuuXLlCtvX2228bBYwCa8qUKTbEFFxOgcZIHRfV/W3OnDmmX79+5scff0zRfpYqVcq0adPGdOrUyYaww4UV3QYUf/75Z9O9e3fbdTDeJbvx48eb3LlzE1D0iK1A0gMPPBCylqwUilNnIXUunDdvXqo1zzvvPPuZ1ksdd1NS+uwqcOv02RkwYIAZMmRISlbH2BgIqJuawt+B9fjjj9susbEsdcC99tprk61SXW8VHnY6juJ9ztd5ddCgQbHcRcd1BQfAnQKKgef5uE+IDSAQIDBz5kzb4VOdFZ2qW7du9vcDXUdRCGRkgWPHjpmkpCT7ACd1Vzxz5oyr3bnwwguNQuSNGjWygcWcOXO6Wo5BCCCAAAIIIIAAAggggAACCCCAAAIIIIBAIgkQUPT4bhBQ9AjI4ggggAACCCCAAAIIIIAAAgggkGEETpw4YUOJy5cvt90S//zzz4hzr1q1qtEN4QollixZMsPsJxNNvcCuXbvMyJEj7XHiVHfddZe55557TOnSpVO/EZbMdALqpqguZ8EhFXXVUTcop5vVv/rqKxty3bBhg98jXGcoBaUUkD569Kh/rDp7qmNJpDp48KCZMGGCDbWkNKio9ermYu3XNddcY7sSBpbbgKJTwCReBwABxdjKKuR63333haxUHYQnT54c240l8No2bdpkpk2bZq8bUlqVKlUyvXr1sjfsp6T0XaTzibYdWHpAggLRnTt3TsnqGBsjAadOgkOHDjXqrJg9e/YYbcXYLq3B77GbYF68zvlOnSNjtrMBKyKgGA9V1hlLAXVX18MkFFb8+++/Q1adP39+M3DgwJAgcyznwLoQSEuB06dP246K6iCqsOK3337revO6XmzWrJn9feLiiy92vRwDEUAAAQQQQAABBBBAAAEEEEAAAQQQQACB9BQgoOhRn4CiR0AWRwABBBBAAAEEEEAAAQQQQACBhBdYt26d7QCgcMHXX38dcb66ea5Fixambdu2RuEiKusIjB071oa5nG44rlmzpg2ZKLBKZSwBBXwUON25c6cN6SkYqNCVU6dCL3umjjpdunQxH374oX81F1xwgQ1E161bN2TVOs4ee+wxG2zxVdGiRc27775r6tSp4/+3f/75x3YFvP/++/3/ps6Gs2fPNmXKlHE15V9++cXeWKzOoKtWrQrp9BhpJRdddJF58cUXbUfFwJAiAcUrXNlrkFOoSd9L9evXd72O9Bo4f/58o06gwaXArEJ7WaFeeuklM336dHvuSG3pvVbX01atWkVdxbJly8zw4cPN4cOHk43VgxL0HaXAMJU+Ak6fZTfBwZTO1ut2Yn3OJ6CY0neQ8ZldQA+X0HegztdOVaNGDfvd2bx588xOwf5lMYHNmzfbwKL+rrJ7927Xe6+uwPo9+l//+pcpW7as6+UYiAACCCCAAAIIIIAAAggggAACCCCAAAIIpLUAAUWP4gQUPQKyOAIIIIAAAggggAACCCCAAAIIJKTA559/bkNJS5cuTRYYCjfZpk2b2uCAOpLlyJEjIfeJScVHYO3atWb06NHm448/DtmAjgXdYNy9e3dToECB+EyAtcZVYNGiRTZwHFgKKKoz4Lnnnhuzbf/xxx82RDhp0qRk69TxpZtxnWr9+vXm3//+d7LAoIIgw4YN84cBv//+e9OtWzd7LvOVOqs98sgjqerYdebMGbN9+3Z7U73CippftFIHSAVmAgN1bgOKTuOCu2RF235qfu7UuVFBAe1HwYIFXa8yOJiTmrln5ICioN5++23Tp0+fEDPdaD5jxgzXlhlt4JIlS2wARTfjx6oaN25sbr/9dqNrDqdSiPihhx4K+ZFCiS+88IIpVqxYrKbCelIhsGLFCtsNKrB0fTBx4kSTJ0+eVKzReRGF0gcNGpTsh6nt1BiLc77TOez11183Xbt2jdk+O63I6Twej0BoXHeClWdqAX029D342WefOe7nTTfdZPr27WvKly+fqR3YuawpsHfvXhtW1MNY9OANt1WxYkX7u5l+P6pevbrbxRiHAAIIIIAAAggggAACCCCAAAIIIIAAAgikiQABRY/MBBQ9ArI4AggggAACCCCAAAIIIIAAAggkjMDPP/9sQ4m6SU5P9T99+nTEuVWpUsWGgxRKLF26dMLsBxNJG4FTp06Zp556ysycOdNxg02aNDE9e/bMEF3O0kYsY25FHRQVKDl58qR/B2644QYza9Yso46psSynLlM6H4ULI504ccLcfffd5p133vFPQ8fda6+9ZtRNUaUQYbt27fzzV1dGnd9i1X1PAUJ1QNF2FEQL7AAZaKPubwpI5c2b1/6z24CiU3AzUmfJWL0fBBRjJfl/16POnuoiG1z6LClUl5nqo48+ssHExYsXx2231KlZn6nrrrvOvw19H+kzFlwKuDz33HNxmwsrdi/g9H2SmuBzpC2qu65C6CNHjkw27OmnnzYKKXqt1Jzz586dazp37hyX+UTaHwKKXt9tlk8LAR2nU6ZMMeq2q89XcOXKlct27tZ3aCwfjJEW+8Y2EHArcPToUZOUlGRWrlxp3n//faPvMjdVqFAh07FjRxtW1Oucc85xsxhjEEAAAQQQQAABBBBAAAEEEEAAAQQQQACBuAkQUPRIS0DRIyCLI4AAAggggAACCCCAAAIIIIBAugts2LDB3gyn0M7BgwcjzkedsxRK1FP7r7322nSfOxNIHwEFwsaOHWu+/PLLkAnoRkl1O7nnnnv8XezSZ5ZsNRYCX331lbnllluMzhO+UkBOx4C6mcWqwoVK1FEkUphQN7SrA5fT3LTOxx57zCj46CuFFbVMPDp6/vPPP+bAgQNm+PDhZvbs2cloatasaebMmWMuu+wy++9uA4oa69QN7NVXXzW33XZbrPhD1kNAMfa0Cuz16NEjZMUK4CpUm9Hr0KFDZvr06fblpi688EJ7DNetW9d2Ip03b55R6DglpQck6HpE5yOFQINLoZbBgwenZJWMjaPAvn37bFBv69at/q1UrVrVvvcVKlSIyZb1sA19J7z11lvJ1qfzb6dOnWKyDd9K3J7ztb+tW7c2CqD4Kh6dI4N3joBiTN9uVhZnAX1Opk6dGjbcXqlSJTNgwADTpk2bOM+E1SOQvgJ6CJA6K65Zs8aGFY8fP+5qQtmyZbNhRf1+prBiPH7XcTURBiGAAAIIIIAAAggggAACCCCAAAIIIIBAlhYgoOjx7Seg6BGQxRFAAAEEEEAAAQQQQAABBBBAIF0E9u/fbzt+LV261GzcuDHqHHSjW6tWrWwnMnWyoLKmgAIo6koU2LEuUEKdqhTAUXdNKnMIqJOqAj7BHcgUQFVwztcR0Ovefv/996Zbt272nOSr4FCf0zY+/fRTo+Nuz549/h+re9Yjjzxijh07ZgNQCmD7Sl167r333pBVKWhy+PBhs2PHDqN1btu2zWhOzz//fIqDM998843dl9WrVyfbTmDYMiUBxRUrVtguloEV3JExJf7aV7138+fPN0WKFDE1atQwxYoVs93oypcvb1dFQDElou7H6vhWMCm4M46+Y19//XX3K0qgkX/++aftmKiXPnPR6vzzz7efS71KlSrlH37kyBF7TCqs5hR+j7bewJ/nzJnTjBkzJuaBtJTMgbGhAuHCgwsXLoxZ6Gjv3r32ff/kk0/8E1BHXQWE9Z3iq7Q85+vY7tq1qw2b+KpixYr2eK9cuXKqDpXNmzfbLtV6KMSVV15puwbXqVPHvnT8hzuP6/tP5//cuXOnarsshEC8BRQuVtBd12NOpbCvHoRSrVq1eE+F9SOQEAL6W40Ci3qYlL7j3FajRo2MOnUrrFi6dGm3izEOAQQQQAABBBBAAAEEEEAAAQQQQAABBBDwJEBA0ROfMQQUPQKyOAIIIIAAAggggAACCCCAAAIIpJnAyZMnzQcffGCWL19ub3BTQCZSqVOFuiUqlFiuXLk0mycbSkyBGTNmmHHjxjl2uFKoqU+fPubmm29OzMkzK08CCo8ocKdziK/URVFhvy5dusSkU6bTNtyE8JwClLoZd9asWfYmXp3DfPOOFghx6lS4YMECoy5tKSk33SBTElB06mKpMIo6ximMktIKF6DUd4O6+akIKKZU1f14PRzgrrvuMmfOnEm2UMOGDUM6b7pfa/qMjBYkCZyVHm5w++2322BipGsKfTZ8QcXATntu9/DSSy81L774orn66qvdLsK4NBIId27s37+/GT16dEwegBHcVVe7ps/WG2+8YYPYgZVW53x91ocMGWKDgYH17LPPGnX5VNerlNRff/1lQ/hPP/10ssWGDh1qOwZnz5497HmcgGJKpBmbXgK//fabmTRpkpk5c6b56aefHKcxcOBA07t3b6PrUQqBrCKwe/duG1bUNbubh0z5XNStWOFehRUVaqcQQAABBBBAAAEEEEAAAQQQQAABBBBAAIF4CRBQ9ChLQNEjIIsjgAACCCCAAAIIIIAAAggggEDcBTZt2mQ7iCmUGK0rUYECBWygp02bNqZBgwZxnxsbSHwBdSF65plnQrrB+Waujonqple8ePHE3xlmmCqBEydO2K6DCg0F1kUXXWQ7DHbu3Nmcc845qVq3FlL3wzvvvNN8+OGHydbhNhy4aNEi07ZtW/+yulld5zt1mBo0aJD/36OFYBQcUyA7MIipMJX2MV++fK73zyl8ePnllxuFuXwdf1ISUFSo57HHHrPBk8BS58ipU6canbfdloItCsUoLBNYTZo0Ma+99prtwqUioOhWNHXjdHO5ArjBDwpQF0t1EEz0UjdQdUxUd89opbCUr2NihQoVog1P9nN1vZNHYBfUaCs477zzrK1egR0aoy3Hz9NGwKkjrM476iB6/fXXe5qEOnjqekTfCYEVHNzz/Swtz/lO29Lxqe+FWrVqpWi/165da8O+Cq/7St976m6tbqy+cjqPE1BMETWD01lg165d9mEYuh50qrJly5oBAwbwgJR0fp/YfPoIqPN7UlKS0ffL+++/r4dqu5qIvnP18BWFFfWiEEAAAQQQQAABBBBAAAEEEEAAAQQQQACBWAoQUPSoSUDRIyCLI4AAAggggAACCCCAAAIIIIBAXAQOHDhgb1ZbunSpWb9+fdRtNGrUyLRs2dLerJY7d+6o4xmQNQQUTJw4caLjDY/qTtWrVy/TvHnzrIGRxfdS3VdvvfVWc/To0WQSCkWog41uEPeF29xSnT171p6nHnzwQaMgbGClJHynOSkAFRhiGjFihNF5UJ0UfaUujQpfhyun9Wj/1MXnlltucR3CdAqP+Lo6XnzxxXbzTgHFevXqmTfffNMxVLVjxw4bBFWYM7D69etnnnrqKVcdhHTj8uzZs03Pnj2ThTC1PoXNunfv7u/kRUDR7VGc+nHqfKPOpOoUFVj169e3oaVErC+++MIeKwqTuSntnz6bVapUcTM87BgFIn1dFd2u6MILL7QhRQW5ihQp4nYxxsVZwOk8q03qOlRBJHVkTk2FC1/re2nOnDmOIYy0POf/8ssvRudrBcGDP+8KmleuXNnVbocL9DuF6QkouiJlUAYQUFh9+vTpZsuWLY6zbdasmenbt6+pXbt2BtgbpohA7AX0cBU9/EK/gyisqPO/m8qZM6fR71zqNKywYv78+d0sxhgEEEAAAQQQP6Z6FgAAIABJREFUQAABBBBAAAEEEEAAAQQQQCCsAAFFjwcHAUWPgCyOAAIIIIAAAggggAACCCCAAAIxE1DIQSGi5cuX2+5hwaGH4A2pk5G6JapjmLp7UQj4BHQcjRkzxmzfvj0EJVeuXDaMpi5F559/PmhZRCBc+MO3++qmqDDS3XffbSpWrGhy5MgRVkbnJt1Eq+Dfe++9FzJOXaXeeOMNo6CWm1LwTiG9hx9+2D+8cOHCNgTo64YY3CHQab1az4wZM4y6ggaWQooKPCqQmzdv3rBT0vIbNmwwffr0CQlcTpgwwaiDY7Zs2ezyTgFFbUcBnS5duvjH+TamLorjxo0zgwcPDtl+q1atbIfF6tWrhyznG3z69GkbfnzggQfMjz/+mGwd+g5QQKZQoUL+fyeg6ObI8z7mo48+Ml27djUKLwVW3bp1bTe0RKnvv//evPLKKzYgEjxXpznqGFZg6qqrrorZLnz77bdm4MCB9ub7lNQll1xiA8aaU4kSJVKyKGPjJPDSSy/ZQHRw6Zyvc2XNmjXDnsucpqTvFJ0fdd0S2AFXYyN1DEzLc77mogeG6PMe2PlQ/37FFVfY75gOHToYXWOF+37aunWr/QwEP3gk3HcmAcU4HcCsNl0EdB2q60adP9Qt1al0naZX4PVMukyWjSKQzgJ6sIN+19LDqvRwCbelsG/Tpk1tWLFkyZJuF2McAggggAACCCCAAAIIIIAAAggggAACCCDgFyCg6PFgIKDoEZDFEUAAAQQQQAABBBBAAAEEEEDAs8DmzZtt5zCFEvft2xdxfXoqvkKJ6iKmbjUUAoECurH/6aeftkEUp1IXOHVfU/dEKusJKAQybNgw21UzUilop2CSQlYFCxb0D/3ss8+MXps2bQq7eKSQXqRt6jx44403hnR49C3zxBNP2Ln7AoLh1nX8+HEbaHEKh1WtWtV2GbnuuuuShTAPHTpkdu7caebNm+cYuGzbtq0NACooFViak0IpgaX9V+DwyiuvtP+sc7Y6VyoMLH8FFHWDvlNpuZtvvtnUqlXLKKCp0twU6NIN/ZpjcKUk2KJuqQqOBr6n0T4Fwfuo/Zo7d64N5LgtbVMGgaUbr90GWN1uJ73GqXuownMnTpxINgV1glq0aFF6TctuV8ecvg/0Onz4cNS5dOzY0XYs1DEYy/r444/N8OHDzbZt25KtVp9nhczcVIECBWxQUa+yZcu6WYQxcRLQsa7zrLpiBpfOgfqZQkalS5eO2LlW69G1r0KNTp3VdK3y8ssv2/N1uErLc36kLraan75jdK5TMKRcuXJ23xUIVjDx1Vdfdfx+0XKjR482gwYNMtmzZ0+2mwQU43QAs9p0FVDYSg9z0EMXnKpYsWL2QSoKyVMIIGDs9b/CinqIlX5fcls1atQwLVu2tL/36PuJQgABBBBAAAEEEEAAAQQQQAABBBBAAAEE3AgQUHSjFGEMAUWPgCyOAAIIIIAAAggggAACCCCAAAKpElD3lVWrVtmn4iclJUVdR4MGDUyLFi1M+/bt6XoXVStrDnjrrbfMs88+aw4ePBgCUKRIEdOvXz9z1113ZU0c9tovoM5/Ok4UiAjuVOWVSWE5dcFSR79oQcLgbWku6lw4a9askGkULVrUvPvuu6ZOnTquprhnzx5z5513mg8//NDV+EiDFJB58cUXbUew4FL4TOHFSFWvXj17E75sVArT3H///Y77mdLJap2TJ082Ch4He9NBMaWa3sbv3r3bdOrUyahTYWDp5vAlS5Z4W3kqlj579qw/mOim847CwQqDXHPNNanYWuRF1GX1oYcessd+YClkOGrUKHPgwAEbDlaIy02pC6ovqKhO0lT6CLg5z+ocpXOogs2+8N2ZM2eMAqtafu/evWEnr2UV6tP1b7RyM5do6/D9PNI5X2PUBU7hKh3TsfgOffTRR21wPXfu3CFTJKDo9l1jXEYUUNhq2rRpIR1FffuioG/fvn1tuIpCAIH/K/D111/bsKLv70huXdRNUdd6+jxde+21bhdjHAIIIIAAAggggAACCCCAAAIIIIAAAghkQQECih7fdAKKHgFZHAEEEEAAAQQQQAABBBBAAAEEXAv88ccf9mYy3ZCpjjHRbmwuX7687Zaom8m4Cd81c5YbqECiQh4LFy503PfOnTvbrokp6XiW5RCz2A6rC9Tq1auNghFuAtJueBRKVPdOL+cqdQns3r17yObuuOMO88ILLxgFk9yWAjD9+/cPe+O7m/U0a9bMdpsMt0+ROnf51q9w5eLFi5MFHHXu12f2+eefj/o9EG6e6j743HPPGQXgnIqAopt3OLZjFARUB8Jjx44lW7G6keo7P61q9uzZNpy4Y8eOqJtU104FE+MVAFH45JFHHgmZh4InOv59nUI1QJ8TBRXVUdpN5cyZ0x9UrFatmptFGBNjgU8//dR2S1y/fn1M16zrFYUAFU50G3ZPi3O+bycVAH777bdtV9BIIctIKBdddJEN9Hft2tXkyJHD9Xlc3uPHj3cMNMb0TWBlCKSRgDpUz5gxI2yXXz1wonfv3qZ48eJpNCM2g0DGEPjpp59sWFGd1t9//32j/++m8uTJYzvK61pM13/qfEwhgAACCCCAAAIIIIAAAggggAACCCCAAAI+AQKKHo8FAooeAVkcAQQQQAABBBBAAAEEEEAAAQSiCnz00Uf2hnsFFD7//POI43WDmEKJrVu3Nk2aNIm6bgZkbQHd1DthwgTHGxIrVqxoO4+o6yaFgJPA6dOnbVBRx5HC09FC08Hr0PlKwUQFYNV16pxzzvEErU5qXbp0Cel8qBvX77777hSv+7fffrPdeRQyVNdat1W1alXb5VBhs2ihSIVTNLdIAR2Fh9u0aZNs8wqJKkCmgMo777zj2l5dxQYMGGB69OgRcW4EFN2+27Edp8C4zrlHjx5NtmIdU8uWLXMdtkrNrNRlVMFEN51D1XVTwcRGjRqlZlNRl9HxrWDi9OnTQ8aq+6G6uIardevWmfnz59uwotvSeUOv2rVru12EcTESUFBb7+ekSZNcn8cibVrH5WOPPWZKly6d4hmmxTk/cFLadx3j+p5x+x2j7019t4wYMSLqPtJBMcWHAAtkUAF1hVNHaH2HOVXBggXttc8999yTQfeQaSMQXwFddymsqNfSpUvNl19+6XqDLVu2NI0bN7ZhRYLArtkYiAACCCCAAAIIIIAAAggggAACCCCAQKYVIKDo8a0loOgRkMURQAABBBBAAAEEEEAAAQQQQMBR4NChQ+aDDz6woUQ91T5a6YawFi1a2GBDvnz5og3n51lcQJ2CRo8eHfbY6tWrlw0wFSlSJItLsftuBX7++Weza9cus2nTJqNQ9XfffWc++eQT8+OPP/pXoa5Wl112malVq5apV6+eDQMVKFDA7SaijlNgcvDgwbYzoK8UfFRHuDJlykRdPtyA33//3egzoxDhxo0bzZ49e5J1vdJ+KdCrbl3qmqjuteE6WjltQ6EYdX9T0FDhsOCgijqBqetVuFLHPbkrwLZz506zfft2f9BHgcTKlStb64YNG9ogaO7cuaNaEFCMShS3Ad98843tfHz48OFk26hUqZK9aVyd/2JZOm4U4lWwL1qpY+LNN99smjZtGm1oqn+u/Vf4St18guvBBx80gwYNcrVuhX8XLVpkX/v27XO1TIcOHWxXRZ2fqLQTUDDis88+s2H3WbNmJfvecDsLHZs6NnQe9hp2j/c5P3iffNvTdb/O5eos6fseUCBRXVQVUta1/vXXX5+sc2gkHwKKbo8exmUWAf3OrPOIHp7hVHXq1DH9+vXjIT6Z5Q1nP+ImoN8lFFZcsWKF/b3Oben3DD3EQt0Vdd1KIYAAAggggAACCCCAAAIIIIAAAggggEDWEyCg6PE9J6DoEZDFEUAAAQQQQAABBBBAAAEEEEDAL3DmzBnbhWz58uU2mKjAT6RS0EfdEtu2bWsDKBQCbgRGjRplO8I5lUIZffr0sTfAUwhkNAGngOJ9991ndMyfe+65GW13mG8WFlDoVF0zg8OqFSpUsNcH5513nmcd3XiujlNr1qyJuC4FIjt16mSDifHuMLhlyxYzfPhw2x00sBSqHTNmjFGAMKX1999/+4OKCni6KV1bdevWLW4dIt3MIauOUWBbwQhf2F2B1cDQtVziHXbPqvbsNwKZRUCdFBW8379/v+MuqWNu79697UMzKAQQiCygDvW6ZlSIXn+nclvlypUzrVu3tmHFa665xu1ijEMAAQQQQAABBBBAAAEEEEAAAQQQQACBDC5AQNHjG0hA0SMgiyOAAAIIIIAAAggggAACCCCAgO3MtXLlShs6UAeZSJU3b14bSlSnmObNm6OHgGsBdUB49tlnbVe74NJxNWDAAHPPPffEJPjielIMRCCGAuqYpiCV7xhX5yl1JWzcuHEMt8KqEEgbgRMnTpiWLVsa3RgeWJdffrm9XtB5OzWlEKBC6nogQqRSd9OuXbvaYKK2Ge9auHCheeihh0K652nb48aNs51XvZY6jPq6Kn799ddRV6cb6tW9lOutqFQMQAABBBJKQJ28FcJ/6aWXzF9//RX2dx8FFbNnz55Qc2cyCCSqgDrzJiUl2YdbqNP1yZMnXU01f/78pn379jasqFeePHlcLccgBBBAAAEEEEAAAQQQQAABBBBAAAEEEMh4AgQUPb5nBBQ9ArI4AggggAACCCCAAAIIIIAAAllUQB1h9BR6hQxWr14dVaF+/fo2mKgbuxQaoBBwK/DTTz+ZkSNHmtdee81xEQVgevXqZWrWrOl2lYxDICEFdBN69+7d/XNr166dvTGdc2ZCvl1MyoXAr7/+ar/79+3bl2x02bJl7fVDvnz5XKzl/w7ZtWuXGT16tFFYPVIVL17c3HHHHTaYWKhQIdfr9zJQIZLHH388ZBUNGzY0zz33XMzn8fvvv/uDiroWi1aVKlWyIX51taQQQAABBDKOgLqxTp061YTroFutWjXTr18/+/AfCgEE3Aso+KvOinrp8xXc9TvSmtq2bWu7VCusWLRoUfcbZSQCCCCAAAIIIIAAAggggAACCCCAAAIIJLwAAUWPbxEBRY+ALI4AAggggAACCCCAAAIIIIBAFhLQTVzqWLR8+XIbLFB3pEilAIKCCbqBq2rVqllIil2NlcCcOXPM+PHjjVOnKIVQdEPubbfdFqvNsR4E0k3g2LFjtgOouqP5asaMGebuu+9OtzmxYQRiIXD69GnbwU8dQgOrVKlS9loiWgB3//79NvynYOI///wTdkrly5c3PXr0sMHEnDlzxmLqUdfx999/mxEjRpiZM2eGjL311lvNmDFjoq7D64CtW7fa88aCBQuMOgNFqpIlS5rbb7/dqOMWhQACCCCQcQT0O9G0adPMnj17HCeth1r06dPHVK5cOePsFDNFIIEEdD2lsKKuN7dt2+Z6ZnoQV7NmzWxYsUKFCq6XYyACCCCAAAIIIIAAAggggAACCCCAAAIIJKYAAUWP7wsBRY+ALI4AAggggAACCCCAAAIIIIBAFhDYvn27WblypQ0S7N69O+Ie586d24YS1cVB/6UQSI2AAinqlBUY1gpcj4IfPXv2NOXKlUvN6lkGgYQSUOjqjTfeMN26dfPP6+qrrzazZ882ZcqUSai5MhkEUiNw9uxZ07Rp05BriBIlSpj333/fXHzxxSGrPXLkiBk6dKh9MIKCgOFK3aP69+9v1E03LevQoUNm+PDh9qENwTVkyBDbsTAt6+eff7bfmQqxfPzxxxE3XbBgQaMwyxNPPJGWU2RbCCCAAAIeBNRVXh179QCLU6dOhawpe/bsZuDAgbazfN68eT1siUURyNoC6vytsKK6VOs61G1dccUV9npUYUX9LkchgAACCCCAAAIIIIAAAggggAACCCCAQMYTIKDo8T0joOgRkMURQAABBBBAAAEEEEAAAQQQyKQCR48etTdkKZTo5qasa665xgYSdcO7U9AgkzKxW3EQmDRpkpk4caL55ZdfQtauTpx9+/Y1bdq0icOWWSUCaS+g7nLz58+3QaevvvrKP4Gnn37aDB482OhmcwqBzCKgkOKuXbuS7U6xYsXMkiVLTJEiRey/f/LJJ2bUqFFm3bp1Rp2bw1Xt2rXNf/7zH6PONWldmzZtMsOGDQsJXJ5//vk2XK9rofSsjRs3mjfffNO6/v7772GnkidPHuunQEuNGjXSc8psGwEEEEDApYC6u02ZMiXsg1zUUVjB/Q4dOrhcI8MQQCCcgLrcJyUlmbVr19qHavz222+usPQ3sbZt29qwol7nnXeeq+UYhAACCCCAAAIIIIAAAggggAACCCCAAALpK0BA0aM/AUWPgCyOAAIIIIAAAggggAACCCCAQCYSUIcjhRKXLVtmg4k//PBDxL0rXbq0DSUqLHbVVVdlIgl2JT0EtmzZYsaMGWNvAHSqfv36mR49ehCATY83h23GRECdzdQpsU6dOubcc8+151h1PNu7d2+y9avjxqxZs8zll18ek+2yEgQSSeCGG26wIcTAuuSSS8x9991nQ3U7d+406irqVArs1q1b1zz66KOmSpUq6bJbb7/9tnnooYeMOhYGlrrmjBs3LqGCfsePH7fnHL0OHz4c0ats2bKmc+fORh2KCxQokC62bBQBBBBAwL3AO++8Y6ZNm2a2b9/uuJB+T+/Tp4+pWbOm+5UyEgEEwgrowTLqrKi/VyxdutSom7bb6tixoz+sqOteCgEEEEAAAQQQQAABBBBAAAEEEEAAAQQSU4CAosf3hYCiR0AWRwABBBBAAAEEEEAAAQQQQCATCOzYscOsXLnShhKDOxsF716uXLlsKLFly5amVatWmWDv2YX0FlAQZeTIkeb55593nIo6DujmWv2XQiBRBa699lrTvn17262mVKlSjtPUDa0NGjSIuAsXXHCB7YrTpUsXky1btkTdXeaFgCcBXUN8/PHHrteRI0cOo8/Yk08+acqVK+d6uVgP1PeUupsGV+PGjW3n34IFC8Z6kzFbn67xXnjhBRtk0QMpwpU6/Oj7tlu3bqZJkyYx2z4rytoCp06dsr9j+F4K81IIIOBdQF1yJ0+ebGbMmGFOnDjhuEL9HtW7d29z0UUXed8ga0AAAb/A5s2bbWBRf0sLfvhGJKaGDRsaXTvqeksdTykEEEAAAQQQQAABBBBAAAEEEEAAAQQQSBwBAooe3wsCih4BWRwBBBBAAAEEEEAAAQQQQACBDCrw3Xff2W6JumF9xYoVUfdCHb0UTGzXrp0pXLhw1PEMQMCNgDoP6CZ1dcwKrvz585sBAwaYe+65xyicQiGQqAKrV682t9xyi396119/vZk5c6ZRoDuwtm7dalq3bm2OHj0adlfUmU2vvHnzJuruMi8EPAuoa+jNN99sjh07FnFdOXPmtKFehdiLFy/uebupXcGZM2fMiBEjzKuvvhqyittuu80888wzqV11mi938OBB88QTT5g1a9YYhcYilczV8UddL6+88so0nysbzBwCixcvth2wAyvS92Dm2Gv2AoG0FdizZ48NKs6fP99xwyVLljT9+/c3Xbt2TduJsTUEsoiArm0VVtTf2HSN5bbUEVzXWQor1q5d2+1ijEMAAQQQQAABBBBAAAEEEEAAAQQQQACBOAkQUPQIS0DRIyCLI4AAAggggAACCCCAAAIIIJDBBHTD1LJly2ww8fjx4xFnrxsZFUps06aNqVGjRgbbU6abyAI//PCDGTVqlHn99dcdp9m2bVvTq1cvAhGJ/CYyN79A0aJFQzScwhe6cbVTp06OHTbUOXHw4MHm/vvvN7lz50YXgUwpoOuPWbNmmVWrVkXcP30GdP3x6KOPmkKFCqWrhQJ9w4cPd5yzwsT9+vVL1/l52biCnwsWLDDffPNN1NWog6XeE91EX6xYsajjGYCAT+DAgQOmXr16yUAIKHJ8IBAfgffff99MnTrVqLObU+khGuqoGPyZjM9sWCsCWVNA33FJSUlm7dq1Rp/JP/74wxVEkSJF7N/errvuOhtYPPfcc10txyAEEEAAAQQQQAABBBBAAAEEEEAAAQQQiJ0AAUWPlgQUPQKyOAIIIIAAAggggAACCCCAAAIZQGDXrl1m5cqVNpS4Y8eOiDNWtyLdgN6yZUt7cxSFQKwF3njjDTNx4kRz6NChkFWXLl3advfo0qVLrDfL+hCIi8DJkydN+fLlk6179uzZpmHDhiHb+/33381rr71m3n33XbN+/XqjZatXr27Pt+rAWKFCBZMtW7a4zJOVIpBeAurYvHDhQqPPxWeffeZqGuogumTJEnPFFVe4Gh+vQRs2bLAdTRUuDqx8+fKZ0aNHG4XpM0Pp+vDFF1806vIarXzhUQUV9dJ1I4VANIHgIP/GjRuNrvkoBBCIvcDZs2dtN8Xp06cbfQc7Vffu3e3DYAicx96fNSIQKKBu1eqsqMDi0qVLzZEjR1wB5ciRw3To0MEfVkzvB3a4mjSDEEAAAQQQQAABBBBAAAEEEEAAAQQQyAQCBBQ9vokEFD0CsjgCCCCAAAIIIIAAAggggAACCSqg7ojqlqibztWxKFrVrl3bBhNvvPFG49QNLNry/ByBaAKff/65GTNmjHnvvfcch95xxx2mZ8+eplSpUtFWxc8RSBiBV1991QwZMiTZfOgMlTBvDxNJRwF1b1IYVx36fvnll4gzyZUrlzl9+nSyMXny5DGLFi0ylStXTpe9mD9/vhk6dKj57bffkm2/UqVK5tlnnzVXXXVVuswrnhv9+OOPzYwZM8zixYvNX3/9FXVT+r72BRXr1q0bdTwDsq5A8O8WCk61atUq64Kw5wikgcCXX35pJk2aZPRwGKe65JJLbBfgu+++Ow1mwyYQQEACCugrsKgHiOlBYm6radOmplGjRjaweNlll7ldjHEIIIAAAggggAACCCCAAAIIIIAAAgggkEIBAoopBAseTkDRIyCLI4AAAggggAACCCCAAAIIIJBgAmvWrLGBxPfff98cO3Ys4uyKFy9uQ4mtW7c2CihSCMRLQJ2ZJkyYYH799deQTSjkoZtjW7RoEa/Ns14E4iYQHLp44IEHzP333x+37bFiBBJZ4MyZMzaUqNfq1aujTlU3WCuYrg6ieukaJrAUXFRIsVq1alHXFcsB+r565plnQlapm8PVAbhAgQKx3FzCrWv//v1m3rx55vXXXzc//vijq/nVqlXLH1YsV66cq2UYlHUEHn30UTN16lT/Dg8YMCAk3J91NNhTBNJWYNWqVWbKlClm3bp1jhuuV6+e6dOnj7n++uvTdmJsDYEsLrB7924bVtQ1s/7rtqpXr26aNWtmw4o1a9Z0uxjjEEAAAQQQQAABBBBAAAEEEEAAAQQQQMCFAAFFF0iRhhBQ9AjI4ggggAACCCCAAAIIIIAAAggkgMCePXvMihUrbCjxk08+iTij7Nmz21CiwmDt2rVLgNkzhcwssGnTJttpyumG2GzZspmBAweae++91+TPnz8zM7BvmVRAXS8UWAqsDRs2mDJlymTSPWa3EHAWUIdcXzDxwIEDUZl0Y/Vdd91lOnbsmGxs165dbffnwMqRI4cNKWqZeNfvv/9uHn74YcduU3feead5+umn4z2FhFr/Dz/8YIOKc+fONXv37nU1N323+7oq6r/58uVztRyDMrfAW2+9ZR9GEVh0G87c7zl7l3gC6pCr7qVff/214+RuvfVW07t3b65jE++tY0ZZQOCbb76xIUW99Hc9PfTDTZUoUcK0bNnS/Otf/7KBRV03UwgggAACCCCAAAIIIIAAAggggAACCCCQegECiqm3s0sSUPQIyOIIIIAAAggggAACCCCAAAIIpJOAbhrXTfz//e9/7Sta6cnqCibeeOON5tJLL402nJ8j4Engr7/+MqNGjTLqnOhUjRo1Mn379jXq2EEhkFEFHn/8cTN58uRk0ydwkVHfTeadGoHly5ebhQsX2nDi2bNno65CN08rAKHOzeHqtttusw9dCKxzzjnHbkdd+uJV6ho4fPjwkC6O2p7+Xd2lsmr9/fffNqiolx484LYKFy7sDyvqe5/KugIKuDZs2JDvy6x7CLDnCSKgENSkSZPMzJkzHWekh8b079/f9OrVyyhwTiGAQNoLnDx50gYVk5KSzNKlS813333nahK5c+e2f+/zhRULFizoajkGIYAAAggggAACCCCAAAIIIIAAAggggMD/L0BA0ePRQEDRIyCLI4AAAggggAACCCCAAAIIIJDGArpRadmyZfap6t9++23ErRcrVsyGEhUEuPrqq9N4pmwuqwosWbLEjB8/3nz66achBBdddJEZMGCA6dGjR1blYb8zkUDRokWT7c1zzz1nbrrppky0h+wKAqECx44d84cSP/74Y1dE6qTXuXNn07x5c1fj1a1QN2QHl4KQ8bie0Q3gDz30kNm3b1+yTV544YXmmWeeMW3atHE176wwSA/FUFDR6f2JtP+VK1e2YUVdl+p/U1lPIPg7c+vWrUa/q1AIIJD2AupuP2XKFLNq1SrHjdeoUcM+TEbnbAoBBNJXQJ9X/R1w5cqVZs+ePa4n06JFCxtW1KtMmTKul2MgAggggAACCCCAAAIIIIAAAggggAACWVmAgKLHd5+AokdAFkcAAQQQQAABBBBAAAEEEEAgDQTUdUTdhBRK3LZtW8QtqtOBbiTUq3379kZdhygE0kJAoZXRo0ebN954w3FzOh579+5NMCEt3gy2EXcBnY/vvvvuZNtRVxrOuXGnZwPpJLBlyxbbKVGvH3/80dUsOnbsaDp16mSuvfZaV+MDB3Xv3t0o8B5cCxYsiGn33Tlz5pihQ4eaP/74I9mmqlSpYsaOHWuuvPLKFM89KyywceNGG1ScO3eu+eeff1K0y+qmqLCiXuqySGUNgeCA4quvvmqaNWuWNXaevUQgQQVmzZplpk2bFhLQ901XD95QN8WKFSsm6B4wLQSylsDOnTttWHH16tVm/fr1rndcXq6cAAAgAElEQVS+Tp06pnHjxjaseNVVV7lejoEIIIAAAggggAACCCCAAAIIIIAAAghkNQECih7fcQKKHgFZHAEEEEAAAQQQQAABBBBAAIE4CZw4ccJ88MEHNpSobjXRbv6uXr26DSW2bdvWlCxZMk6zYrUIOAvo5taJEycaBbSCq1y5crZrIp3lOHoyk0BweOr22283o0aNyky7yL4gYP78809/KFHXJG7qvPPOs90SFUz0egO0uu0uXrw4ZLMKxekGa6/17LPP2hBicCk4N2HCBJM/f36vm8j0y+/evdsGFfXStWtKKl++fP6gosz1kA0q8wqoS+nLL7/s38EHH3zQDBo0KPPuMHuGQAYR+P77782kSZPMjBkz7Pd+cOXKlcv079/fPmhG3/EUAggkhsDXX39tw4p66e+Gf//9t6uJlS1b1l5/+borcv3lio1BCCCAAAIIIIAAAggggAACCCCAAAJZRICAosc3moCiR0AWRwABBBBAAAEEEEAAAQQQQCDGAuvWrTNLly61ocQjR45EXHuRIkVsKLFVq1Yx7SYU411idZlYYM+ePTbcoRvinEod5tR149JLL83ECuxaVhP47rvvQoJXCxcuNOpMQSGQGQS++OILG0zUcb1//35Xu3TxxRfbYKJeCqbHqvQdorkE15tvvmnUiS819euvv5qHH37YqHticOl768knn0zNarP0Mrpm9QUVDxw4kGILHTO+roq1atVK8fIskPgC+szef//9/onqd5iZM2cm/sSZIQJZRECdkidPnmz/DuFUlSpVMn379jXt2rXLIiLsJgIZR+Cnn34ySUlJNqy4bNkyc/z4cVeT18MiWrdu7Q8rXnjhha6WYxACCCCAAAIIIIAAAggggAACCCCAAAKZVYCAosd3loCiR0AWRwABBBBAAAEEEEAAAQQQQCAGAgoCLF++3N4MuHXr1qhr1A3cuqm3ffv2JkeOHFHHMwCBeAg8//zztsPUqVOnQlavcEG/fv1Ms2bN4rFp1olAugro5u3HH3882RyOHj2arnNi4wjEQmDFihU2lKhAoNsuLKVLl/YHEy+55JJYTCNkHQpELFiwIOTf1b23SZMmKdrm559/boYNG2b0QIjgeuSRR0zPnj1TtD4GJxfQNYEvqLht27ZU8dStW9cfVixVqlSq1sFCiSewc+fOkOtCvjsT731iRgjoHD516lSjDrlOpTCTuil67ZKMNAIIxEfgn3/+8XdWXLVqldm7d6/rDenhZ77OilyDuWZjIAIIIIAAAggggAACCCCAAAIIIIBAJhIgoOjxzSSg6BGQxRFAAAEEEEAAAQQQQAABBBBIpcAvv/xidLOQOs8pmBgtCHDllVfaUGKbNm1MmTJlUrlVFkPAu8D69evNuHHjzIYNG0JWljNnTjNgwAAb8MibN6/3jbEGBBJQoGjRoslmNWLECNsplEIgIwqow4ovlOjmIQm+faxatarp1KmTDSemxfle3y0KTQTXK6+8Ypo3b+6Kfs2aNWbo0KHm4MGDycYXLFjQjBo1ynakpmInoKCr3rPVq1enaqW6pvB1VdR/8+TJk6r1sFBiCCgwUaxYsWSTUWhR3VcpBBBILIGTJ0/aborTp0836jrsVP3797fXv3RcS6z3jtkgECywfft2G1jUdfDGjRtdA9WrV892K1dgsVq1aq6XYyACCCCAAAIIIIAAAggggAACCCCAAAIZWYCAosd3j4CiR0AWRwABBBBAAAEEEEAAAQQQQCCFAgp1LV261IYSDx8+HHHpwoUL21Biy5YtzXXXXZfCLTEcgdgKnD592jzzzDP2ZlWnatq0qVGXqzp16sR2w6wNgQQS2LJliw2KB5Zu+oxX57gE2nWmkskEPvroI9spUa8ffvjB9d5dc801NpioV1rXfffdZ+bMmROy2Zdeesm0aNEi4nTeeOMNG078888/k43TDddjx441ClxS8RHQDfEKKr7zzjup3oCCbb6wItfEqWZM9wWDA/6zZ882DRs2TPd5MQEEEHAW2LFjh/3dT9cKTlW2bFn7+1+XLl0gRACBDCBw4MABf3dFPSzNbZUvX952QVZYkeswt2qMQwABBBBAAAEEEEAAAQQQQAABBBDIiAIEFD2+awQUPQKyOAIIIIAAAggggAACCCCAAAIuBPbv32+WL19uQ4kKt0Qr3fijG+1vvPFGkytXrmjD+TkCcRdYtGiRmThxotm9e3fIthSkVWeru+66K+7zYAMIpLeAAk7q2OYrnasVjqIQyAgCf/31lz+UqC7OKSmF0BVK1EMT0rMeeOABo7BhcE2bNs20bt3acWoK10+YMCHkZ/r8jh8/3uTLly89dynLbFth7rlz59qw4qlTp1K93+oq7gsrVqhQIdXrYcG0Fwj+/A4bNsyGmygEEEhsAXVanjp1qtm2bZvjRPX3C3VTrFu3bmLvCLNDAAG/gB5QkpSUZAOLy5YtMz/++KMrHXUe1zW0wop6cR3tio1BCCCAAAIIIIAAAggggAACCCCAAAIZRICAosc3ioCiR0AWRwABBBBAAAEEEEAAAQQQQCCMwK+//mpWrlxpQ4l6BXfsCV5MnXt0k49uri9XrhyuCCSEwNGjR82YMWOMOtw41c0332z69Olj9ER9CoHMLnD27Flz6aWXJtvNGTNmpHtgK7O7s3/eBfbt22eDiQoY6H+7rezZs5uOHTuam266ydSvX9/tYnEfN2TIEPPqq6+GbGfSpEmmXbt2/n//5ZdfzPDhw838+fNDxvbo0cM89thjcZ8rGwgVUPcehRT1OnLkiCeiJk2a+MOKumGeSmwBBfwV9PdV27ZtzZQpUxJ70swOAQSswJkzZ2w3RT0QIFyQSd+tvXv3prM4xwwCGUxADzFRUFGBRf0dMyW/L+i7XF0VFVYsUaJEBttzposAAggggAACCCCAAAIIIIAAAggggEByAQKKHo8IAooeAVkcAQQQQAABBBBAAAEEEEAAgSCBTZs2maVLl9pQ4tdffx3R5+KLL7ahRL0aNGiAJQIJJfDaa6/ZjlMKKQbXFVdcYbsmBgZBEmryTAaBOAi89dZbpl+/fsnW7PT5iMOmWSUCqRLQDcYKJSqcqBuP3ZY64yqUqHBionaoe/jhh40CwsH1/PPP23nv2bPHqDvbxo0bQ8YomKgQBZW+AidOnPAHFZ06NPtmd+6559pgTKQqUKCAP6ioTl5UYgps3brVtGrViu/RxHx7mBUCrgT27t1rg4rqiOtUxYoVs9fLd9xxh6v1MQgBBBJPQN/XCiyuWbPGbN682fUE9XdNX2fFKlWquF6OgQgggAACCCCAAAIIIIAAAggggAACCCSKAAFFj+8EAUWPgCyOAAIIIIAAAggggAACCCCAgDFGnWCWL19uQ4kffvhhVBN1e1EoUU8az5MnT9TxDEAgLQV27dplxo0bZ49np7r33ntNr1696IyRlm8K20oIgVtuucWsXr3aPxd9DkaMGJEQc2MSCPgEDh48aN577z37+uSTT1IEU7FiRX8wsVChQilaNj0GP/744zYkEVwKH+o77NChQ8l+pH0aNWqUvQajEkfgn3/+8QcVN2zYEHZiOXPmNAor/vbbbxEnr67ON9xwg31Vr149cXaUmZjTp0+b0qVLJ5NQ2ClfvnzoIIBABhNYtmyZ/Q4O9/cPhZTUTZEHMWWwN5bpIhAkoG6KCivqpc+926pcubLR3z7VXTGROrG7nT/jEEAAAQQQQAABBBBAAAEEEEAAAQSypgABRY/vOwFFj4AsjgACCCCAAAIIIIAAAgggkGUFTp06ZdSZSDfA66UbbiOVbs7RDfHqGqIbpykEElFg4sSJRq/ff/89ZHp169Y1/fv3N40aNUrEqTMnBOIqoNDXNddck2wbK1asMHSGiCs7K0+BgLo3L1682AYTo3WbC17ttddea4OJemXLli0FW03/oSNHjjTPPfdc1IkoqDZmzBij6zEqcQV04/u8efPM+++/H3GSRYsWNd999505e/ZsxHFXX321adq0qX1x/Z0Y7/v1119vO5z6asGCBaZevXqJMTlmgQACKRaYMmWKmTZtmgnXVfz222+3D7cpVapUitfNAgggkFgCx44dM0lJSTasqIe0/fTTT64meMkll5h///vfNqyo8PL555/vajkGIYAAAggggAACCCCAAAIIIIAAAgggkNYCBBQ9ihNQ9AjI4ggggAACCCCAAAIIIIAAAllOYPPmzUYhAIUSFViJVBdddJENJepGHN2MSyGQqAK6wWz8+PFm06ZNIVM877zzzMCBA03Pnj1Nrly5EnUXmBcCcRVQV1GFm3xVu3Zts2jRorhuk5UjEE3giy++8HdL3L17d7ThIT9XJ2eFEhs3bpziZRNpgbFjx5pnn3027JT0cAh9x3EzdCK9a5Hnoo5cCirOnTvX/P3332EHlyxZ0oZqv/rqq6g7pwcs+MKKxYsXjzqeAfER0MMu5s+f71/5Y489ZtT1lEIAgYwroL+LqJvia6+95rgTBQsWNH379rW/T1IIIJA5BPSQNv0dSYFFPbztwIEDrnYse/bspk2bNjaoqMDipZde6mo5BiGAAAIIIIAAAggggAACCCCAAAIIIJAWAgQUPSoTUPQIyOIIIIAAAggggAACCCCAAAJZQkA3Pevp4Aolbty4Meo+60Z/hRJ14z83w0flYkA6CqgTqEJX6nzhVDqOdTNpjRo10nGWbBqB9BeoX7+++fLLL/0TUde2O+64I/0nxgyynIA6xqlLou/1zz//pMggX758pmPHjjaYeNVVV6Vo2UQdfOLECbtPTiFN3fisoBuVMQU+++wz+/7p9cMPP4TdiSJFitgb3I8cORK2i5dvYT1swRdU1H8LFCiQMXEy6KzVae2RRx7xz17nIjddUDPo7jJtBLKUwJo1a2xQUaElp6pTp47p3bu3ad68eZZyYWcRyAoCepibPvs6D2zdutX1Luthbr6wYqVKlVwvx0AEEEAAAQQQQAABBBBAAAEEEEAAAQTiIUBA0aMqAUWPgCyOAAIIIIAAAggggAACCCCQaQX++OMP+xRwhRL1+v333yPuq26kUZhLXXoqVKiQaV3Yscwj8O6775qJEyca3fwfXEWLFrVdE2+77bbMs8PsCQKpFFi7dq3p3LlzsqX37t1rFPSiEEgrAYXvfKFEdU5MaZUpU8aGEhXkK1GiREoXT9jxn376qRk6dKjZsmVL2Dk+8cQTpnv37gm7D0wsusC3337rDyru378/7ALq+lyrVi3bVXHbtm3m119/jbhydTsPDCuee+650SfDCE8CethL+/bt/euoWLGi+eCDDzytk4URQCCxBF5++WUzderUsN1tO3XqZIOK5cuXT6yJMxsEEIiJgH5XVlhRL/1d1W3p4SnqeK3AYt26dd0uxjgEEEAAAQQQQAABBBBAAAEEEEAAAQRiJkBA0SMlAUWPgCyOAAIIIIAAAggggAACCCCQ6QQ++ugjs3TpUhtKDOyW5bSj6riiUKJeTZo0yXQW7FDmFDh8+LAZO3asmTt3ruMOdunSxXZNLFu2bOYEYK8QSKHAgAEDknVgU8Dr+eefT+FaGI5AygVOnz7tDyXq2iQ1dfXVV9swkI7bPHnypGYVCbuMulsrnKiuedHq0UcfNffee2+0Yfw8wQX0ABF1U1ywYIFRp55Ide2115qSJUua77//3qxYscJE6zZavHhx06xZMxtYbNiwYYJLZNzpnTx5MiSUdODAAaNwKYUAAplHQMHySZMmmenTpzvuVN68eU2/fv1Mr169DOHwzPO+sycIBAvoXOALK+raXdcBbsp3XebrrpjZfo9xY8AYBBBAAAEEEEAAAQQQQAABBBBAAIG0FyCg6NGcgKJHQBZHAAEEEEAAAQQQQAABBBDIFAKHDh0yulFGocT169dH3Sc90VuhxDZt2pj8+fNHHc8ABBJF4JVXXjETJkww3333XciU1AVUXRNbt26dKNNlHgiku8Bvv/1mLrvssmTzePPNN21nBwqBeAl88sknZvHixTac+NVXX6V4M+oep1Biu3btTOPGjVO8fEZYYObMmWbYsGEhU61Zs6ZRME0dgoPr4Ycfth2bqMwhoGv3t99+2yxcuDDiDlWuXNkGDnPnzm3Uvc/Ntf4VV1zh76xYp06dzAGWQHuhz2hgJ0yd79T5kkIAgcwnoPOugorhuqhVq1bN9OnTx/5thUIAgcwtcOrUKRtWTEpKMqtWrXL9e44eYtCyZUvbWVGvIkWKZG4o9g4BBBBAAAEEEEAAAQQQQAABBBBAIN0ECCh6pCeg6BGQxRFAAAEEEEAAAQQQQAABBDKswJkzZ+xNcgol6qUQSqSqUKGCDSXqphjd6EwhkJEEFHYZP368WbZsmeO0FdjQq2DBghlpt5grAnEXmDVrlhk8eLB/O6VLl7YBFwqBWAv8+uuv/m6JumE3NVWiRAkbSlQ4UQGrzFpPPPGEDTsEV9u2bc24ceNsp8g33njDPPDAAyFjHnroIduxico8Ajt37rRBRXVVPH78eNgd0zWOPhtXXXWVvSFeXRW3bdsWFaJGjRr+sCK/A0TlcjWgZ8+eyYKlI0eONHfccYerZRmEAAIZU0AP+JgyZYr54osvHHfgxhtvtN0UFVikEEAgawjo92oFFteuXevqmsyn0qRJE39YMTP/zpM1jgL2EgEEEEAAAQQQQAABBBBAAAEEEEgsAQKKHt8PAooeAVkcAQQQQAABBBBAAAEEEEAgwwl8/PHHZunSpTaUuG/fvojzV3dEhRL1atasWYbbVyaMgAQUTFQnqdOnT4eA1K9f3wwYMMBcd911YCGAgIOAbpb+8MMP/T8ZNGiQefDBB7FCIGYCW7Zs8QcTjxw5kqr1XnPNNf5gYt68eVO1joyw0Pfff2+7Ji5atChkugrZq0NiYM2bN89+xwXXf/7zH9sxmMpcAjo+FFJUWHHHjh0Rd07dojt06GAuvPBCG1TU6/PPP48Kouulpk2b2pcC61TqBF544QXz1FNP+Rfu2rWrGTt2bOpWxlIIIJBhBE6cOGEfMDB9+nTH302zZ89uHyKg7/QLLrggw+wXE0UAAe8Cu3fvtmFFvVavXu16hbVr1/aHFel67ZqNgQgggAACCCCAAAIIIIAAAggggAACYQQIKHo8NAgoegRkcQQQQAABBBBAAAEEEEAAgQwh8M0335jly5fbUGJSUlLUOTdo0MCGEtu0aWMKFCgQdTwDEEhEAd3UpWBiYLjKN8/zzz/fhjbUpUI3glIIIBAqoJskGzdunOwH69atM+XKlYMLAU8CukH/vffesy/dhJuaypEjhw0l6tWoUaPUrCJDLaPA2dChQ40eNBFcTz/9tLnzzjsd9+edd96xQYfgUnfF+++/P0MZMFn3AgqxKqgYrnO0b026qV1BRb02b97sDyvqd4dIdc4559iHl/jCioUKFXI/OUbaTkmdO3f2S1x55ZX2ATIUAghkDQF9lyuouGTJEscdLl++vOnTp4+5+eabswYIe4kAAskEdB3mCyvqb7mnTp1yJVSmTBn7+/u//vUv+8qVK5er5RiEAAIIIIAAAggggAACCCCAAAIIIICAT4CAosdjgYCiR0AWRwABBBBAAAEEEEAAAQQQSFiBv/76y6xcudKGEvU6efJkxLnqJjiFElu2bGmqVq2asPvFxBCIJqBjXV1opk2b5ji0VatWtjNFtWrVoq2KnyOQpQWefPJJ8+KLL/oNFF6fM2dOljZh570JbNiwwR9MPH78eKpWpq5tvmDi5Zdfnqp1ZLSFdB03ZMgQc+zYsWRTL1asmBk5cmTULtcKgt5zzz0hu60uiuqmSGVeAXUoVVBRnRUj/S5QokQJf1BR/1sdFXVDvP77008/RQRSly9fUFH/zcxdTGN1pPzwww+mSpUqyVanMIKCnxQCCGQdAZ2bp0yZYnbt2uW40zfccIN9yIDC5BQCCGRNAV2/6UFzCiyuWrXKHD582BWErs90DvGFFQsXLuxqOQYhgAACCCCAAAIIIIAAAggggAACCGRtAQKKHt9/AooeAVkcAQQQQAABBBBAAAEEEEAg4QS2b99uO3DoZvbPP/884vx0w4pCiXrpxhUKgYwuoJvw1TXR6dj/P+zdB5gUVb7+8QMCgkhGouSM5JxcQOKDoKisAfMuigEVV/8rYLjuqoAZsyyyumLYFV0DwooEB8kgOSdJknPO8H/es7fqdk/3dNdMTejwPc9Tz9y71Kk659MzPTXtec9PC+5VNfHWW2+N92kyfgSyRaBJkyZmx44d7r30s0Ull2yhT6ibKFQ3btw4G0ycM2dOhufWrl07N5hYoECBDF8n3jqOGjXKPPPMMyHDVljh5ZdfNrVq1fI0JVXSu+uuu0LOVWB/yJAhnq7BSfEroMXsTlAx0t8HefPmdYOK+pnbv3+/W1VRYcXTp09HRChTpkxQWDF+xbJ+5C1atDBbt251b6SfUTbPyHp37oBArAmoMpqqKWpznbSC5Pfff7/RQbXaWHv1GA8C2S8wY8YMG1ZUNWZVWPfaVPnaCSsmyyYvXm04DwEEEEAAAQQQQAABBBBAAAEEEEDg/wQIKPr8biCg6BOQ7ggggAACCCCAAAIIIIAAAjEhoACJqpwolKhFKtHalVdeaUOJvXr1MiVLlox2Ov+OQMwLbN682bz22mvmiy++CDvW22+/3QwYMMBUrFgx5ufCABGIBQH9PvnDH/7gDkUVsVavXm3y5MkTC8NjDHEgoOcRhRJ1RKvAltZ08uXLZ66//nobTNSC2mRr//M//xO2GrA89Dsvf/786SKZOnVq2JC+qjM9/fTT6boWJ8enwLlz59ygYrS/GTp06GDDivoZVGU/hekUUtSRkpISFaBatWpuWLFNmzZRz0+2E/Q7Vr9rnfbqq6+avn37JhsD80UAgf8VWLFihXnvvfdsxdtwTX/HPvjgg+aOO+7ADAEEELACy5Yts2FF5/DK0qpVK6PPhfX3VbNmzbx24zwEEEAAAQQQQAABBBBAAAEEEEAAgSQQIKDo80UmoOgTkO4IIIAAAggggAACCCCAAAI5JnD+/HkzefJku7BVx6FDhyKOpXr16jaU2KNHD9OoUaMcGzc3RiCzBf7+97/bqomq0pW6qRKNqibq+56GAALeBe655x4bLHOaQr4vvfSS9wtwZlIKqEqbE0pcsGBBhg30zHLttdfaYFTVqlUzfJ147bhr1y7z5JNPmvHjx4dMwW/Fw+nTp4ethNq/f3/z7LPPxisZ486AgCrwKAijyoqRKiPWrl3b/iwqrFiuXDl7JwXWnbDi/Pnzo95dz2NdunSxR8OGDaOenwwnKGSsKqhOu/vuu83QoUOTYerMEQEEIgjoOUpBxYULF4Y9q2PHjraaosJFNAQQQMAR2LJlixtU1DPayZMnPeGomqLeV5zqiqqmTUMAAQQQQAABBBBAAAEEEEAAAQQQSF4BAoo+X3sCij4B6Y4AAggggAACCCCAAAIIIJDtAtoh2wklanFwpKaKVwolOsHEbB8sN0QgCwW0aHPEiBF2gXy49vDDD9sqE4ULF87CUXBpBBJPYM+ePUZhksD2zTffmJYtWybeZJlRpghowwQtqB83bpw5fvx4hq+p8JKCiTqStVrnokWLzODBg82SJUuCHHPlymWGDRtm7rzzzgz7Oh3nzJljq1Kmbv369TPPPfec7+tzgfgS2LBhgxtUVEXqtFrRokXdoGKTJk3c0/Q8pkrueh5buXJl1Mmrao8TVtSi+GRt8gqshNa8eXPz3XffJSsH80YAgQABVbt99913zciRI82+ffvC2ijUrArIl19+OXYIIIBAkICq12tTElVWVAX17du3exIqXry46dq1q1tdsWTJkp76cRICCCCAAAIIIIAAAggggAACCCCAQOIIEFD0+VoSUPQJSHcEEEAAAQQQQAABBBBAAIFsEVAlHS38VTDxp59+inrPtm3b2lBiz549TenSpaOezwkIxJuAqs4onHjmzJmQobdv395WTWzdunW8TYvxIhATAloMHVhJrW7dumbKlCkxMTYGETsCGzdudKslLl26NMMDK1WqlOndu7cNJQaGnjJ8wTjuqICnwompwwgKHwwfPtx06tQp02anCpd6TkzdqOKWacRxd6Fjx47Zaoo6FGKN1FSZWhUVU1eo1mJ4p7Lipk2bohroe9oJKzrVGaN2SpATduzYEfSelz9/fqP3VRoCCCDgCKxfv95WU/zss8/CouizHm3Io8rnNAQQQCCcwIULF2xQUc9oKSkpZsWKFZ6h9LmyqrWqumK1atU89+NEBBBAAAEEEEAAAQQQQAABBBBAAIH4FSCg6PO1I6DoE5DuCCCAAAIIIIAAAggggAACWSqgikROtcQDBw5EvFfVqlXdaolNmzbN0nFxcQRySkAhqTfeeMPMnz8/ZAiq7KNg4n333ZdTw+O+CCSEQLdu3Uxg4Oypp56yi59pCEhgwoQJbjAxXEjcq5IqcjrVElWtI9nb+++/b/7yl7+EMKja3Isvvmhq1qyZ6UT6OdfPe+p2++23m5deeinT78cF40dAf4MoqPj1119HHLRCxQoq6ihSpIh7rqp/OUFFfVVl3kitQIECblBRgcXAa8WPWvpH2qhRI6ONaJymjWhq166d/gvRAwEEElpA76MKKs6ePTvsPLUxj6opdu7cOaEdmBwCCPgXWLx4sQ0s6pg5c6bnC7Zp08YGFRVYTPZNZTyjcSICCCCAAAIIIIAAAggggAACCCAQhwIEFH2+aAQUfQLSHQEEEEAAAQQQQAABBBBAINMFtJu1E0pcuXJlxOtrMa92tHaqJWb6YLggAjEicPDgQfPqq6+aDz74IOyIVH3r4YcfNnXq1ImRETMMBOJT4JdffjG9evUKGvzChQtN2bJl43NCjDpTBNauXeuGEletWpXha6pCmFMtsUOHDhm+TqJ1VAh49OjRIdNS6EsVg/Ply5dlU9bredVVV4Vcv87n9XMAACAASURBVG/fvvb3Li25BfR3yVdffWXDioFButQqqn7oBBVr1aoV9M+HDx8OCiseP348ImrJkiWDwop58uRJ2BfhtttuC6pQ/NZbb5k+ffok7HyZGAII+BMYNWqU0YYG27dvD3sh/e6+//77TfXq1f3diN4IIJAUAqrc7IQVFYT2uvlM3bp1Tfv27d3qihdddFFSeDFJBBBAAAEEEEAAAQQQQAABBBBAIBkECCj6fJUJKPoEpDsCCCCAAAIIIIAAAggggECmCKiqyI8//miDiaoQF61ph3wnlEhoJJoW/x7vAloYP2LECLN+/fqQqVSpUsVWTbzpppvifZqMH4GYEBgyZIj58MMP3bF079496P+PiUEyiGwROHr0qLthgp5P/DSFx51qiZUrV/ZzqYTqq4CBfuYmTpwYMi/9bhs0aFC2zFe/X1UNJXXT71b9/qUhsH//fjeoqMo7abXcuXO7QUUtXE/ddu7caf/m0SJ4VWmM1ipWrOiGFcNdL1r/WP/34cOH28rgTuvfv7959tlnY33YjA8BBHJQYOvWrbaaYuDzeuBwVIFWlc9VUZHQUA6+UNwagTgT2Ldvn5k+fboNLE6dOjXixhSBUytVqpSt3upUVyxevHiczZzhIoAAAggggAACCCCAAAIIIIAAAggEChBQ9Pn9QEDRJyDdEUAAAQQQQAABBBBAAAEEfAlo0YdTLVGLQSI1Leh3qiU2b97c133pjEA8CPz666/m9ddfN19++WXY4d59991mwIABRlV7aAggkDkCtWvXNocOHXIvpkotPXv2zJyLc5W4EJgxY4b7bLJjxw5fY+7Ro4cNJl5zzTW+rpOInVWtVAFEVagLbAoTKLSkymrZ2TZv3mxatWoVcktVc1NVNxoCjsD3339vKypGCy4r9Kqqitdff73JmzdvCOCGDRvcyoqzZs2KCqygc5cuXezRrFmzqOfHwwnjx483/fr1c4fatm3bNJ9742E+jBEBBLJPQCEiBRVTUlLC3rRJkya2miLP8dn3mnAnBBJF4OzZszaoqMDitGnTjCque2naqEKfWzthRW0oRkMAAQQQQAABBBBAAAEEEEAAAQQQiC8BAoo+Xy8Cij4B6Y4AAggggAACCCCAAAIIIJBuAS3scEKJy5cvj9j/4osvdkOJLO5PNzUd4ljggw8+sBVl9u7dGzKLxo0bm4EDB5quXbvG8QwZOgKxJ6DAiSquOO2yyy4zS5cujb2BMqJMF1BQaMKECfb5ZNGiRb6uX758ebdaYoMGDXxdK1E7f/PNN2bw4MHm4MGDQVOsVKmSGTZsmOnYsWOOTF0VHRX8unDhQtD9r7vuOvPuu+/myJi4aewKLFiwwAYVVek6MNieesQ1atRwg4oVKlQIOyH9rlFVRR1LliyJOmk9C3bo0MH+rMTzxi2pg8GFCxc2a9asiTp/TkAAAQQcgY8//tgGFTdt2hQWRSFxVVO84oorQEMAAQQyJKBnPiewOHv2bM/XaNeunQ0r6mjYsKHnfpyIAAIIIIAAAggggAACCCCAAAIIIJBzAgQUfdoTUPQJSHcEEEAAAQQQQAABBBBAAAFPAvv37zcTJ060C/+18DZaa9mypQ0mXn311ebyyy+Pdjr/jkDCCKii1IgRI8yUKVNC5qTd2BVMVIDqkksuSZg5MxEEYkVAFdsCf/b69+9vnn322VgZHuPIZIFjx465Gybo+SR1KC29t9MCVFVL1FGoUKH0dk+a899++23zwgsvhMy3TZs25sUXXzTVq1fPUYs9e/YYhb/OnTsXNA5tlDFy5MgcHRs3j00BBVudoOLq1avTHKTeF5yKipFChVr47oQV169fH3XS9erVs0FFBRb1cxRvrW7duubAgQPusGfOnGmqVq0ab9NgvAggkIMCu3fvtiHFv/3tb+b8+fMhI9HGVwMGDLAVFQsWLJiDI+XWCCAQ7wJ6NlNYUcfkyZND/mZIa37169d3w4qqsp0rV654p2D8CCCAAAIIIIAAAggggAACCCCAQEIKEFD0+bISUPQJSHcEEEAAAQQQQAABBBBAAIGIAikpKe7ify34jtQqVqzoVktUQJGGQLIJvPLKK7Zq4tmzZ0OmftVVV9lwYjxXyUm215P5xpdA6ipOGr2C9VTAi6/X0ctoFX5xKjkrWOSnFStWzCi4piMeg0F+5p7evgoMPPnkk+ajjz4K6XrjjTca/Q7Mmzdvei+bJeersqOqnJw+fTro+j169DCjR4/Oknty0fgXUMjZCSr+9NNPESfUrVs3G1bs1atXxPO08N0JK+7YsSMqUq1atWxYUYeq9cRD08//9OnT3aEqCKz3VBoCCCCQXoF58+bZisd6hg/XFIhWNUW9/9IQQAABvwL6nNsJK06dOtXs3bvX0yXLly/vPqvpea1IkSKe+nESAggggAACCCCAAAIIIIAAAggggEDWCxBQ9GlMQNEnIN0RQAABBBBAAAEEEEAAAQRCBNasWeMu/F+6dGlEIS1EV6VEHVqIqgpxNASSTUALzxVMXLBgQcjUS5QoYR555BFzzz33JBsL80UgWwVef/1189JLL7n3bNq0qfn++++zdQzcLOsEfv31V/fZJNx7bXrv3KJFC/vconBRqVKl0ts96c7/7bffzODBg22VkdTt0UcfNX/+859jzkQVNlXp5MSJE0FjU7AsXMgy5ibAgHJUYNasWearr76ygcWTJ0+mORYFYXv37m0rr5YtWzbN8/R96AQVVek3sOJgWp2qVatmqyo6gcVY/Tvrr3/9q6185rSHHnrIDBkyJEdfP26OAALxLfCvf/3Lvq/os6lw7eqrr7bVFPW8T0MAAQQyQ+DUqVM2rKhNF6ZNm2bWrl3r6bKq8Nq1a1e3uqI276MhgAACCCCAAAIIIIAAAggggAACCOScAAFFn/YEFH0C0h0BBBBAAAEEEEAAAQQQQMAKqNKMdqlXRaK0dqsPpFIVOIUStTCMxRd8EyWrwL59+4xCUWlVY1JlB4UTa9SokaxEzBuBbBO48sorzfr16937DR061Nx9993Zdn9ulPkCx48fd0OJej5RBT8/rVChQm4osX379n4ulVR9586dawYNGmRWr14dNG9tUjF8+HDTt2/fmPVQBcUrrrjCHD16NGiMnTt3NmPGjInZcTOw2BFQOFohRR0bN25Mc2CqnOMEFVu3bh1xAvq7SxUaValHX/U8Ga3p7y0FFZ3AohbDx0r7+uuvbUUzp2mcn332WawMj3EggECcChw+fNhWU1RV1rSC4g8++KB9/ylevHiczpJhI4BArAqooqsTWNT/7bWpoqJzaLMUGgIIIIAAAggggAACCCCAAAIIIIBA9goQUPTpTUDRJyDdEUAAAQQQQAABBBBAAIEkF9BiCy3617Fr166IGpdffrlbLTHawtskZ2X6SSAwduxYWzVxw4YNIbOtXr26DSb26dMnCSSYIgI5L6AqBzfeeGPQQBSmUmCEFn8CqlzmPJts27Yt4gRUUSxacLFJkya2UqIqJpYrVy7+QHJwxKogp3Bi6oBflSpVbDhRi29jvV24cMHUrl3bKOgQ2AhRxforF1vjUwVEJ6io96hITT8Xqqioo2DBghHP1felE1RUWHHPnj1RJ65KjU5VRQUWL7300qh9svKEdevWBb0XXHbZZWbp0qVZeUuujQACSSSwZMkSG1T87rvvws66atWqNqR46623JpEKU0UAgewUUDVXfX6uI1xF+bTGokrbTlixXbt22Tlk7oUAAggggAACCCCAAAIIIIAAAggkrQABRZ8vPQFFn4B0RwABBBBAAAEEEEAAAQSSUECLSJ2F/4sXL44ocNFFF7mhRC3uV7UcGgLJLKCfnxEjRthF6uFav379zEMPPWRKlSqVzEzMHYFsFXj00UfNP//5T/ee119/vXnnnXeydQzczJ+AKpM5zya//PKLv4sZYwoUKOCGEjt16uT7esl4AYXwFUJM3VStVP+7AgHx1OrWrWsOHDgQNGQtGP7Xv/4VT9NgrDEgoEChwrtpPQs6Q6xQoYJbVVGVPKM1BYGdsKK+7t69O1oXozCgU1VRocWiRYtG7ZMVJ2hzjmPHjrmXnj9/vtHmNjQEEEAgswS++eYbG1RctmxZ2EvqeU9BxTZt2mTWLbkOAgggECKwc+dON6yozSX279/vSaly5cpuWFF/gxQqVMhTP05CAAEEEEAAAQQQQAABBBBAAAEEEEifAAHF9HmFnE1A0Scg3RFAAAEEEEAAAQQQQACBJBFQdY6JEye6i/+jTbtp06Y2mNijRw+jKjk0BBAwZtSoUTacGG4BUvPmzW3VRIIwfKcgkL0Cx48ft9XRzpw54974k08+4Wcxe1+GDN1NFcmcUKK+njt3LuJ18uXLZ06fPh3xnPr169tKiToqVqyYoXEleyf9LA0ZMsTo5yh1u/nmm80rr7xitIFFPDZ9f+zduzdo6G3btjVffvllPE6HMeewgCr1fvvtt0ahmU2bNkUcTc+ePW1FRX310vS7LTCsqMXw0ZrCiYGVFRVezK7Wu3dvM3fuXPd2H374oenevXt23Z77IIBAkgicOnXKhhTff//9kMrIDoE2DLr//vupmp0k3xNME4GcFNDz2vTp093A4vr16z0NR9Wv9dmhU12RTR08sXESAggggAACCCCAAAIIIIAAAggg4EmAgKInprRPIqDoE5DuCCCAAAIIIIAAAggggECCC8yYMcMu/p8wYYKJtrC1XLlybrVELdamIYDAfwXmzZtnVElKC8VTNwVmFEwcMGCA0f9NQwCB7BVQiOr//b//5960UqVKZs6cOdk7CO6WLoHZs2e7wcTffvstYl8vocQ8efK4ocRu3bqlayycHCywefNmM2jQIJOSkhJC8/jjj5vHHnss7skaNWpkdu3aFTSPli1b2pAZDYGMCJw8edJ+/yisGO5nJ/CaqqSoMJ/Ciqqw6KUpzK0KPTr0LLp9+/ao3bTwPbCyYtmyZaP28XPCU089ZUaPHu1eQu8Ves+gIYAAAlkhoIC4gopjx44Ne3l9tqVqin/84x+z4vZcEwEEEAgroL9zf/75ZxtaXLBggWclbTChKvUKLHqpuu35wpyIAAIIIIAAAggggAACCCCAAAIIJKEAAUWfLzoBRZ+AdEcAAQQQQAABBBBAAAEEElBgw4YN7sL/hQsXRpxhrly53FBir169zMUXX5yAIkwJgYwJqJrXq6++asOJ58+fD7lI165dbTixSZMmGbsBvRBAwLfA9ddfb7QQ0GmPPvqo+fOf/+z7ulwgcwVUXcypljh//vyoFy9QoIBRKCdSq1Onjg0m6vmlWrVqUa/JCZEFZs6caQYPHmzWrVsXdGL+/PnNsGHDjKonJkrT7+0dO3YETadZs2Zm3LhxiTJF5pFDAgrIO1UVDx48mOYoChYsaEOKOrQY3WtT9TAnqKiv0ULeuq7+vtPCdyewmBXVZf/1r3+ZgQMHutNQWPyjjz7yOi3OQwABBDIkoGfL9957z6T1bNmuXTtbTfGqq67K0PXphAACCGRUYOXKlW5lRT2zeW36O8UJK7Zp08ZrN85DAAEEEEAAAQQQQAABBBBAAAEEEPhfAQKKPr8VCCj6BKQ7AggggAACCCCAAAIIIJAgAkePHjUTJ050qyVeuHAh4swaN25sg4k9evRgUX+CfA8wjcwV+PHHH82IESPMokWLQi5cunRpG0y8++67M/emXA0BBNIloOopCl0ENlUrqF69erquw8lZI6CqYk4oUV/Pnj0b8UaFChUyR44ciToYJ5TYs2fPqOdygjcBhYsUTkwdClXwc/jw4UYL/BOtNW/ePCTcpedjVR2nIeBXQJXrnaqKixcvjni51q1bu1UVixQp4vnWZ86cCQorbtmyJWrf3Llz29+bTmAxs8LdK1asMJ07d3bvX758efPLL79EHQ8nIIAAApkhoGqK77//vtmzZ0/Yy9122222omKVKlUy43ZcAwEEEEiXwLZt24LCiocOHfLUX89p2sjCCSxqgwsaAggggAACCCCAAAIIIIAAAggggEBkAQKKPr9DCCj6BKQ7AggggAACCCCAAAIIIBDnArNmzXJDidu3b484mzJlyrjVErW4gYYAAqECu3fvtsHEDz/8MCzPTTfdZMOJLG7kuweBnBcYOnSoeeutt9yB6HfbF198kfMDS/IRqIKYE0zcunVrRI1LLrnEKDCjjRYitdq1a9tKiQol1qxZM8mFM3f6r732mnn55ZdDLtq+fXsbTqxcuXLm3jCGrtaqVSuzefPmoBE1aNDAbvpBQyCzBH744Qe3qmKka5YtW9atqtioUaN03V5VvwMrK6pqrZemRe9OYLFWrVpeuqR5jiozKjTptCVLlphSpUr5uiadEUAAAa8CGzduNAoqfvLJJ2G7lChRwoYUVVExV65cXi/LeQgggECmCmhDHm2q9PPPP9tD711eWtGiRW01WCesWK5cOS/dOAcBBBBAAAEEEEAAAQQQQAABBBBIOgECij5fcgKKPgHpjgACCCCAAAIIIIAAAgjEoYAWL2jhvyq8LFiwIOoMunfvboOJWtSvIAANAQTCC6iC1BtvvBF2gZDCMQom9u7dGz4EEIgRgaZNm5rAcP7rr79ubr755hgZXXINQyEvJ5Q4b968qJMvWbKk2bt3b8Tz8uTJY59dFExUxWda5gqowuWQIUPM559/HnLhvn37mldeeSUpFvBrke/69euDDK644gozefLkzAXnakkvoKq/3377ra2sGC1A2K1bN7eqYnqDNBcuXDBTp051A4teF763adPGdOjQwQYW69Wrl+7XS+/TgZXHP/30U7uQnoYAAghkp4De/9577z0zY8aMsLdt1qyZDSrqMzIaAgggkNMCeq9yAovRqm4HjrVTp05udcU6derk9DS4PwIIIIAAAggggAACCCCAAAIIIBAzAgQUfb4UBBR9AtIdAQQQQAABBBBAAAEEEIgTgePHj9tqLgolKgCgKhmRWsOGDe2CKy0UrVGjRpzMkmEikDMCa9assVUTtWA8XLvvvvvMww8/bIoVK5YzA+SuCCAQIqDfiXfddZf7vyuAv2rVKpMvXz60skng9OnT7nOJnk0CK2eFG4JCiTrn0KFDEUeoYIxTLbFq1arZNJvkus2vv/5qBg0aZBfDpm5//vOfzaOPPppUIApR6f0jsGljAlWkoyGQ2QIKB+uZU2HFlJSUiJdXVcNrr73WHhl9P9T3sVNdccOGDZ6m07x5cxtUVGCxcePGnvrovWPMmDHuuYMHD7bPzzQEEEAgJwRGjx5tg4rbtm0Le/vf//73tpoiwZ6ceHW4JwIIhBNYtmyZW1lR1RW9NgWvVRVbG6+oQjwNAQQQQAABBBBAAAEEEEAAAQQQSGYBAoo+X30Cij4B6Y4AAggggAACCCCAAAIIxLjAnDlz3MX/v/32W8TRlipVyg0lamECDQEEoguMHDnSVk08cOBAyMmtW7e2VRPbt28f/UKcgQAC2SrQv39/891337n3vO2228zLL7+crWNI1pvNnTvXrZa4ZcuWiAyFChUyhQsXTnNxuNM5f/78brXErl27Jitttsxbi10VTkxdVU0h3+HDhxst2E/Gpop1S5cuDZp69erVw4Y4k9GHOWeNgP7Wc6oqHjx4MM2bKHyvkKIqefupSjht2jQ3rLhu3TpPk1JA0amsqOBiWk3hRIUUnaag+d/+9jdP9+AkBBBAICsEVGldIcUPPvgg7OULFixoqynq0LMoDQEEEIgVAf2drb/bdGhDiyNHjngamjYp1H8TcAKLBQoU8NSPkxBAAAEEEEAAAQQQQAABBBBAAIFEESCg6POVJKDoE5DuCCCAAAIIIIAAAggggEAMCmzevNku/Fe1xPnz50cdoRbyq1ri1VdfbRQEoCGAQHQBLQhXMDFc5Rot4Bk4cKAZMGCAyZ07d/SLcQYCCGSrwL59+4yq7AW2f//730ahYlrWCKxYscJMnjzZTJo0ySxYsCDqTSpVqmQXUe7fvz/iuY0aNXKrJVasWDHqdTnBn8Bnn31mVNVM1S8DW82aNc2wYcNMmzZt/N0gznv37Nkz5Pu7SpUqZtasWXE+M4Yf6wI7d+50qyouXrw44nAVEnSqKqoybUabKqhOnTrVBhZVTdxL0+9ep7Ji6veLRYsWmR49eriX4WfHiyjnIIBAdgjMnDnTBhWnTJkS9nb169e31RSvu+667BgO90AAAQTSJaBNLPTc5gQWo20S5Fz8sssusxuuOWHFMmXKpOu+nIwAAggggAACCCCAAAIIIIAAAgjEowABRZ+vGgFFn4B0RwABBBBAAAEEEEAAAQRiRODkyZNm4sSJbrXEM2fORByZFlAplKhFoLVq1YqRWTAMBGJfQKGM119/3YwYMSLsYPUzpaqJDRo0iP3JMEIEklRg1KhR5plnnnFnX7t2bRuwoGWuwK+//uqGEmfMmBH14uXLlzcXX3yxUb9I7dJLL3WrJfqpBBZ1QJwQJPDSSy/Z33+pm8JGqpxIQPS/MgonaBODwCYbVQ6lIZAdAj/88INbVTHS/RROdIKKkSobehmzwjtOWHHVqlVeuti/QfX+oUML3/X3a+r3EV2raNGinq7HSQgggEBWC3zyySc2qJjWs6oqv6qaojbQoCGAAAKxKHDhwgUbVHQCi8uWLfM0zFy5cpnOnTu71RW1QQ0NAQQQQAABBBBAAAEEEEAAAQQQSEQBAoo+X1UCij4B6Y4AAggggAACCCCAAAII5LDAvHnz3FBitB2QtQjVCSV26NAhh0fO7RGIPwEt+FbVxHCVacqVK2erJt5+++3xNzFGjECSCXTv3t0sWbLEnfWQIUPMQw89lGQKWTPdHTt2uKFEVUzUAshIrXDhwqZs2bJmz549UaslNmvWzK2WqPdcWvYIHDt2zOhn5Isvvgi5oX7nKbhICxa48cYb7aLfwKYA7i+//AIVAtkmsHr1ajeouGnTpoj37dSpkxtWzJcvn68xzp492w0rqnqul1atWjWjv09VZTfwb9qxY8eadu3aebkE5yCAAALZIqBK7Aopvv/+++bcuXMh97zooovMgw8+aCsqErDOlpeEmyCAgA8Bfb7pBBa9bCrk3KpFixZuWNHvRhc+hk9XBBBAAAEEEEAAAQQQQAABBBBAINMFCCj6JCWg6BOQ7ggggAACCCCAAAIIIIBADghs3brVDSV6qcaiHY5V1U1HkSJFcmDE3BKB+BbYuXOnrZj4j3/8I+xEbr31Vls1sUKFCvE9UUaPQBIILFy40Fx99dVBM12wYIEh8JbxF//gwYM2VKJAor6eOHEi6sWqV69uq2Vt3rw54rla2N2zZ08bTFSFLVr2Cqxdu9YMHjzYzJo1K+TGgwYNsr/7aOEF9GyginKBrUyZMmbRokWQIZCtAidPnjTffPONDSumpKREvHfVqlXdoKIqHPptqiaqCsX6WVi+fHm6L/fYY4+Zxx9/PN396IAAAghktYA2HVBQccKECWFvVaNGDRtSvOWWW7J6KFwfAQQQyBSBjRs32rCiDj0zHj9+3NN19cyov9Wdw+9mF55uykkIIIAAAggggAACCCCAAAIIIIBAFgkQUPQJS0DRJyDdEUAAAQQQQAABBBBAAIFsEjh9+rRR9bb//Oc/9jh16lTEO19xxRU2kKiKiXXq1MmmUXIbBBJP4J///KcNJ4YL0ejnTFUTFZ6hIYBAfAg89dRTZvTo0e5gu3XrZj766KP4GHwMjVLPIYGhxP3790cdnRYu5smTx6xZs8acPXs24vmtWrVyqyWWKlUq6rU5IfMFFCpSCDF1he5LL73UDB8+3Nxwww2Zf9MEu+Jdd91lJk6cGDSryy67zCxdujTBZsp04kVAgUEFFRVYVLg8rZYrVy7Tu3dvG1bU78nMaPPmzXPDil5/BvQ7Q9UdnQXvCrfTEEAAgVgS+PLLL827775rVq1aFXZYXbt2tUFFPdvSEEAAgXgR0N/3TlhRX7dt2+Zp6NqQJTCsqL99aAgggAACCCCAAAIIIIAAAggggEA8CRBQ9PlqEVD0CUh3BBBAAAEEEEAAAQQQQCCLBbQru3ZkVyhx06ZNEe9WvHhxG0hUMPGqq67K4pFxeQQSW0ALDN944w27iDtce/DBB23lqEKFCiU2BLNDIMEE6tataw4cOODOauTIkeaaa65JsFlm3XSmTJniVkr0skhRoURVb1b15x07dkQcmBYz6jlGoe82bdpk3SS4clSBMWPG2HDi+fPng86tXbu2DSe2bNky6jU44b8C99xzj/n++++DOIoVK2ZWrlwJEQI5JqDq4E5VxcWLF0ccR6NGjdyqimXLls2UMetvXKeyYrT7B96wdevW7qL3Jk2aZMpYuAgCCCDgV+Do0aO2mqKOtCqJ33vvveaBBx4wpUuX9ns7+iOAAALZKqDNhRRSnD59uv3q9e8YVVLs2LEjG01k66vFzRBAAAEEEEAAAQQQQAABBBBAwK8AAUWfggQUfQLSHQEEEEAAAQQQQAABBBDIAgEt+HdCibNnz456B4URnWqJCinSEEDAn4AWFiqceOjQoZALtWvXzlZNbNu2rb+b0BsBBLJdQGEMVTBxWokSJczy5cuzfRzxdsNZs2a51RLXr18fdfg1a9Y0CrHs27fPk6+qczkbLBD6jsqb5ScMGzbMvPnmmyH36dy5s9G/XX755Vk+hkS7gQIJX3/9ddC0ChcubKuJ0hDIaYEffvjBraoYaSwKmztVFRUUzKy2cOFCM3XqVDNjxgwzd+5cz5dVJfPACj25c+f23JcTEUAAgawQ0N8VqqaY+ne+c6+KFSvav0VUYZmGAAIIxKvAggUL3MCil/9u4cxTlWSdZ7emTZvG6/QZNwIIIIAAAggggAACCCCAAAIIJLgAAUWfLzABRZ+AdEcAAQQQQAABBBBAAAEEMklAuxFrcagqJepIa9d153Z16tRxQ4lanElDAAH/AlpYM2LECLvQJnVTD7kqFwAAIABJREFUaEYVE1U5kYYAAvEpcPvtt9vqf05TZbO//vWv8TmZLB71okWL3FDismXLot6tWrVqpnr16vb5RZWxjh8/HrFPvXr13OcYVeWj5bzAkSNHbNXEf//73yGDufPOO23lRFrGBfQM8cUXXwRdoGDBgsZL6Dfjd6UnAt4FVq9e7QYVN23aFLGjFpdfe+219tD3cWa1devWmT59+pjdu3en65IVKlQwV155pbvoXVVKaQgggEBOCYwbN84GFdOqEKv3UG1e0L59+5waIvdFAAEEMkVAf8voM1QdKSkp5tSpU56uW7du3aBntzx58njqx0kIIIAAAggggAACCCCAAAIIIIBAVgsQUPQpTEDRJyDdEUAAAQQQQAABBBBAAAGfAtp12Akl/vrrrxGvVrRoUXcxv6rY0BBAIHMEFKhRMDFcxSjdoVevXjacSBg4c7y5CgI5IbB161bTokWLoFtrY4CGDRvmxHBi8p4Kp0yaNMmGOOfNmxd1jKqk16hRI6OqVStXrowatFKVZ6dSoqo/02JHYNWqVTacGO51f/LJJ82AAQNiZ7BxPJLHH3/cfPrpp0EzyJ8/v9m4cWMcz4qhJ5rAyZMnjSoOf/vtt3aheaSmYKBTVTGznpNTVxxt1qyZDSxu2bLFE7WqkwZWVqxUqZKnfpyEAAIIZKbAmTNnzHvvvWePgwcPhr20NoBQRUXepzJTnmshgEBOCezZs8cNKyqwuHPnTk9DKV++fFBYsUSJEp76cRICCCCAAAIIIIAAAggggAACCCCQFQIEFH2qElD0CUh3BBBAAAEEEEAAAQQQQCADAtu3b3dDiTNnzox6hY4dO9oF/TpKliwZ9XxOQAAB7wITJkwwb7zxhlm6dGlIp4oVK9pgYt++fb1fkDMRQCAmBfRzHlgBrkmTJmb8+PExOdbsHJSqZCmQqGBiuOqxqcei55B27dqZSy+91GzevNlMnz496nD1HNOjRw/7HMNiw6hc2X6CXvvBgwebbdu2Bd27SJEiZtiwYea6667L9jEl8g1l/dFHHwVNMW/evJ7DV4lsw9xiT2DOnDluVcW0AjbOqHv27GmuueYau7GHn6YwT2B141tuucW89tpr9veNc6RVlSzcfQPDivXr1/czNPoigAAC6RZQZVhVU/znP/8Ztm+pUqVsSPG+++5L97XpgAACCMSqgCop6rnNqa64Zs0aT0NVZW5Vl3UqY1etWtVTP05CAAEEEEAAAQQQQAABBBBAAAEEMkuAgKJPSQKKPgHpjgACCCCAAAIIIIAAAgh4FDh//rxRpSanWuKxY8ci9qxVq5a7mJ+FlB6ROQ2BdAgoKKyqiWPGjAnb64477rDhxHLlyqXjqpyKAAKxKqBFbmvXrnWH9/zzz5s//vGPsTrcLB3Xrl273FCiwonnzp2LeD+FEbt06WLKlCljVBVBfaIFVfQc41RL5DkmS19OXxf/8MMPzZAhQ0KuUbduXRvobd68ua/r0zm8wDPPPGNGjRoV9I+qRJo6JIofArEioAo4TlXFaOHA2rVr26CijmrVqqV7ClrMfuONN7r99Dvkxx9/DLrOihUrggKLqlTmpanqrwKLWvSusD0NAQQQyC4BvY8pqDh37tywt2zZsqUNKnbr1i27hsR9EEAAgWwTmDdvng0r6jlP/7fX1rZtWzes2LhxY6/dOA8BBBBAAAEEEEAAAQQQQAABBBDIsAABxQzT/bcjAUWfgHRHAAEEEEAAAQQQQAABBKIILFq0yA0lrl+/PuLZhQsXdkOJXbt2xRYBBLJI4LPPPrNVE7ds2RJyh4YNG9pgooI1NAQQSAyBGTNmmN///vdBk1m5cqUpVqxYYkzQwywOHz4cFEo8evRoxF6q6Na5c2ejoNrx48fNtGnTjMwiNQUZnUqJ3bt39zAqTslJAYV033nnnZAh6BlU4cSyZcvm5PAS/t7PPfecDSqkblu3bjV58uRJ+PkzwfgV0KY73377rQ0sRmoXXXSRG1RMz++EAwcO2N89gS3Sz8WOHTuCwooK4XtpVapUsWFF59DvMBoCCCCQ1QIjR440qhSb1nvVTTfdZB544AFTs2bNrB4K10cAAQRyREDVFJ3KivqcwetGE/Xq1XM3mtDzmzZ4oSGAAAIIIIAAAggggAACCCCAAAKZLUBA0acoAUWfgHRHAAEEEEAAAQQQQAABBMIIqMKEUylROwNHa6rqpDCUjlKlSkU7nX9HAIEMCqjaioKJ48aNC3sFBRN1FChQIIN3oBsCCMSiwJ/+9Cfz+eefu0O77rrrwgaDYnHsfsakhX6TJk1yg4l79+6NermOHTuaNm3a2PPmzJljpkyZErWPqho4wURCbVG5cvwEhX8GDx5sA0ap2x/+8Afzwgsv5PgYk2UACoLquSR127hxo8mfP3+yMDDPOBVYvXq1G1TctGlTxFmoCmKvXr1sYLFSpUpRZ9yqVSuzefNm9zz9ba3qh9HaqVOngsKKq1atitbF/nuJEiWCwopUUPfExkkIIJBBAW2UpE0K/vGPf4S9gjYvU0hRFRXz5cuXwbvQDQEEEIh9Af03FCesqK979uzxNOgKFSoEhRWTafMpT0CchAACCCCAAAIIIIAAAggggAACGRYgoJhhuv92JKDoE5DuCCCAAAIIIIAAAggggECAgKpJOMHEI0eORLTRbuhOKFEV22gIIJC1AloAOGLECBPuZ7NDhw42mKjF0DQEEEgsgZMnT5ratWsbhRacNmbMGFsdMFHbTz/95IYSVXUqWmvdurXp0qWLKVSokFmyZIl9ltm3b1/Ebqo85YQSmzZtGu0W/HuMCCxfvtwMGjTILFiwIGRETz/9tF0MT8tegVdeecW8+uqrITddt26doaJb9r4W3C1jAvo9q8CzNgCJFmpX8FYhRR2dOnVK84b9+vUz48ePd//95ZdfNrfddlu6B7hw4UI3sDhz5kxP/VVBOLCyop4haAgggEBWCKhymD6nUCgnXNNnhXo203smDQEEEEh0gePHj9vnNiewuH79ek9TVqjbeXa78sorTeXKlT314yQEEEAAAQQQQAABBBBAAAEEEEAgnAABRZ/fFwQUfQLSHQEEEEAAAQQQQAABBJJewFnIr8X8a9eujeihhf9OKLF79+5JbwcAAtkhoMXIqk4UrpqpdthWMLF///7ZMRTugQACOSDw2Wefmccee8y9s3banzdvXg6MJGtvqWqHkydPthUToz2PaCRNmjSxIc1q1aoZLfzTc4zCa5HaxRdfbJ9jnGBinjx5snZSXD1TBbSRhsKJu3btCrqufheqkh+L3zOVO10X03OKXoPUTdXfihYtmq5rcTICOSmwaNEi891339mw4rZt2yIOpXHjxm5YMXXFQm0q8uKLL7r977zzzrA/I+mZq6o86u8BHTNmzDCqJuulNWvWzF303rJlSy9dOAcBBBBIl8BHH31k3nvvPaPKiuFa7969bTXFBg0apOu6nIwAAgjEs8Ds2bPdwGK4DXbSmptCigos6iubQsbzdwBjRwABBBBAAAEEEEAAAQQQQCBnBAgo+nQnoOgTkO4IIIAAAggggAACCCCQlAK7d+92KyVqx/NoTf9B3AkmlilTJtrp/DsCCGSCwLFjx2zFxLfffjvs1a677jobTqxVq1Ym3I1LIIBArAr06dPHBFZN0s+9QlqJ0FQZaurUqTaYqA0TorW6devaUKKqxe7cudM+yyjQGK21aNHCDSVWrFgx2un8ewwKfPDBB0YVElO3+vXrm2HDhhmqYOb8i/bOO++Y559/PmQgy5YtMyVLlsz5ATICBNIhcPToUTeomJKSErGnNvHp1auXDSu2b9/enqtKjIEVE/Ue9f3336djBJFPPXz4sBtUVGBxw4YNnq5ds2bNoOqKCu7TEEAAgcwQ0AYSqqb4t7/9Lezl9H6jkKIqKup9k4YAAggkk8DKlSvdyor6bzHnz5/3NH0FuwOrK3rqxEkIIIAAAggggAACCCCAAAIIIJDUAgQUfb78BBR9AtIdAQQQQAABBBBAAAEEkkrgxx9/dIOJhw4dijj36tWru6FEVYegIYBA9gmMHz/ehhPDVQOrWrWqDSbeeOON2Tcg7oQAAjkisGbNGtOhQ4ege2sxmwIG8dpU/fGnn36yh5dQot7zunTpYoOJZ8+edZ9j9uzZE5FAlSadSolUjIrX75b/jvvZZ581I0eODJmEqnmral/p0qXje4IJNHq9Tnq9UjdVpWOTkwR6oZNsKr/88osbVlQ4PlJTIF5BRQXp9XvLafny5TObN2/OMjlV6FFVRYUV58+f7+k++pl0Frzr62WXXeapHychgAACkQRUFV3VFPX5Y7hWu3ZtG1Tk8wy+jxBAIFkFVKX7559/do/9+/d7oqhUqVJQWLFIkSKe+nESAggggAACCCCAAAIIIIAAAggklwABRZ+vNwFFn4B0RwABBBBAAAEEEEAAgYQXUNUSVRjSsXr16ojzLViwoBtK1KJ+GgIIZK/Ab7/9Zt544w3zySefhL3xH/7wBxtOLFWqVPYOjLshgECOCKgy3Jtvvuneu127dmbs2LE5MhY/N1Vwwgklhgtep752+fLlbbBDh4KGznPM0qVLIw4jT548bihRlZ+pDOXnVcv5vnv37jWDBw8OW3WsX79+5rnnnsv5QTKCEIG///3v5sknnwz53xWauvzyyxFDIG4FtMHPuHHjbFhRQcBIrVixYubUqVPm+PHj7mmqqqhKwFndtLmBE1bUOAPHkNa9L7nkEnPllVe6i961WRENAQQQ8CPw+eef26DiunXrwl5GG02ommLz5s393Ia+CCCAQFwLHDlyxD5XOoHFjRs3eppP0aJFgzaa0OcmNAQQQAABBBBAAAEEEEAAAQQQQEACBBR9fh8QUPQJSHcEEEAAAQQQQAABBBBISAEt6HYW8ysQEK21bdvWDSaWK1cu2un8OwIIZIGAQokKJyqkmLo1bdrUBhNVRYyGAALJI6AFu4HvCa+99pq55ZZb4gJAi+ycUGK0DRI0oRIlSrihRFWeUpBDzzITJ06MOl85KZCoo3LlylHP54TYF1i8eLENJ+pr6qYKff3794/9SSTxCD/++GPzxBNPhAgorMzPaBJ/YyTQ1OfOneuGFaNV9HWmPXToUHP33Xdnq4I+F9DvY+cI93dGuAG1bt3aLnpXaFF/h9AQQACBjAgcPHjQvPvuuzaoqEro4ZqqKeqgimtGhOmDAAKJJuBsMqHAYri/hdOab/v27d3AYr169RKNhfkggAACCCCAAAIIIIAAAggggEA6BAgopgMr3KkEFH0C0h0BBBBAAAEEEEAAAQQSSmDy5MluMPHAgQMR51a1alV3MT+LDhPq24DJxJmAqpwqmDh+/PiQkV900UVm4MCBNpyYN2/eOJsZw0UAAT8CkyZNMnfccYd7ifz589tKyLFcFTAlJcUNJaZVLSXQpGTJkqZDhw6mY8eOplOnTmbJkiXuc8yuXbsi8qkSmxNKVJCCljgC+n04aNAgo2BN6u8XVRXt2bNn4kw2gWfy2WefmcceeyxkhgpKUZ0tgV/4JJva/v37bVBRx8yZMyPOXlUKtcnANddcY1q0aJHtUufPnw8KK0arSuwMUD+vbdq0Mfpdq69Ucs/2l44bIhD3AosWLbIhRb1XhmvavEAhxcC/feJ+0kwAAQQQ8Cmgz4sVVNTfT9OmTfN8tUaNGrlhRW1KSUMAAQQQQAABBBBAAAEEEEAAgeQSIKDo8/UmoOgTkO4IIIAAAggggAACCCAQ9wIrVqxwF/OvXLky4nwKFCjgLubXon6Fn2gIIJBzAm+99ZYNJx47dixkEArrKJzYrFmznBsgd0YAgRwT0CLdb775xr1/3759zauvvppj4wl343PnzrmBRFVL3LhxY9TxlSlTxgYSdSicuHPnTvc5JlqFAD23OKFEfdVzDS2xBEaOHGlUITF1a9iwoRk+fLjRYkta/AiMHTvWPPzwwyED1vtF7dq142cijBQBDwKzZs1yqyoquBipqcqNgoq9evUyhQoV8nD1zD9Fi94Dqyvqd3q0pk0SnKCivvJ3SjQx/h0BBAIF/v3vf9ug4vLly8PC6O8D/Q2k6q00BBBAAIH/E9iyZYsNKzrHoUOHPPFUqVLFDSuqOvall17qqR8nIYAAAggggAACCCCAAAIIIIBA/AoQUPT52hFQ9AlIdwQQQAABBBBAAAEEEIhLAS14/M9//mOPKVOmRJ2DFg86C/pVcYiGAAI5K6AFJQomaiFz6qaKYqqY2K9fv5wdJHdHAIEcE9Dv+SuuuCLo/l9++aWJhd3vT58+HRRK1EK5aK1ChQpupUQtPD5z5oz54Ycf3GeZaP1V6dl5jlEFaFpiCjzzzDNm1KhRIZO7+uqrjSonXnbZZYk58QSf1ddff20eeOCBkFmqSmy9evUSfPZMLxkFVP31u+++M/q9raphkVq5cuVsUFFH48aNc4xr27ZtQWHFPXv2eBpLtWrVgqorli5d2lM/TkIAgeQVOHHihA0pvvvuu2E3apLM3XffbZ8d+Pwyeb9PmDkCCKQtoHBiYFjRy2cyulqJEiVsAFxBRR3ly5eHGQEEEEAAAQQQQAABBBBAAAEEElCAgKLPF5WAok9AuiOAAAIIIIAAAggggEBcCUydOtVdzL9v376IY69cubK7mL958+ZxNU8Gi0CiCmgRiYKJWpAXrvXp08eGE6tXr56oBMwLAQQ8CHzwwQfm6aefds+sVauWSUlJ8dAza07RQmJVPHMOBRmiNe3UH1gpMU+ePGbatGk2mKhDlRMjNYU2nFBiLAQzo82Xf8+4wO7du82gQYPsM27qdu+995q//OUvGb84PWNCYNy4cUavZeqm15yqmDHxEjGILBLQ7+/Dhw97urqqpzthxfz583vqkxUn6Xe+KivOmDHDbqayYsUKT7fJly9fUHVFPoPwxMZJCCStwMqVK+3nIgpzh2tly5a11RTvueeepDVi4ggggEA0gQsXLtiwop7d9FUVsr00fT4TGFasW7eul26cgwACCCCAAAIIIIAAAggggAACcSBAQNHni0RA0Scg3RFAAAEEEEAAAQQQQCDmBVavXm0mTJhgF20vX7484ngvvvhidzG/FvXnzZs35ufHABFIFoFvv/3WhhNXrVoVMuUaNWrYYOINN9yQLBzMEwEEIgj06NEjqOrS4MGDzcMPP5ytZkeOHAkKJe7atSvq/WvWrOlWSuzQoYM9X+95TrXEaIvlcuXKFfQcU7Bgwaj35IT4Fli4cKHR9/fSpUtDJvLXv/6VRenx/fIGjV7vA6qIlLopvNisWbMEmilTQeD/BG6++WYbzneaKg5u2LAhIlGlSpVsULFXr16mfv36Oc6pzyAUVJw9e7b96jVwqYrHbdq0cUOLZcqUyfG5MAAEEIg9AX3eqWqKCxYsCDs4vY8oqNi5c+fYGzwjQgABBGJMYPHixW5gUZtNeG1NmzZ1A4utW7f22o3zEEAAAQQQQAABBBBAAAEEEEAgBgUIKPp8UQgo+gSkOwIIIIAAAggggAACCMSkgKqsKZCohTqTJk2KOsaWLVu6C/orVqwY9XxOQACB7BPYtGmTDSb+85//DHtTVQRQOLFEiRLZNyjuhAACMSugBWXaZCCwzZ8/31x++eVZPuaDBw8GhRL37t0b9Z7aad+plOhUOlSVZz3HKJA0ZcqUqNdo3Lix+xxDBdmoXAlzgoJpqpy4f//+oDmVKlXKDB8+POTnIGEmnsQTmTx5srn99ttDBL7++mvTqlWrJJZh6okq8Pzzz5t33nnHnd6DDz5oF39/9913Ru+B2gwgUuvevbtbVfGiiy7KcSZ9TqGQonOoApqXpo2TtNhdQSMdVFf0osY5CCSPwPnz5201RQUVUz8XOgq33nqrDSoq6E1DAAEEEIgusHHjRhtWdCosRnvudK6oz2QCqytecskl0W/GGQgggAACCCCAAAIIIIAAAgggEDMCBBR9vhQEFH0C0h0BBBBAAAEEEEAAAQRiSkDVFZxg4p49eyKOTUFEBRh0KKBIQwCB2BP46KOPbDhx586dIYPTwlwFEzt16hR7A2dECCCQYwLPPPOMGTVqlHv/Ll26mI8//jjLxqMQ4k8//eQeCilGaw0bNrShRFVJDHwG+fHHH20oUceBAwciXqZs2bJGwQs9x2jxGy25BLQIXRUSU7cmTZrYcGIsVA1Lrlck+2abkpJibrnllpAbjh071rRr1y77BsKdEMgGAVVQv++++9w7tW/f3t20ZPv27TakqLCiqslGagrkqKqijtq1a2fDyL3dQpWRA6srel34XqVKlaDqinomoCGAAAK//vqrDSl++umnYTGKFy9uQ4oPPPCAyZ07N2AIIIAAAh4FFP52wor6um3bNk89L7vssqCwIs9sntg4CQEEEEAAAQQQQAABBBBAAIEcFSCg6JOfgKJPQLojgAACCCCAAAIIIIBAjgusXbvWhhJ1LFmyJOJ48uTJY3r06OEGEy+++OIcHz8DQACBUIFFixbZYOLEiRND/lEVRAYOHGjDibFQCYXXDwEEYkvgiiuuCKocoiBX7969M3WQu3btCgolegkUNG3a1K2UqBCZ01Tx0QklrlmzJuI49Z6nQKKCiToKFiyYqfPiYvEh8NRTT5nRo0eHDFbBm2HDhhktPqcltsCMGTPM73//+5BJfv755zb4TEMgUQQ2bNgQFLzV+9uKFStCpjd16lQ3rHj8+PGI0+/Vq5dxjlhy0gYHgdUVV61a5Wl4+owjsLpiixYtPPXjJAQQSFwBVWDX30AzZ84MO0n9XaKg4tVXX524CMwMAQQQyCKBs2fPmunTp7uBRa8VsfPly2d+97vfuYHFWNo0I4uouCwCCCCAAAIIIIAAAggggAACcSlAQNHny0ZA0Scg3RFAAAEEEEAAAQQQQCBHBBQEcEKJWtQfrTVr1swNJlauXDna6fw7AgjkkMCFCxfMiBEjzJtvvmlOnjwZMoquXbvaYGJguCeHhsptEUAgBgVSV1pKK8iQkaFrh/zASoknTpyIeplWrVq5lRIbNGjgnq+qT3p+0bOMgkbRmsIGTihRVZNoySmgasKDBg0KG95XJZynn346OWGSdNZz584NG74eM2aM6dy5c5KqMO1EFKhZs6YJ3AhA3/sVK1YMO9XffvvNVlRUZUVtABCpaVG4U1VRFRZjrS1dutTMnj3bDS0ePXrU0xD1eUebNm3c0GK5cuU89eMkBBBIPAFtaKGKivrbI1zr06ePDSrWrVs38SbPjBBAAIFsEliwYIEbVpwzZ47nuzZv3twNK7Zs2dJzP05EAAEEEEAAAQQQQAABBBBAAIGsFSCg6NOXgKJPQLojgAACCCCAAAIIIIBAtgpod1onmKhF2pFa+fLlbZUhVUxURQEaAgjEtoAqn6hq4rx580IGWqpUKVs18e67747tSTA6BBDIUYE777zT/Pjjj+4Y+vXrZ5577rkMj2nLli1BocTTp09HvVa7du3cSol16tRxz9cu+04oUV+jVXhSwMAJJbJYLSp7wp+gRY8KJy5fvjxkrkOHDuX3Y8J/B4SfoL4vevbsGfKPH374oX3/oCGQCALXX3+9Deo5TYEb/Y0frU2aNMkGFXWE2/jE6a/qxE5QMVZ/bg4cOBBUXXH16tXRpm//XXMLrK7I84QnNk5CIKEEFE5USDFc9W1NVBXZtdGFgooFChRIqLkzGQQQQCC7BdavX++GFX/++WfjZWMrjVEbcgRWV8yfP392D537IYAAAggggAACCCCAAAIIIIDA/woQUPT5rUBA0Scg3RFAAAEEEEAAAQQQQCDLBTZs2GBDiRMmTDCLFi2KeL/cuXPbUKITTGRxTZa/PNwAAd8C+/fvt1UTR40aFfZaN954o62aWLVqVd/34gIIIJC4AqpwqIrJgU3PDo0bN07XpPXcMW3aNDeYeO7cuaj9O3bs6FZKrFGjRtD5qvSkQKKOTZs2RbzWJZdcYkNFeo7R1zx58kS9NyckvoAqgyqcePDgwaDJqirWsGHDjKoL05JXYMmSJWHDiHquChdeTF4pZh6vAs8880zQ3wmPPvqo+fOf/+x5Ops3b3arKi5btixiv/r165tevXrZwGKlSpU83yO7T9TPfWB1xWPHjnkaguYUWF1RmzrREEAgOQRmzpxp3nvvPTNlypSwE65Xr54NKl533XXJAcIsEUAAgSwW2L17tw0rasNNfY222aYznNKlSweFFfX/0xBAAAEEEEAAAQQQQAABBBBAIPsECCj6tCag6BOQ7ggggAACCCCAAAIIIJAlAqoq5FRKHD9+fNR7NGnSxA0mVqtWLer5nIAAArEh8NVXX9mqievWrQsZUK1atWwwkQVysfFaMQoEYl3grbfeMqok57RGjRrZZwkvbdasWUaLdmfMmBG2imvqa+TNm9cNJCqcqGqHgW3jxo1uKDFcVdjU11PVRSeUqNAZDQFHQBVvwlUBbdGihQ0n1q1bFywEzMqVK02nTp1CJBRE6N27N0IIxLXA2LFjzcMPP+zOoUuXLubjjz/O0JwmTpzohhXPnDmT5jVUtcapqhjuZytDN8+iTtrsRc8xzrFmzRpPd9LmToHVFVu1auWpHychgEB8C3z66ac2qKhNWcI1hbQVVNTfUjQEEEAAgcwROHXqVFBlxbVr13q6sJ5JAysrqtIiDQEEEEAAAQQQQAABBBBAAAEEslaAgKJPXwKKPgHpjgACCCCAAAIIIIAAApkqoEV1TjBRlZAitbJly7qhRC3spyGAQPwIaDGcqiZ++eWXYQfdv39/G04sVqxY/EyKkSKAQI4KdOjQwQQuyleoq1+/fmHHtHfvXhtGdEKJ0Sob6iKqyhxYKfHyyy8PuraqFzmVEvUsE63yokLYqpKogwXAOfqtE7M3HzJkiPnwww9Dxqfg/vDhw03hwoVjduwMLPsFtMi1ffv2ITdWeLtPnz7ZPyDuiEAmCaxatcqtS3ZkAAAgAElEQVRcddVV7tXKlCljFi1a5Ovqv/76qxk3bpwNKyrgG6mpqmKPHj3M1VdfbVJXSfY1iCzqvHjx4qDqitr8yUurWLFiUHXF1M85Xq7BOQggEB8CCjZrEwwFFc+fPx8yaFVxV0jx/vvvN0WLFo2PSTFKBBBAII4E5s6d61ZWnD9/vueRt2zZ0g0sNm/e3HM/TkQAAQQQQAABBBBAAAEEEEAAAe8CBBS9W4U9k4CiT0C6I4AAAggggAACCCCAgG8BVRlyQom//PJL1OupwpBzXHrppVHP5wQEEIgtgdGjR9twogJCqZsWWgwcONAoaERDAAEEvApog4Mbbrgh6PQVK1aY4sWLu/+bAggKJTrBRC8L9hUAUyhR70n6Wrp06ZAh/fzzz24wcceOHRGHrNC1E0rs2rWr1+lxXpIJbN++3QwePNj8+OOPITN/6KGHjIKLNATCCSh01bZt25B/0nPXTTfdBBoCcSugSsWqPOM0BRQVVMyMNmHCBDesGC6oE3gPhRR1KLB48cUXZ8bts/Qa+/btC6qu6LVaT65cuYKqK6rSIg0BBBJPYMGCBTakOH78+LCTUyhbQcWbb7458SbPjBBAAIEYEVi9enVQdcVIVb4Dh1y7dm03rKjPrBQupyGAAAIIIIAAAggggAACCCCAgH8BAoo+DQko+gSkOwIIIIAAAggggAACCGRIQIsLtRBQwUR9jVZlqGHDhjaUqIWA8VC1IEModEIgwQUUQNYC+SlTpoTMVAt8FUxU1UQtiKUhgAAC6RF4/PHHzaeffup2ufbaa42qhgVWSVyyZImnS6pCsyozqxKZQomBIUfnAgo/Tpw40QYTly1bFvW6nTp1ssFEPcuUKFEi6vmckLwCqp4waNCgkIpeuXPnNsOGDTN33HFH8uIwc08CW7duNS1atAg595VXXjG33nqrp2twEgKxJtCzZ0+jII3TxowZYzp37pypw1y3bp0bVAysyBzuJpUqVXKrKjZt2jRTx5GVF1Owc/bs2W5o8cSJE55uV6FCBVtdUZvJ6P2lWrVqnvpxEgIIxIfAV199ZYOK+hsnXNPGKgoq6j2AhgACCCCQdQLa9EqbYDlHuM39wt1dn2P97ne/M1deeaX9etlll2XdILkyAggggAACCCCAAAIIIIAAAgkuQEDR5wtMQNEnIN0RQAABBBBAAAEEEEAgXQJz5851g4laPBuplSpVyq2UqJAADQEE4lNAOz+/8cYb5s033zThdoFWaEfBxEaNGsXnBBk1AgjkqMDp06eNdo4PXGSvCmKqJBatoqEz8CuuuMIu5NKhcGK+fPlC5rRz5043lJiSkhJ1zvXr17fPMXqPq1OnTtTzOQGBr7/+2oYTDx8+HIShYMjw4cPNVVddBRICngRUhTNcaErfR3feeaena3ASArEkoPfGf/zjH+6QnnjiCbu5SVa1cePGme+//95+dnH27NmIt9GzgzZSUmXFeFoMrgXvqkDtHApoem16xmnevLk9FFgsV66c166chwACMSqg6vIKKb777rsmrUrz/fv3t0FFfV5LQwABBBDIWoFjx465QcXp06ebDRs2eLrhJZdcYkOKTmCxevXqnvpxEgIIIIAAAggggAACCCCAAAII/FeAgKLP7wQCij4B6Y4AAggggAACCCCAAAJRBbZs2eJWSpw3b17U87Uztxb06yhSpEjU8zkBAQRiV2DSpEm2auLChQtDBlmmTBm7sJiF8rH7+jEyBOJB4MUXX7TvM+lpqtQaGEhMKyCtULVTKVFfjx49GvE2el9TIFEHmyuk5xXh3Lffftu88MILIRCtW7e2lRNr1aoFEgLpElCounHjxiF9nn/+efPHP/4xXdfiZARyWkBVklUt2WkKA37wwQdZPixtdqCQ4vjx483ixYsj3q9o0aI2pKhDFZjjrenvtcDqiidPnvQ8BYUUncCifm8VLlzYc19ORACB2BJYuXKlDSmqqmK4VrFiRRtS5HOc2HrdGA0CCCS+gDaVcCorqiq216ZnMyesGE+Vv73Oj/MQQAABBBBAAAEEEEAAAQQQyGwBAoo+RQko+gSkOwIIIIAAAggggAACCIQV0IL+//znP/bQYr5wVdMCOzpVhhRKVBUkGgIIxLfA7t27bdXEv//972EncvPNN9uqiZUrV47viTJ6BBDIdgGFBGfMmGFmzpxpv65evdrTGEqWLOlWSFQ4UVXp0mpaoP/DDz/YcOLmzZsjXj9PnjymW7du9lAwsVChQp7Gw0kIOAKpK4M5//vvf/97G04sWLAgWAhkSGDPnj2mQYMGIX2fffZZoypINATiRWDJkiX2d6zTFJCZO3dutg5f1ZP12YYCi/v3749474YNG7pVFatVq5at48yMm+m9I7C64vr16z1ftkCBAraqohNY1DOXNoagIYBAfAno/U4VFRcsWBB24NqMRUFFhV5oCCCAAALZK7B8+XKjqopOYPH8+fOeBlC3bl03rKgNNXhG88TGSQgggAACCCCAAAIIIIAAAkkmQEDR5wtOQNEnIN0RQAABBBBAAAEEEEAgSGD+/PluMHHTpk0RdUqUKGEX7SmUGI8VBnjpEUAgvMAXX3xhq5lt3Lgx5IQ6derYYOK1114LHwIIIOBZQBWMFEZ0gonRggHOhVV1rl27dm4wMVLQa+3atW4oMVzV19SDbdWqlRtKJGzt+aXkxACB3377zQwePNhMnjw5xEUVhp944gm8EPAtsG/fPlOvXr2Q6zz11FPmwQcf9H19LoBAdgicO3fObixw4cIF93YrVqwwxYsXz47bB91j7969blVFLQqP1HLnzm0rKupzD33Nmzdvto83M26ogNK8efOMPu/RV72veG16jZzAop6dmjRp4rUr5yGAQA4L6D1X1RR1pPX311133WWDipE2f8nhaXB7BBBAIKEFtm7d6gYV9Wx68OBBT/MtX768DSs6R048V3saKCchgAACCCCAAAIIIIAAAgggkM0CBBR9ghNQ9AlIdwQQQAABBBBAAAEEEDBaXO1US1TFoWitU6dObjCxWLFi0U7n3xFAIE4E1qxZY6smfv3112FHfP/999twYpEiReJkRgwTAQRyUmDOnDluKDE9VZJat27tBhJVvSdS0wJ7VUlUtcRJkyZFnW6NGjXcUGLTpk2jns8JCKQloO9pVU5MXQE0X758ZujQoebWW28FD4FME9AiVW0Skbrpe1DPZjQE4kGga9euZtmyZe5Q//Wvf+V45S5taKCKiqo0Fm2DJm1moJCijsaNG8cDedgxnjp1yoYUAwOLJ06c8DwfLYZ3AovaRELPVjQEEIhtAW0Wo5Dip59+GnagZcqUMfq85957743tiTA6BBBAIMEFDh8+HBRW3Lx5s6cZX3rppW5QUdWvq1at6qkfJyGAAAIIIIAAAggggAACCCCQiAIEFH2+qgQUfQLSHQEEEEAAAQQQQACBJBU4f/68XYinYKIW42mRWqRWt25dWylRlQP0f9MQQCCxBEaOHGnefPPNsLvqKyykSlDakZmGAAIIpCWgsKBTIVFfw1VhjaaninN6v4nWnFCivh44cCDi6dpFvlu3bqZ79+5G4QgaAn4FvvrqK1sd8dixY0GXUnhl+PDhpn379n5vQX8EQgS0WFVVZVO3xx9/3Dz22GOIIRDzAn/605/M559/7o7z6aeftlW7YqGdOXPGfi6iQ5+T6POSSE3v805VxRIlSsTCFDI8BgWgFbp3AouqspieVr16dRtYVHVFLYhX0ImGAAKxKTBlyhTz3nvvmZkzZ4YdoD77UVCxS5cusTkBRoUAAggkmYAqKuqYPn26Wbp0qefZt23b1g0sNmrUyHM/TkQAAQQQQAABBBBAAAEEEEAgEQQIKPp8FQko+gSkOwIIIIAAAggggAACSSbgVAhQMFE7aEdqqo6oUKKOzp07J5kU00UgOQRU4UxVE1NSUkImnD9/fvPoo4+ahx9+ODkwmCUCCKRbYNWqVW6VRC10TR3YSuuC2s29SpUqRotknabKc6pGV6BAgbDdfvnlF1spUaHE9evXRx2rwogKJSqcqJAiDYHMEFCYf9iwYSGXUhUphROrVauWGbfhGgiEFTh69KipXbu2OXfuXNC/K9it0CwNgVgW+PDDD82QIUPcIV533XW2olesNT1jOFUVoy0E1/OFKioqrNihQ4dYm0qGxrNjxw6jvxGdKosrV65M13UaNGhgVAFbC+MVWFRFHxoCCMSWwOjRo21Qcdu2bWEH1rdvXxtUVACZhgACCCAQGwJLlixxqytqUzCvrV69em5Ykc2UvKpxHgIIIIAAAggggAACCCCAQDwLEFD0+eoRUPQJSHcEEEAAAQQQQAABBJJAQAvMFEjUIru0dskOZOjYsaMbTCxZsmQSCDFFBJJP4MSJEzaY+NZbb4WtEKJFto888ojRAlMaAggg4AicPXvWPktoMZSOxYsXe8bRYnWFuLRYXdU5VDXp66+/dvvfcsst5rXXXgu6nqowOqFEVfeJ1po2beqGEmvUqBHtdP4dAc8CqqY1aNAgM2bMmJA+N998sw0tKthPQyCrBfQMV6dOHXPq1KmgWw0YMMA8+eSTWX17ro9AhgVUme+aa65x+yv4omowsdymTp3qhhVVaTBSU3UahRV1aBOGRGna2Gr27NluYHHTpk2ep5YrVy5bXbFly5b2+U/PgTQEEIgNge3bt9uQ4gcffBB2QNq0TiHF++67z+TNmzc2Bs0oEEAAAQSsgD4rcyor6uuRI0c8yVSoUCEorFikSBFP/TgJAQQQQAABBBBAAAEEEEAAgXgSIKDo89UioOgTkO4IIIAAAggggAACCCSwgEKJOsaPH2+OHz8ecaaqxOFUS6xfv34CqzA1BBDQ+4LCidp5OXUrV66cURWe22+/HSgEEEDACmghuirpaHG6QolazOqlFSxY0A0kakF6rVq13G5a5K+ATWAbO3asPf/w4cNuKFHhRAXDIrXKlSu7ocRWrVp5GRrnIJAuga1bt9pwooIqqdvjjz9uHnvssXRdj5MR8CugcKIqYaiiYmBTiOB//ud//F6e/ghkiYDCtaqgHNjWrVsXFxX29uzZYz9X0RGtYk2ePHncqooKK1500UVZ4plTF12xYoXdrEKBU1VZ3L17t+ehXHLJJTaw6FRXbNiwoee+nIgAAlkjoJ9nBRUDK9sH3qlJkyY2qNizZ8+sGQBXRQABBBDwJXDgwAEzbdo0t7piWtVxU9+kcOHCbljxd7/7nalUqZKvcdAZAQQQQAABBBBAAAEEEEAAgVgRIKDo85UgoOgTkO4IIIAAAggggAACCCSYgCoZOcFELfaL1LRDqhNK7Nq1a4JJMB0EEEgtoFCRgokff/xxWJy+ffvacKJ2U6YhgEDyCmjndVUrVChRx4IFCzxj6P1DFXKcKjlpVWL++9//HlTpS9UOFaqZOHGiDScqCBCpFSpUyA0lduvWzSgMQEMgKwQUzFU4ce3atUGXL1CggBk6dKhR9UQaAjkhoIq22lgmdVW3fv36meeeey4nhsQ9EYgq0KFDB7NmzRr3PFVSjrfNBX755Re3quKWLVsizlmBTIUUVZ1eFRYTsclDoU0nsJg6OB1pziVKlHCrK+rZsVq1aolIxJwQiAuBTz/91AYVN2zYEHa8N9xwgw0qXnHFFXExHwaJAAIIJKvATz/95IYVV65c6ZlBz2IKKupo0KCB536ciAACCCCAAAIIIIAAAggggECsCRBQ9PmKEFD0CUh3BBBAAAEEEEAAAQQSQGDXrl1uKPHnn3+OOiP9R0YtkFM4sVSpUlHP5wQEEIh/gc8++8yGE8MtotUCs0ceecT06tUr/ifKDBBAIEMCixYtsmFEBRNnzZplFFL02rTg3gkk6muuXLmidlUFjsDgo4KMe/fujdqvY8eObjCxdOnSUc/nBAT8CHz55ZdGFRJVrS6wVa9e3QwbNsxW/KQhkJMCqjCrCmSp3z/vuusu+z1KQyDWBAYMGGC++uord1gK0ypUG49NvxtUUXHChAn2a7SmcKbCijqKFSsW7fS4/PcLFy7YsKIOVVfUEa0SduBEL7/8cre6op4p+bwqLr8NGHQcC6gK17vvvmuPcD+7qoL6wAMPGFVsLliwYBzPlKEjgAACySGgz9303wt16DM/r00BRSesqGcyGgIIIIAAAggggAACCCCAAALxJEBA0eerRUDRJyDdEUAAAQQQQAABBBCIYwFVGVK1RC2Gi7ZLvSoTKZCoYKIWsdIQQCA5BFasWGGDiePGjQs74QcffNCGE1WNjIYAAskjoLCyUyVRgcRNmzZ5nny+fPmCAonpraLx3Xffmf79+3u+nxZGde/e3ahSYt26dT3340QE/AiMGDHCvPjiiyGXUMBEwa/KlSv7uTx9EchUgcaNG5udO3cGXfO2224zL7/8cqbeh4sh4Fdg5MiR5tlnn3Uvc9NNNxm938Z7W7dunf1cRsfy5csjTkebMjhVFbXwO5Hb8ePH3cCiFsUvW7YsXdOtVauWW5lbi+NVvZiGAAJZL7Bw4UIbUkwrfK2//xRUvP7667N+MNwBAQQQQCBTBNavX++GFRVYPHHihKfrVqpUyQ0ratMwAuqe2DgJAQQQQAABBBBAAAEEEEAgBwUIKPrEJ6DoE5DuCCCAAAIIIIAAAgjEmYAWdCmUqF3616xZE3H0ChxpQb+CiTpoCCCQXALvvPOOeeutt8yhQ4dCJt62bVszcOBAqj8l17cEs01iAS0Q18JwHQokBlYv9MJSrVo106JFC9O6dWv7vlG2bFkv3dxzduzYYX788Ud7TJ06NWrf8uXLu6FEdmuPysUJmShw9uxZM3jwYPPJJ5+EXPXWW281w4cPN3ny5MnEO3IpBDJHQO/RW7duDbrYzTffbF5//fXMuQFXQSATBGbOnGn69OnjXkkbD0yZMiUTrhw7l5g8ebJbVfHw4cMRB9akSRM3rJgMwfd9+/a5gcXZs2ebDRs2pOuFa9q0qRtYbNmypbnooovS1Z+TEUAgfQKqePvee+8ZbXwVrvXs2dMGFbVRAg0BBBBAIH4E9u7da1JSUsz06dNtaDH1ZjdpzaRo0aJuWFEbbVSoUCF+Js1IEUAAAQQQQAABBBBAAAEEkkaAgKLPl5qAok9AuiOAAAIIIIAAAgggEAcC+g+GCiXq+Omnn6KOWMEBJ5SY3gBB1ItzAgIIxLzAjBkzbNVEfU3dVHXiT3/6kxkwYEDMz4MBIoCAP4ElS5bYKokKA0ybNs2cOnXK8wVLlSpltPBbgRcdqmKY3qbqzk4ocdKkSUYhyUhNu7B37drVHtpgIX/+/Om9Jecj4Etg8+bNZtCgQXahXur2xBNP2GA/DYFYFmjTpo3ZuHFj0BAVBtOGFTQEYkFAG6fUrl07aCh671V15kRru3btstXHtLmUnsUiNc2/R48eNqyoI1euXInGEXY+v/32mxtY1AYa2tAiPa1Zs2b2edV5Zi1SpEh6unMuAgh4EDh58qTR5leqqBju7zkFhRVSvO+++0zx4sU9XJFTEEAAAQRiTUCf2SmoqGPt2rWehpc7d267cYSCijrq1avnqR8nIYAAAggggAACCCCAAAIIIJDVAgQUfQoTUPQJSHcEEEAAAQQQQAABBGJYQDvvK5SoRW3hKqAFDl2VjZxQonbhpyGAQPIJHDlyxAYTtXgsXNPu9o888ggLBpLvW4MZJ4nAtm3bbIVEJ5C4fft2zzPPmzevrYzoBBKbN29u9L9lpOn5xQkmanF+tNalSxejQ8HE0qVLRzudf0cgSwT0c6Nw4vr164Our4rkQ4cODar4lSUD4KIIZJKAFoeuW7cu6Gq9e/e2FZBoCMSCQOogrT7vSPTPMObPn28/19GhUF6kVr16dbeqYkY2iIiF1zijY9B7lzbZ0aHfy9E+B0t9H4VfncCivpYrVy6jQ6EfAgikEli5cqUNKaqqYrim9y4FFW+55RbsEEAAAQTiWGDevHluWFHPsF5bo0aN3LBi27ZtvXbjPAQQQAABBBBAAAEEEEAAAQQyXYCAok9SAoo+AemOAAIIIIAAAggggECMCaxYscKtlqjFH5GaKg2pwpATTNSupTQEEEhOgXHjxtlwot5DUrfy5cubRx991Nx6663JicOsEUhQAVWzUIVELeLWLudLly5N10ybNm1qWrVqZRRGVDCxWLFi6eofeLIWMDmhxNTBmEgXveGGG8zbb7+d4fvSEYHMEPjiiy/MY489Zs6ePRt0uVq1apnhw4fbnxMaAvEk0KlTJ5P6b0ltVDFq1Kh4mgZjTVCBe++91+hvF6e9+OKL5o477kjQ2QZP68SJE25VRW1GFa1dddVVblixaNGi0U5PuH/Xs60TWNTXM2fOpGuOFSpUsM+4TmixZs2a6erPyQggECqgoLU2PViwYEFYHm08o6Aiz8989yCAAALxL7B69Wo3rDh9+nRz+vRpT5OqUqWKG1bU82z+/Pk99eMkBBBAAAEEEEAAAQQQQAABBDJDgICiT0UCij4B6Y4AAggggAACCCCAQAwIHDhwwEyYMMEGE6dMmRJ1RK1bt7ahxB49ehgFj2gIIJC8Alu2bLHBxM8++ywswm233WYGDhzIe0Xyfosw8wQTWL58uRtInDZtmjl//rznGVatWtVceeWVbiBRi7b9tFWrVtlQ4qRJk9JcoBp4fVW10eKmwPb9998bBSVpCOSUwGuvvWZefvnlkNsr4DVs2DDj9+ckp+bFfRHo1q1bSHBdm9t8+OGH4CCQowJvvfWWrUzrtNtvv9289NJLOTqmnLj5mjVr3LBiuE1mAsdUqlQp+/nP1VdfbSteJ2vTxhxaHK+NMfR/e10k73hpMw4nrKjgYqJX7kzW7xPmnT0C77zzjg0q7tu3L+wNFUa/7777TNmyZbNnQNwFAQQQQCBLBXbt2mVSUlLcwOLevXs93a9EiRL2s8jf/e53pkOHDvxe8KTGSQgggAACCCCAAAIIIIAAAn4ECCj60TPGEFD0CUh3BBBAAAEEEEAAAQRyUOCnn36ywUTtPq2QYqRWuXJlt1KiKh3REEAAgY8//thoge9vv/0WglG/fn3zyCOP2EWsNAQQiF+BHTt2BAUS9+zZ43kyxYsXt4uA2rRpY6vHKCDot23bts2tlKiFSdGanl+6du1qVElj8eLF5oUXXnC7NGzY0Pzwww/RLsG/I5AlAgo1DB48OGzA/84777ThxFy5cmXJvbkoAtkloOfAhQsXBt2uc+fOZsyYMdk1BO6DQIiAPgfp27ev+783atTIbtaUzE2bPehzIR1Hjx6NSNGsWTP7N542rapUqVIys9lnSwUVncBiWkGptJDy5s3rBhad4GK+fPmS2pTJI5AegV9//dWGFD/55JOw3bTRh6op3nXXXem5LOcigAACCMS4wLlz5+xng9o44ueffzYbNmzwNOI8efK4YUUFFuvWreupHychgAACCCCAAAIIIIAAAgggkB4BAorp0QpzLgFFn4B0RwABBBBAAAEEEEAgmwVUOUiL7xRMVBWkSO2SSy6xi/q18EyHFk/REEAAgSVLltiqiWkt5H3ooYdsOLFgwYJgIYBAnAmcOXPGXeCjCompKw5Gmo7CVFrgo0ObGWTWhgZHjhxxQ4lagHTy5MmIqiVLlnRDiXqOyZ07tz3/qquuMqq66LS//OUvRpU1aAhkt8DGjRvNoEGD7EK61G3IkCFGv0dpCCSKQO/evW2AJ7CpcsXnn3+eKFNkHnEmoM0WGjRo4I5aC5W3bt0aZ7PImuFqYwqFFPV50ezZsyPeRJ8P6XMiVUbVUaBAgawZVBxdVYvj9X7nhBY3bdqU7tErMOuEFfVVG37QEEAgssCUKVNsUHHmzJlhT9Tfpwoqtm/fHkoEEEAAgQQUmDVrlltZcdGiRZ5nqGrWzueYrVu39tyPExFAAAEEEEAAAQQQQAABBBCIJEBA0ef3BwFFn4B0RwABBBBAAAEEEEAgGwQOHTpkg0Q6tLA/WtMiKCeUWLFixWin8+8IIJBEAgomvv3222Era6hS2sCBA221NBoCCMSPgELHCkopkJjWos60ZqMF/lrM41RJzMxgsp5ZVNFHX3fv3h0RNH/+/EGhxMKFCwedP2fOHHPdddcF/W/Lli0zCjPSEMhOAe3w/8QTTxiFFANb0aJFzdChQ0O+T7NzbNwLgawS6NOnT8jvl3bt2pmxY8dm1S25LgIRBVQFUFWZnabnjXr16qEWIKCQnRNWDLQKh1S+fHkbUtTnSG3btsXxfwV27drlVldUlUU9e6a31ahRwwYWVY1cX/mMLr2CnJ9MAqNHj7ZBxbTes1Sl/P7770/66q/J9D3BXBFAIPkEtCmrU1lRn3WeP3/eE0L16tXd6oqdO3c22sSEhgACCCCAAAIIIIAAAggggEBGBAgoZkQtoA8BRZ+AdEcAAQQQQAABBBBAIAsFFDRQKPH77783+/bti3gnLXJyQola9ERDAAEEAgVSUlJs1USFfFI3VVt97LHH7I70NAQQiH0B7Saun2XnOHz4sOdB63nB2V1cC6VLly7tua+XEzUmBRJ1/H/27gNKqipf//4mZ5AsOWdQggKCCgbCoIOOY2QYRskiQwbxr2MiiDMmsohwdXRMgICEwUBa5KxkRXLOOad3Pee+59xK3ae6q6q7wnevVau66RP2/lRTXXVqP/unKjRuTVURmzVrZoUTixcvnuTmAwYMMJ999pnz8z/+8Y/mo48+cjs8P0cgrAJfffWV6dOnj7l586bXcWvUqGHeeuutsFUdDWunORgCYRJ4+umnrSC8Z2vYsKGZOnVqmM7AYRAIXuDZZ58133//vbPD+++/b/Q7SvMXOH/+vFVRUWFFT7OkrOrUqeNUVaxcuTKkHgIXLlxwAot2lcXr16+nyKhYsWJeFRarVauWov3ZGIF4F1Al2DFjxpiPP/444FD1/lUhxc6dO5sMGTLEOwfjQwABBBJa4MCBA2b+/PkOGfMAACAASURBVPnWomwKLZ48eTIoj8KFCzthxfvuu88UKVIkqP3YCAEEEEAAAQQQQAABBBBAAAEJEFAM8feAgGKIgOyOAAIIIIAAAggggECYBX777TenWqIqIiXXVG1Ik/pbtWplhROzZcsW5t5wOAQQiHUBfXCvYOK4ceMCDqV169amZ8+epnr16rE+VPqPQNwKeIYR9fXly5eDHmuePHmcQKKqXZUvXz7ofYPdcMuWLdaEd4USFZ50awpG6vWLblWqVHHb3Fy9etVUrVrVaFK43T755BPTokUL133ZAIFwCbzzzjvm3Xff9TucwrXDhg0zChzQEIh3gbZt25q5c+d6DVOV7GbMmBHvQ2d8USag52M9L9utQ4cOZvDgwVHWy+jrjl6z2UFFVadxa3qtpcqKuqlSMM1fYPXq1V5VFk+dOpUiJr1W1yJj9u3OO+9M0f5sjEC8CixdutQKKvq+7rDHq0USFFTUa3EaAggggED8C1y5csW67qiwom67d+8OatBZs2a1rovec889pkmTJkFdhwzqwGyEAAIIIIAAAggggAACCCAQtwIEFEN8aAkohgjI7ggggAACCCCAAAIIhEHg3Llz1or2qpY4Z84c1yNqEqgCiQomli1b1nV7NkAAgcQUUEWbESNGmK1bt/oBlCxZ0qoC9cwzzyQmDqNGIEoFFD70DSSmtKuNGzd2Qom1a9dO6e5Bba/KFnYoUauZuzWFoO1QYr169dw29/r5119/bXr16uX8myotrlmzJkXHYGMEUitw6dIl89JLLxlVT/Rt7du3N0OGDEntodkPgZgUeO655/zes+pvjd7L0hBIKwG9BlEVRbsp3DVt2rS0On1cnGfBggXW/2XdDh8+nOyYChUqZIUUdR1K1a9pSQv8+uuvXlUW9+3blyKujBkzWmFFLehhhxZz5syZomOwMQLxJPCf//zHjB071mzfvj3gsHRNq2vXroaKr/H0qDMWBBBAwF3ADiqqsuL69evdd/j/t9BiEAorKrSo11o0BBBAAAEEEEAAAQQQQAABBHwFCCiG+DtBQDFEQHZHAAEEEEAAAQQQQCAEgcWLF1vBRK1gf+TIkWSPpDCRPSGsUaNGIZyVXRFAIN4Fdu7caT744APzzTffBBxqu3btrLAP1Z7i/TeB8cWCwJkzZ7wCicFUIPQdV40aNZzJNaqSmCVLlogM/eLFi04oUcEAz4qGgU5YqlQpq6KFgolapTy17amnnrJWR7db9+7dzcsvv5zaw7EfAkELaCL0wIEDjV6z+7ZXX33VqtpCQyARBTp16mRmzpzpNfSaNWuaH3/8MRE5GHM6COzfv99o4Sa7KcCVVHglHboXU6c8e/asE1RUWPHGjRvJ9l+LTthVFWvVqhVTY02Pzh44cMCsWLHCCS2qimVKm5ztsKKCi0WKFEnpIdgegZgWUGXS0aNHWxUVAz1HqcKrXpd36dLFZMuWLabHSucRQAABBFIu8MsvvziVFQNdv0nqiAq322FFKvKm3J09EEAAAQQQQAABBBBAAIF4FSCgGOIjS0AxREB2RwABBBBAAAEEEEAghQKaNKfqEgomuoUQsmbNak3q1yr1urFqegqx2RyBBBSYOHGiGTVqlFF1M992++23m549e1rPJzQEEEgfgaNHj3oFEjdv3pzijtx2223mrrvucm558+ZN8TFSsoMq7NjVEjXJOrmWP39+J5SoyT2hhiX1ukmhS882b948U61atZQMgW0RSLHAwoULzYABA8yePXu89lUVKVVNbN26dYqPyQ4IxJOAggC+FeuqVq1qgqmqG08OjCX9BPR6SK+r7KbnbSpohfZ47Nixwwkrrlq1yvVgTZs2dcKKRYsWdd2eDYxRINQzsLhy5coUs5QrV84KLCqkqwq2WqyEhkAiCKxdu9YKKWqhv0CtTp06VlDxj3/8YyJwMEYEEEAAgQACe/futd6T2hUW9dormKbXsqqqqMDiAw88YAoUKBDMbmyDAAIIIIAAAggggAACCCAQhwIEFEN8UAkohgjI7ggggAACCCCAAAIIBCGgCkMKJeqW1CQKz8PUrVvXCSVWqFAhiDOwCQIIJLqAJmqpamJSlWsUTNQtR44ciU7F+BFIU4F9+/Z5BRJTU91HEy09A4m5cuWK+Bh+/vlnJ5ToFqLMmDGjFUps0aKFdR/OSTz/+te/zHvvveeMt2HDhmbq1KkRHz8nSGyBL774wvTt29cPQWGYt956y+i1Og0BBIzp0aOHmTRpkhdFxYoVzaJFi+BBIOICbdq08QrEqrrWY489FvHzJsoJFKJTRUXddu3aleyw8+TJYwUVtRCO7jNkyJAoTCGP8+bNm051RYUV5X7u3LkUHVeLmymoqPcMuunrMmXKpOgYbIxALAlMmTLFjB071mzatClgt/W3oGvXroYqr7H0qNJXBBBAIPwCFy9etK5t2mFFVWEPpmXPnt0JK2pBDr3HpSGAAAIIIIAAAggggAACCCSOAAHFEB9rAoohArI7AggggAACCCCAAALJCCxdutQKJc6cOdMcOnQoWavixYs7E7p8KwWBjAACCCQlcP36dSuYqFXkFYb2bU2aNDG9evUyCvXQEEAg8gIKIC5fvty5KaCY0qZqKJ6BRE2MSYumyed2pUS9hnFrel5RKFE3VXKJRNM5du/e7RxagcW2bdtG4lQcEwFL4J///Kd5//33/TQUuhg2bJgpUqQIUggg4CHQp08f8+WXX3qZlC1b1ixZssQowE5DIFICCoyPGDHCObyqZr366quROl3CHvfatWtOUFFhxfPnzydroUW2FFLUTa9paSkX0OIgnlUWDx48mOKDaMEQO7Ro3xcsWDDFx2EHBKJV4MqVK2bkyJFWUDHQ85IW5+rWrZvp3LmzyZs3b7QOg34hgAACCKShgGdlRbfF2Dy7pcrVqqyoCot33nlnGvaYUyGAAAIIIIAAAggggAACCKSHAAHFENUJKIYIyO4IIIAAAggggAACCPgI7Ny506mWuHr16mR9MmfObB588EHTqlUra6X53Llz44kAAggELTB37lwzfPhws2rVKr999Hyi6k9aNZ6GAAKRE9CEFs9A4tGjR1N8Mk108QwkZsmSJcXHSO0OJ0+eND/88IMTTFToOblWrVo1p1qiKrREss2bN8/85S9/cU4hl61bt5qcOXNG8rQcO0EFtLL+wIEDzTfffOMn0KlTJ/Pmm28mqAzDRsBdYMCAAeazzz7z2rBkyZJGYfe0/Jvm3lO2iCeBGTNmWMETu2nScKDn8Hgac3qPRQtv2VUVFy5c6Nodvb61w4qlS5d23Z4NAgvs2bPHq8rib7/9lioqPQa+ocVs2bKl6ljshEC0CGzZssVasGvy5MkBu1S9enUrqPjnP/85WrpMPxBAAAEEokBgzZo1VmXFRYsWmWXLlgXdo6pVqzrVFfXZLg0BBBBAAAEEEEAAAQQQQCD+BAgohviYElAMEZDdEUAAAQQQQAABBBAwxly+fNkKJc6ePdtokpxbu/32261Aom6VK1d225yfI4AAAl4Cx44ds6omTpgwIaDMo48+anr27Gn0gTkNAQTCK7Bu3TqvQOKZM2dSfAI7jNioUSMrmJjWFaZu3rzpFUo8fvx4smMoVqyYE0q87777Ujze1O7QvXt3M2XKFGf3p556ynruoyEQboFt27ZZ4cRAlUPfeOMNrwBMuM/N8RCIF4GXX37ZTJw40Ws4t956qzXZM60qAceLJeMITkCLQ+m1lN1uueUWo6AKLW0ENmzY4IQV3SrQZM2a1br+ZYcVeU4I7THSAiNapGjt2rXOza2yZVJn1OIjWnREN4UXa9asGVrn2BuBdBLQNXkFFRU4CdQeeugho0q79erVS6cecloEEEAAgWgV2LVrl9EiaQos6qYFrIJpul6qqopaKKVZs2ZU7A0GjW0QQAABBBBAAAEEEEAAgRgQIKAY4oNEQDFEQHZHAAEEEEAAAQQQSGiBFStWWMFEhRIPHDiQrIUmZ7Zo0cKalNWkSZOEdmPwCCCQegGtCj9y5EgTqGqCKiL06dPHKMRDQwCB8Ah4VkfU11qUICUtU6ZMXtURFUhMr6bXLd9//70VTty+fXuy3ciRI4f1uqV58+bWfVpXLVTwUyFrhSnt9vXXX1sTf2gIhFNgwYIFpl+/fmb//v1ehy1atKgZOnSoVemchgACwQm89tpr5qOPPvLauFChQlawP1euXMEdhK0QSIGAXiucPn3a2UOB2LJly6bgCGwaDgFN6LYrK7pVE1d1VTuo2Lhx43CcnmMYY3799VevwKJbaDQpNFW99a2yyP8pfsViSWD06NFm7NixJtAiPFoYSNUUVX23cOHCsTQs+ooAAgggkEYC586ds66d2mFFVRAPpum6qR1WvP/++3lPEgwa2yCAAAIIIIAAAggggAACUSpAQDHEB4aAYoiA7I4AAggggAACCCCQcAJ79uyxQom6aaJ/ck0THx588EGnWmK+fPkSzosBI4BAeARU3Wn48OFe1cQ8j/zss8+aXr16GQUqaAggkDqBw4cPm9WrV3vdUnokVYixKyTqvn79+ik9RFi337p1q1MtUVVW3FrTpk2dUGLx4sXdNo/Yzz/55BPz0ksvOcevWLGiWbRoUcTOx4ETU+Dzzz83/fv39xt83bp1rXCiqp7TEEAgZQKDBg2yKhh5NlW203vnvHnzpuxgbI2Ai8Djjz9ulixZ4mw1fvx48/DDD+OWTgIKi9pBRd27Nf29tcOKlSpVctucn6dA4NKlS16BRb0P0Hud1LT8+fP7hRYVPqchEK0CqoSloKJe6wdqFSpUsIKKbdq0idYh0C8EEEAAgSgR+PHHH52wYqAFI5Pqpq4JK7Com17z0hBAAAEEEEAAAQQQQAABBGJHgIBiiI8VAcUQAdkdAQQQQAABBBBAICEErl696oQSp0+f7lXNJxBArVq1nFCiVvSnIYAAAqEIaKLtqFGjzJEjR/wOo+oGCiaqwhkNAQRSJvDLL794hRH37duXsgMYY1Rp0DOQWK9evRQfI9w7aHVvVUnUit+qaOPW9DxiV0qsXr262+Zp8vM//vGP1mNjtwEDBpjevXunybk5SWIIvP322+aDDz7wG6x+99566y1TsGDBxIBglAhEQGDYsGHWwhqeLXfu3GblypVGQRcaAuESeOONN8yHH37oHK5nz55m4MCB4To8xwlB4Pfff3fCimvWrHE9kh1U1D2Le7lypWoDVYtWUNHzdu3atVQdS5Uw69SpY93siovZs2dP1bHYCYFICei9sBZN8Ayye55Liwo+//zzplGjRpHqAsdFAAEEEIgjAb2ftSsrrlq1KuiR6VqrZ3XFoHdkQwQQQAABBBBAAAEEEEAAgXQRIKAYIjsBxRAB2R0BBBBAAAEEEEAgrgX0IZMqJc6cOdPs3bs32bGqalmzZs1Mq1atzH333RfXLgwOAQTSRkAfemtyd1IBI4V1NAk3W7ZsadMhzoJADAucOHHCrzqiFiBIacuVK5c1gdEOJWpCbjQ0VUmxQ4m6P3fuXLLdKlu2rBVsVjAx2iZkbtiwweqXZ1u+fLkpU6ZMNFDThxgXOH/+vBVemTx5st9INEH51VdfjfER0n0EokPgnXfeMe+++65XZxRe0XtsKm9Fx2MUD72YMmWK6d69uzOUBx54IMmKWfEw3lgdw7Jly6yFM1RVcffu3ckOo3DhwlZVxT/84Q9cW0uDB3z9+vVegcXt27en+qxaoM0zsKjF22gIRIPAhAkTzNixY41CuoFap06dTJcuXUyJEiWiobv0AQEEEEAgBgT0mmnu3Llm0aJFVmjxypUrQfVaf2vssKKufeo6Mw0BBBBAAAEEEEAAAQQQQCC6BAgohvh4EFAMEZDdEUAAAQQQQAABBOJOQJMVZs+ebQUTNYnKrWkCnCZOKZhINQg3LX6OAALBCFy+fNkKJmqld33t2xSCVtXE+vXrB3M4tkEgIQU2b97sFUjcuXNnqhzy5s3rVSHxtttuS9VxIrXTggULzI8//mhN+k5qwqV97ltuucUJJSqcmClTpkh1K6Tj+lZDuv/++81//vOfkI7JzghI4NdffzUvvviiWbFihRdIhgwZzKBBg0yHDh2AQgCBMAqoSqmqlXq2zJkzW3+ftcAPDYFQBfS83rRpU+cwRYoUMaqQTYtOAS0OopCifbtw4UKyHa1Ro4YVVtStZs2a0TmoOOvV6dOnrcCiql7alRb1b6lper63qyva9+XKlUvNodgHgZAFDh8+bEaNGmU+/vjjgMdSVdBu3bqZ5557LuRzcQAEEEAAgcQS0Gslvb61qyseO3YsKIDcuXNbYUXd9Dmz/hbREEAAAQQQQAABBBBAAAEE0l+AgGKIjwEBxRAB2R0BBBBAAAEEEEAgLgRu3LhhBRIVTJw+fbq5fv16suOyJ0kpmKivaQgggEC4BBQyGjFihDUZ0LflyZPH9OvXz3Tu3Dlcp+M4CMSFwNmzZ/2qI7pNeE5q4Pq7XrduXedWuXLlqDNSdVWFEnXTxHy3ZldK1H3BggXdNk/3n99+++3myJEjTj80kfTPf/5zuveLDsS2gKoR9+3b1xw6dMhrIFq9fsiQIVZ4l4YAAuEX0HO4/o/5NoVfihcvHv4TcsSEEyhfvry5ePGiM25+t2LjV+DAgQNOUFGVZ9yaFumxw4oKotLSTkAVguywou5VdTG1LV++fFaVRbvSooKn/C1IrSb7pUZg6dKl1mJgqnoVqN1zzz1GVdX1nENDAAEEEEAgNQL6rNmurJiS6tSNGze2wopagCXaFshLjQP7IIAAAggggAACCCCAAAKxKkBAMcRHjoBiiIDsjgACCCCAAAIIIBDTAppYow+LZsyYYXbv3p3sWAoXLmyaNWtmVUt88MEHY3rcdB4BBKJPQIEJVU385JNPAnbuscceMz179jTRGJaKPk16FO8C27ZtcwKJmoQeTEgvkImqN3mGEfV19uzZo5Jvw4YN5qeffrJCievWrXPtY4MGDZxqiRUqVHDdPlo2mDVrlunYsaPTHU1i3rp1a7R0j37EqMC///1vq3Kib7vzzjvNW2+9xYIjMfq40u3YERg3bpx5/fXX/TqsaqalS5eOnYHQ06gUaN26tVm1apXTt08//dQ0b948KvtKpwILqOqlXVXR7XWfqpsrqKhrc7qnpb3AtWvXvAKLurbqVsk9uV7mz5/fei2mW/Xq1Z2v035knDGRBP7zn/+YsWPHmqSCI+3atTNdunQxCsHTEEAAAQQQSK2AgvF2ZcVgrufa59EiDnZ1xSZNmqT29OyHAAIIIIAAAggggAACCCCQCgECiqlA89yFgGKIgOyOAAIIIIAAAgggEHMCBw8edKolLlmyxLX/WjFZE590K1SokOv2bIAAAgikVOCrr74yqi4TaGJUmTJlrIpPTzzxREoPy/YIxIXApUuX/Kojnj59OsVjy5Qpk18YsWTJkik+TlruoOcEu1KiJrS4tSpVqjihxHr16rltHpU/b9++vfU6zW7PPfecGTp0aFT2lU7FhoACiKpM7NseffRRM2zYMKMQLA0BBCIvMGHCBPPKK6/4nUh/38qVKxf5DnCGuBV4+eWXzcSJE53x9e/f3/Tp0yduxxvvA9OCHHZY8fjx48kOt2LFik5VxVh97Rsvj+fhw4f9Qot6HxdKCxRaVJiRhkC4BM6cOWNGjhxpBRWvX7/ud1hVa1U1xU6dOhldT6AhgAACCCAQisBvv/1mVfC1A4s3btwI6nClSpVywootWrQw2bJlC2o/NkIAAQQQQAABBBBAAAEEEEidAAHF1Lk5exFQDBGQ3RFAAAEEEEAAAQRiRkCT3XWbPn26uXLlSrL9rlatmrMie61atWJmjHQUAQRiS2DLli1W1UQ9LwVqCur06tXLqIIrDYFEEVAoTytKr1692qg64saNG1M1dIUdPKsj1q5dO1XHSeudtJCCHUrUBG23VqJECavCs27333+/2+ZR/XNVkq1Tp45XH1Xl+o477ojqftO56BQ4e/asGThwoPn222/9Oti9e3ejQAsNAQTSVkCV7fT/0rctWrTIKGhEQyA1Al9++aVXIFGLS3kGFlNzTPZJf4GTJ086QcUffvjBtUONGjVywoqaxE1Lf4HNmzd7hRZTW/XecyTFixf3qrKoECMV7tL/sY71Huj6w5gxY8zMmTMDDqVBgwZWUFGhEBoCCCCAAALhEDhx4oT1ebXCino/rNe+wTRVE7crKz744IOmWLFiwezGNggggAACCCCAAAIIIIAAAikQIKCYAqxAmxJQDBGQ3RFAAAEEEEAAAQSiWuDnn3+2PuTRBIMdO3Yk29eCBQsafaDTqlUr07x586geF51DAIHYF9AK7ZoAdezYMb/BKKDTu3dvK3BEQyCeBTRpdcOGDdZNQUTdX7hwIcVDzpMnj191xAIFCqT4OOm1w6lTp6xQogKJur948WKyXdHY9JrFDibGy8rZek4cNGiQM3YtEhHMhPT0etw4b/QKaAGAAQMGWEFnz5Y5c2YzePBg87e//S16O0/PEIhzgS+++MKqDu7bFixYYFQJmIZASgX0+tHzGo4qZK9atSqlh2H7KBbYtm2bE1Zcu3Ztsj3V6+KWLVs6VcVz5coVxSNLrK6dP3/eK7Co938HDhwIGSFHjhx+ocXq1asb/TsNgZQIaGETvSfdtGlTwN2efvpp06VLF1O1atWUHJZtEUAAAQQQcBXQZ9h2ZcXdu3e7bm9vcM8991iBRS1ap9c/NAQQQAABBBBAAAEEEEAAgdAFCCiGaEhAMURAdkcAAQQQQAABBBCIOoEjR46Y2bNnO6tPunVQH95ohX0FE4sUKeK2OT9HAAEEQhJYunSpGTFihFm4cGHA42jCds+ePU2WLFlCOg87IxBNAtevX3eCiHYgUff699Q0VcrwrI5YuXLl1BwmXfdRNWfPSonHjx9Ptj/Zs2e3Aol2MDF//vzp2v9InFxj85wM+tprr5muXbtG4lQcM44FFPRVyN93AYDSpUubIUOGWP+HaAggkL4C33zzjfV617fNnTuXSZXp+9DE5Nlv3rxpVDHP83WlXmcWKlQoJsdDp5MX0PvpOXPmWLe9e/cmu3HRokWt8Kq9qAe20SegakFatEbvATzvb9y4EXJnVVlR7xvtmybtqwIjDYHkBK5evWpds9OiYgrV+rZ8+fJZ1RQ7depkcubMCSYCCCCAAAJhF1BFRTusuH79+qCPf9ttt1lhxSZNmpi777476P3YEAEEEEAAAQQQQAABBBBAwFuAgGKIvxEEFEMEZHcEEEAAAQQQQACBqBFQhR0FE6dPn24uXbqUbL9UmaFFixZWMLF27dpRMwY6ggAC8SugiU3Dhw83H374odGEJ9/2wAMPmF69epk77rgjfhEYWUIIqAKiZ0VEfa3JpqltmljsGUbU1wrrxWqbP3++E0zct2+f6zD03GBPqo7nCbUrVqwwjz76qJeHJuEULlzY1YgNELAFPvnkE/PSSy/5gdx1111m6NChVDvhVwWBKBJQlaIXXnjBr0d6X68KujQEUiKginm//PKLs8uXX35pmjZtmpJDsG2MCVy+fNkJKiqs6HYdsEKFCk5YUa8LaNEtoGrYvsFF38UnUjMCLfLiGVi0v07NsdgnvgW2bt1qRo8ebSZPnhxwoPo8QUHF1q1bxzcEo0MAAQQQSFcBvSbSQlwKLC5evDjovpQpU8YKK+qm90qZM2cOel82RAABBBBAAAEEEEAAAQQSXYCAYoi/AQQUQwRkdwQQQAABBBBAAIF0FVDo4b///a+ZMWOG+f3335PtiyahqGKKQom60RBAAIG0Epg1a5YZNWqU+fnnn/1OmTdvXtO/f3/TsWPHtOoO50EgbAKnTp3yq4y4ffv2VB8/V65cRqs933777aZOnTpWMLFkyZKpPl607Lh8+XJrMokqJv7222+u3dKkaTuUWLFiRdft42GDF1980fz73/92hvLwww+b8ePHx8PQGEMaCag6ov7W+rY///nPZtiwYSZ37txp1BNOgwACwQpocaFAlXL1Hp+FhIJVZDsJ6P3U559/7mC8/PLLpnv37uAkiIAW/bCrKi5ZssR11Hqvodfaqq5IINqVK2o2OHLkiF+lxV9//TUs/QsUWozHivVhwUqwg2gxxDFjxpg1a9YEHPmf/vQn06VLF+saBg0BBBBAAIFIChw9etT6PNyurnj27NmgTnfLLbc4YUW9/mUxuKDY2AgBBBBAAAEEEEAAAQQSWICAYogPPgHFEAHZHQEEEEAAAQQQQCDNBbRitj6E0QSBBQsWuJ7/7rvvdkKJxYoVc92eDRBAAIFwCWiipKomek6W9Tz2448/bnr27GkSJYAULleOkz4CmhCqhQE8b3v37k11Z3LkyGFN4rMDibqPp/8Lqv6nQKJunhV9kgJTEEMTpbWYgiwSqV2/ft2qbHfu3Dln2BMnTmRBiUT6JQhhrKdPnzYDBw4006ZN8zuK/sbqZzQEEIheAS021LlzZ78Ozpw509SrVy96O07Pokrg008/9Xq+f+SRR6zK9bTEE1i3bp1RJVa9Bt+0aZMrQOPGjZ2wYrly5Vy3Z4PoErh27ZpfpUVVXtTrw1CbqtdXr17dep9SpUoV6143KhCFKhub+6ua4tixY83x48f9BpA9e3bTrVs3a+Exgq2x+fjSawQQQCDWBG7evGm04I/CiosWLTL6HCqYliFDBies+MADD1ivcWgIIIAAAggggAACCCCAAALeAgQUQ/yNIKAYIiC7I4AAAggggAACCKSZgCoPKZioyccXLlxI9ryVK1e2VkJXpURVX6IhgAACaS2gUKImMO3atcvv1GXLljX9+vUzqupEQyAaBRQ89A0jKqCY2qYJe55BRAUTK1WqlNrDRe1+quZshxKXLVvm2k+9XrErJTZo0MB1+3jdYNKkSaZHjx7O8G699VajyeU0BNwEFDxQ1Szf3xc95wwaNMi0r3PtNwAAIABJREFUbdvW7RD8HAEEokBAiw916NDBryeacFm/fv0o6CFdiHYBVbZS9WW7lS9f3gRTSS/ax0X/QhPQhG29Nldgcc+ePckeTJO1dR3Rfm1epEiR0E7O3ukqoEn6ep2osKJ9v3PnzrD0SYvq2GFF+75ChQphOTYHiW4BPY+MHDkyyUXIqlWrZgUVtRgZDQEEEEAAgbQU0GK+CxcutAKLev0TbNOCeffee6+57777TMOGDYPdje0QQAABBBBAAAEEEEAAgbgWIKAY4sNLQDFEQHZHAAEEEEAAAQQQiKiAJpEolKiqCr/99luy58qXL5/Rio+tWrWygokZM2aMaN84OAIIIBBIQKEuVU2cNWtWQCCtqN6rVy9TsGBBABGICoFt27ZZkzY9A4mnTp1Kdd+yZs3qVxkxnldj3r9/vzXxWQspzJ0719WtVKlSVpVETX7W5A+aMc8884xXVWxN6vzHP/4BDQLJCihsoL+nJ0+e9NpOoZQhQ4aYpk2bIogAAjEkMGfOHPPcc8/59XjKlCmmUaNGMTQSupoeApcvXzZaBMaz/frrryZv3rzp0R3OGWUCV69edaoq6vWD72sH3+7myZPHK6yYM2fOKBsR3UmNgBa78wws2sHFixcvpuZwXvuoqqJvaFHflyhRIuRjc4DoE5g/f761IFlSQXh9NtGlSxcWWYi+h44eIYAAAgkhsHHjRus6tcKKwSygZ6OomrjCirrpbxkNAQQQQAABBBBAAAEEEEhUAQKKIT7yBBRDBGR3BBBAAAEEEEAAgbALaKKQQokK98ybN8/1+Jqs2LJlSyuUWLJkSdft2QABBBCIlIBWUh87dmzACY+q5tqnTx8rSE1DID0E9PdVEzK3bNli3ds3TdhNbdNETFVD9KyOqKoB8d5kaVdK1ISPS5cuJTtkBZIVSLSDiQpx0v5XYMeOHaZx48ZeHAp6Vq9eHSIEkhSYOHGiefnll/1+fvfdd5uhQ4fGZYVWfh0QSAQBBYf+9re/+Q31m2++Mffcc08iEDDGEATuv/9+63Wu3Qi3hoAZx7ueOHHCqaqo55xr164lO9pixYpZr+NVXZH38vH5i6H3I77BRS1CE46msKuCilqwxzPAyIJV4dBN/2NMmDDBugYY6PdFVVm18E6nTp1M0aJF07+z9AABBBBAICEFDh06ZGbPnm2FFXULdmGGAgUKOGHFFi1aGH1PQwABBBBAAAEEEEAAAQQSRYCAYoiPNAHFEAHZHQEEEEAAAQQQQCBsAlp9WMHEadOmmbNnzyZ73IoVK1oThBRKvPPOO8PWBw6EAAIIpEZAH+4qnLh48eKAu/fv39/07NnTZMqUKTWHZx8EUiygqsOeIUR9ffDgwRQfx3MH/f56BhEVTEykENn58+edKokKJbpVXsmRI4f1WsW+qdIzzV/gnXfeMe+++67zgwYNGlivBWkIJCUwaNAgM2bMGL8fP/XUU+att94y+r9HQwCB2BVQSL1t27Z+A/jyyy+pjBq7D2ua9FzvtxRmtdsbb7xhOnfunCbn5iSxKbBnzx6rsqJuixYtch1EpUqVnLCiXrPS4lfg9OnTRhUWt27dalSNVfe6nTlzJiyDLly4sFdg0Q4w5sqVKyzH5yBpJ3D06FEzYsQI8/HHHwc8qaq7K6j4l7/8Je06xZkQQAABBBAIIKCFOaZPn+6EFRVeDKZpgUItGKTKirrOXaFChWB2YxsEEEAAAQQQQAABBBBAIGYFCCiG+NARUAwRkN0RQAABBBBAAAEEQhLQ5A6FEmfMmOG10n2gg2rVaa1WrlCiblmyZAnp3OyMAAIIhCqgSWvDhw8348aNMzdu3PA7nKql9e7d26h6Ig2BSAioAohvEFHfX79+PaTTabV/38qINWvWDOmYsbjzlStXjIISCiTq/vDhw67DsKskasKGKq7QkhdQJeydO3c6G7399tumXbt2sCHgJ6BQ8Isvvmi9b/BtqlCsxQBoCCAQHwJavKhNmzZ+g/n888+pYBYfD3FERjF+/Hjz6quvOsd+4oknrNAIDYFgBBRGU1BRVdLXrVvnukudOnWchUgS8X2SK1CcbnDgwAEnrGiHFhVg1PvGcLRSpUp5BRftqosZM2YMx+E5RgQFli9fbkaPHm1dOwjU9JlG165djSq+0xBAAAEEEIgGAV3rXrBggRVY1GKHwTZ91qWwoirYs4BwsGpshwACCCCAAAIIIIAAArEkQEAxxEeLgGKIgOyOAAIIIIAAAgggkGIBBXoUSpw9e7Y18cetNWzY0LRs2dIKJZYuXdptc36OAAIIpImAVpvV5KMNGzb4nU+V0gYMGGDat2+fJn3hJIkhoAmQdhhxy5Yt1tfBrnScnFC2bNlMtWrVTK1atZwKifo6kZsdSNT9vn37XCkaN25sTVBWOJFVpF25nA00CeaZZ55xvleVTk3wpXJI8IaJsuXGjRtN3759zfr1672GrN8VVVT0/D1KFBPGiUC8C2iSpCqj+rZPP/3UNG/ePN6Hz/hSIbBs2TLz2GOPOXsq2KOwKw2BlAooaKTrlQos/v777667q6KMXTW9bNmyrtuzQfwJ7Nixwy+4uG3btrANVNU77bCifa/KfLToE/jiiy+sau/bt28P2LmOHTuaTp068RlH9D109AgBBBBIaIFffvnFev2r9+GrVq0K2kLXwRVWbNKkiWnRokXQ+7EhAggggAACCCCAAAIIIBDNAgQUQ3x0CCiGCMjuCCCAAAIIIIAAAkELLFy40AomTps2zSikmFzTJAtN8m/VqpVp0KBB0OdgQwQQQCDSArt27bKqJn711VcBT/Xkk0+anj17GiaLRfqRiN/jHzt2zAof2iFEO5QYqEpnShU8JzYqlKjJjeXKlUvpYeJye03AsIOJmmDq1qia4ibk/vMePXqYSZMmORvq+VPPrzQEPAXmzJlj/V09c+aMF0zlypXN4MGDjUIBNAQQiE+BxYsXG1XB820TJ060FjCiIeApcPbsWaO/DZ5NVZqzZ88OFAKpFtBEbTus6FZNXYttKKioELXuCxUqlOrzsmPsC1y/ft0JLWoRFrvi4t69e8MyuKxZszqhRT33KSCg61C61+8iLf0Ezp07Z72vHTt2rNHvgW8rUaKE6datG4uapd9DxJkRQAABBJIR2L9/v5k1a5ZZtGiRFVgMtlJ04cKFrWt0Cizq/XrevHlxRgABBBBAAAEEEEAAAQRiUoCAYogPGwHFEAHZHQEEEEAAAQQQQCBZAa0WrUqJM2bMMJs2bUp2W1VAuf/++60PLhRMVEUnGgIIIBBNAp988ok1wWjPnj1+3VLIq3///uZPf/pTNHWZvkS5gG8IUWHEI0eOhNzr4sWLW5MV7RCi/TUTFb1pVR1FoUTdNGnUrVWvXt1aQEG3O++8021zfp6MgEIE+v30nLCp4LdW3KYhYAtMmDDBvPLKK34gTZs2NUOHDiVgza8KAgkgsHTpUvPnP//Zb6Tjx483Dz/8cAIIMMSUCNx9991eVat0LeqOO+5IySHYFoGAAgoc2UFFVVa8cOFCslL58uXzCisSlOUXyxY4f/68V7VFO7x49OjRsCGVKVPGK7BoBxcVjKOlnYCqUY0aNcrMnDkz4En1N6tr167mgQceSLtOcSYEEEAAAQRSIHD58mVr0WEFFXXTworBNC2kYIcVtXgHVcaDUWMbBBBAAAEEEEAAAQQQiBYBAoohPhIEFEMEZHcEEEAAAQQQQAABPwFN2lGlRK2w+P3337sK1a9f37Ro0cIKJlLFyZWLDRBAIB0E1q1bZ0aOHGk9twVqnTt3Nr169TL58+dPh95xylgQUEU+hfa3b9/uVRkx1L5r4mugICIrFCctu2bNGjN37lwrlLhhwwbXh6BixYpOKLFx48au27NBcAKffvqpGThwoLOxJs0uWbIkuJ3ZKiEE3njjDfPhhx/6jbVNmzZm2LBhJkuWLAnhwCARQMCYFStWmEcffdSPQs8RjzzyCEQIOAIKekyfPt35/q233jLPPvssQgiEVeDQoUNGIUXd9L7CrSkUpoqKumlhNhoCgQSOHz/uFVy0Ky7qOnu4mhYD9Ky0aAcXdc/1rHAp+x/n22+/NWPGjEly8ca//vWvRtcVde2BhgACCCCAQDQL6PXvggULrLCiPucItmmhPwUWtehfnTp1gt2N7RBAAAEEEEAAAQQQQACBdBEgoBgiOwHFEAHZHQEEEEAAAQQQQMARWLx4sRXe0WqKJ06cSFZGqyXqgwiFEhs1aoQiAgggEJUCN2/eNB988IEZN26cOX36tF8f69WrZ/r27Wvuu+++qOw/nUpbgTNnzpjff//duelDevv7GzduhNSZzJkze1VDtEOJxYoVC+m4ibKzgogKJGoCsQKKbq1UqVJOKJFJxG5aqfu5AiUrV650du7Xr5/1fEpDQJOzBwwYYFVh92369969e4OEAAIJKLBq1SrTunVrv5GPHj3aPPbYYwkowpADCej3YfDgwc6P/vKXv5h33nkHLAQiJqBFaDRRW9UVFaZ2a1WqVHHCilqwjYaAm8C+ffuMXWXRDi3q/tq1a267pujnBQoUMJ6BRQUZ7TCjqiDRQhO4fv26dX1x7NixRlU0fVvhwoXN888/bzp06GDwDs2avRFAAAEE0kZg7dq11utghRW1wGewrXLlylZYUZ+pUUU4WDW2QwABBBBAAAEEEEAAgbQUIKAYojYBxRAB2R0BBBBAAAEEEEhwAYUvFEqcMWOGWb9+fbIaOXLksFYKVyhRt5w5cya4HsNHAIFoFpg3b57RBNelS5cG7OaLL75oevbsaTJkyBDNw6BvERDYu3evFTz0DCDq+8OHD4flbJoUqACiZ2VEVtJPOa0mcSqUqNvy5ctdD1CkSBEnlKhFFKjO5kqW6g02bdpkWXs2PddSSTvVpHGzo95P9OnTx6+6iKrFDho0yDzxxBNxM1YGggACKRfQBMiHHnrIb8fhw4ebJ598MuUHZI+4E1i4cKF5+umnnXHddttt5vvvv4+7cTKg6BSwJ2krrLh582bXTtatW9c0b97cCixWr17ddXs2QMBTQNcg7MDijh07jH07e/Zs2KG0gI9veFHfly5dOuznivcD/vbbb2bkyJFm8uTJAYeq4HKXLl1Mq1at4p2C8SGAAAIIxJHAnj17zKxZs6ywom7BLtZYtGhRK6x47733Wu/1mTcQR78UDAUBBBBAAAEEEEAAgRgWIKAY4oNHQDFEQHZHAAEEEEAAAQQSUODChQtWKFFVTQJVNvElueOOO0yLFi2sUKJWXqYhgAAC0SygCrBa1Xz8+PEBu6kJhKreVLt27WgeBn0LUeDSpUtJVkPUz8LR9AG8bxBR32fLli0ch0/IY2hSpqokKpSoyRBuTaEnBeXsW+7cud124edhEFDQbMyYMc6RtGL2F198EYYjc4hYFtD7ih49evhVFKlWrZpVDYuq67H86NJ3BMIn8PPPP1vXFnzbe++9Z5555pnwnYgjxaSAqvDWrFnT6XvGjBmNFhfRPQ2BtBRQWFZBRVWV0e+gW9OkbDusSOjLTYufJydw5MgRJ6yoRZXs4KK+VhW/cDYt6hMouKjr/wULFgznqeLuWPpsRYuirVmzJuDYtPBC586dTY0aNeJu7AwIAQQQQCC+BTSHYOrUqWbRokXW9fmTJ08GNeDs2bNbQUUFFlu2bGlKliwZ1H5shAACCCCAAAIIIIAAAgiEW4CAYoiiBBRDBGR3BBBAAAEEEEAggQRU2UYfnk+bNs0cO3Ys2ZFrMs0DDzxgrfZ79913J5ASQ0UAgVgWmDJlihWaCVTtIH/+/GbAgAHm2WefjeUh0ncfAVU99K2EqEoEwUwiDRbz1ltvNZUqVTKVK1e27nVT4Ea/U7TQBfbt22cFEu1gotsRNdnBM5TIxEk3sfD/XAFvz4qjqiDx+OOPh/9EHDFmBLQowKuvvurXX72fGDp0KNVZYuaRpKMIpI2Aqq1qESTf9q9//cu0bds2bTrBWaJWQNWnPF/Lq4KiKinSEEgPgStXrjhBRYUVT506lWw3FPhSRUXdFFgsUKBAenSbc8apwO7du63Aom9wUe+pw920GJCCioECjDly5Aj36WL2eAopjh071ihg79vy5s1rnn/+edOxY0fDYkox+xDTcQQQQCDhBTSvYP78+VZYUa9Fgm0NGjSwwop6Xcz7uWDV2A4BBBBAAAEEEEAAAQTCIUBAMURFAoohArI7AggggAACCCAQ5wK7du2yqiTOmDHDqFJBck0Vn+6//35rZUMFE/ngPM5/ORgeAnEkoMlZw4cPN5MmTQo4qqefftr07NnTlC1bNo5GnThDuXHjRpLVEM+cORM2CP1+2AFEz0Binjx5wnYODvS/Agq32YFE3Wvib3JNVXM8Q4nFihWDMp0E9LqyQ4cOztn1/2Pr1q1UNkqnxyMaTvvaa6+Zjz76yK8r7dq1M2+99Ra/G9HwINEHBKJQYNOmTdbfdt82bNgw87e//S0Ke0yX0kqgffv21uJadnv33XdNmzZt0ur0nAeBJAVOnDhhVVTUTdUVr127lqyWFrTxDCtmzZoVXQQiIqD304GCi/q3QMG5UDtRtGhRU6ZMGWsREs97fa0FnhKtKVQ/YsQI8/nnnwcc+u233266du1qHn300USjYbwIIIAAAnEmsGrVKuu1sMKKWngo2Fa1alUrrKiFzJo0aRLsbmyHAAIIIIAAAggggAACCKRKgIBiqtj+bycCiiECsjsCCCCAAAIIIBCHApcvX7Ymc82aNcvMnDnTdYT16tWzJsz84Q9/sKpD0RBAAIFYEpgwYYK1Wvn+/fv9uq3V3vv3728eeeSRWBpSwvZV1ShU/dD3pgBquJqCbnYI0bMiov6NCaPhUg58nJMnT3pVSjx//rzrCTVhwQ4mEjB25UqTDVT9Qa8x7aYQicIktMQTOHr0qPU3VpWtfNtLL71kevTokXgojBgBBFIksGXLFmuRJN82ZMgQo5AaLTEF3n//ffPPf/7TGfxzzz1nVeOlIRBNAqoeYwcVFy1a5Nq1kiVLWhUVdf21adOmrtuzAQLhEjh9+rRXxUXPIOOFCxfCdRrnOLquoqCib3DRDjPmzJkz7OeMlgMuWLDAqKLi4sWLA3ZJAcVOnTqZunXrRkuX6QcCCCCAAAKpFti5c6c1B0FhxaT+9gU6uBYevPfee62gohZL1uLJNAQQQAABBBBAAAEEEEAgnAIEFEPUJKAYIiC7I4AAAggggAACcSSwYsUKK5g4depUc+TIkWRHpokxWqlQoURWK4yjXwKGgkACCaxevdqMHDnSmhQYqGl18l69epl8+fIlkEpsDFWry2/bts0riKjvjx07FrYB5MiRwwrd+1ZEVGiVlnYCCiH+9NNPTrVEhRTdWsOGDZ1QYpUqVdw25+dpKKDXl6r+4NmmT59u6tevn4a94FTRIKDK7L1797aqZ3q2AgUKmEGDBpnHHnssGrpJHxBAIAYEfvvtt4DXJN58801rEj8t8QRUmU5VeO12xx13mBkzZiQeBCOOGYGNGzc6YUW9RnJrqiBjhxX1+01DIL0EDh065BVe1OJQCjDqdvPmzYh0q1ChQkkGGEuUKBGRc6b1QSdOnGjGjBkTcCE1hTC6detmOnToYAoWLJjWXeN8CCCAAAIIRETg7Nmz1twEhRV10/fBNC1coLCiqitqvoLCizQEEEAAAQQQQAABBBBAIFQBAoohChJQDBGQ3RFAAAEEEEAAgRgX2LNnjxVK/O6778zatWuTHU2WLFms6gQtW7a0LvQT2onxB5/uI5CgAlevXjXDhw8348aNM+fOnfNTuPPOO03fvn0JX6fz78eJEyeMVtHdtWuXde9ZFVGVfsPV8ufPH7AiooL4tPQRuHLlihNInDt3rjl8+LBrR+rUqeOEEm+77TbX7dkgfQQ+/PBD88Ybbzgnr1mzplGIgJZYAlod/e9//7u5dOmS18Br1aplBg8eTGA1sX4dGC0CYRHQ60QtnHTjxg2v47322mtGi47QEkvg4MGDXtWlsmfPbr2foCEQCwLLli2zXh9rISWFvdxavXr1rAXkdON9kJsWP09LATuo6FlxUV8fOHAgYt3InDmzsSstBqrAmCdPnoidO9wH1gJcunb58ccfBzy0gsp6jfPUU0+F+9QcDwEEEEAAgXQX0LXDefPmGVUa37dvX9D9ueuuu6ywYosWLUz16tWD3o8NEUAAAQQQQAABBBBAAAFPAQKKIf4+EFAMEZDdEUAAAQQQQACBGBRQOEehxFmzZlnBRLemSf/NmjWzQon68JuGAAIIxKqAJvqNHj3aqGJsoPbSSy+ZHj16xOrwYq7fqqbmGUJUGNEOJJ45cyas47n11lutIKJnVUR9rdX3adEh4FkpMZiJB5pk8OCDD1o3BYtp0S+g15OqEGO3V1991Tz//PPR33F6GDYBLQ7w+uuv+x1PE4eGDBli4qXqSdjAOBACCAQtoNCDFlTyXcjilVdeMS+88ELQx2HD+BCoXbu21yIX8+fP53pWfDy0CTUKO6iosKLeO7s1VZK3w4rVqlVz25yfI5AuAlqkRAsm7t6927rZX9v3Fy9ejFi/VK3dM7joGWYsVapUxM4byoFXrlxpRo4caXS9JFDT5zWdO3c2+v9PQwABBBBAIB4Fli9fbr7//nursuLmzZuDHqI+O1B1Rb0+vvvuu4Pejw0RQAABBBBAAAEEEEAAAQKKIf4OEFAMEZDdEUAAAQQQQACBGBJYvXq1mT17tpk2bZrRivLJteLFi1uT+/Qht+5pCCCAQCwLaDKfVh6fOHFiwGEoGNGnTx8qDkTgQdbq+EmFEC9cuBD2M5YvX95UrFjRunkGEmNppfywo0TxARcsWGBVS9QtmMo2elztUGLjxo2jeGR0zVdg1apVpnXr1l7//PPPP5uiRYuClSACCglNmDDBb7TPPfecGTp0aIIoMEwEEIikgIIOmnx4/vx5r9OwCEkk1aPz2G3btrVeX9pN4Y7HH388OjtLrxBwETh79qxTVVGhxWDeR6tyjB1W1HsoGgKxIqDrd0kFGCNZfTFDhgxWeDGpAGO+fPnSlfDLL7+0FlxLqrJqt27dTIcOHYw+06EhgAACCCAQrwK///67UXVFhRVVeTzYpgXRFFa87777TKtWrUymTJmC3ZXtEEAAAQQQQAABBBBAIAEFCCiG+KATUAwRkN0RQAABBBBAAIEoF9i/f79VLVGVEjUxPLmmC/IKIyqoo2CiVhWmIYAAArEu8M0335ixY8earVu3+g1Fz3MvvviiadeuXawPM137r8ljduVD3/srV66EvW+5cuWywod2ENEzkJgxY8awn48Dhldg8eLFTihx27ZtrgdXJQM7lMiiCa5cUbuBwiGffPKJ0z9NBgkUVovaAdCxVAtoknHfvn0DVv2gslmqWdkRAQSSENi7d69Rxd7Tp097bdG/f39rQRJaYgi8/fbb5oMPPnAG26VLl4AVfBNDg1HGk4AWnFNFRd3mzZsX1ND0HsoOKyp8RUMgVgWuXr3qVXXRswKjvvZdoCCc41RA0Q4w+gYZ0+r/lcanv226xnn9+nW/4ZUrV8507dqVa5zhfOA5FgIIIIBA1AqcOnXKfPvtt1ZYUbdgqzDnzp3bCivqpuvThQsXjtox0jEEEEAAAQQQQAABBBBIHwECiiG6E1AMEZDdEUAAAQQQQACBKBS4ceOGFUqcNWuWmTp1qmsPb7/9dmviv0KJNWrUcN2eDRBAAIFYEPj111+NKmVMmTIlYHefeeYZ06tXL1O6dOlYGE669lGTwOwV7AMFEQNNjAq1wwoali1b1miCle4rVKjgBBKLFSsW6uHZP40FtKKxXSkxUFjYtztFihRxQol6jZIlS5Y07jGnC6fAzZs3TdWqVc2ZM2ecw3788cfmoYceCudpOFYUCqxdu9b07NnTaIVzz6b/42+++aZ55JFHorDXdAkBBGJdQBWWmjdvbo4fP+41FAUUFVSkxb+Arod17NjRGWijRo2SfF8Y/xqMMF4F9PpK77F++ukno0Vg3JoWptN7KzusSKU1NzF+HmsC+rvvG1q0r2Xt27cvosMJFFq0/y3c1Rc3bNhgRowYYVWQCtQUSu7cubNp0qRJRMfMwRFAAAEEEIgmgWnTppn58+dbYcVDhw4F3bXGjRtbYUUt3lylSpWg92NDBBBAAAEEEEAAAQQQiF8BAoohPrYEFEMEZHcEEEAAAQQQQCCKBDQBWMFEhRJVOTG5duutt1rVEhVK1OQUGgIIIBBPAuPGjTO6qbqAb1O1vQEDBpg//vGP8TTkkMciK03csidv2V/rPpBjyCc0xmTNmtUJIHqGERVKJDgaDuH0PcbKlSudUOKmTZtcO3PLLbdYk2XtaolazZgWHwIKinfv3t0ZTNGiRc3PP/8cH4NjFEkKzJgxw7zwwgtGIXfPVrt2bTN48GBTr1499BBAAIGICWhCoq53+E5M7NGjh1FVX1p8Cyig0rBhQ2eQefPmNVrAhoZAvAps3rzZCirqtmrVKtdhZs+e3SusSOUYVzI2iHEBLazleb1Lfyc8w4yei+mEe6j6G1SiRAlTsmRJ62Z/bd/rc5rUNAUxRo8ebTZu3Bhw9w4dOlhhfV1voyGAAAIIIJBIAkuWLDFz5swxixYtStH7wJo1a1phxWbNmnm9n0wkO8aKAAIIIIAAAggggAACxhBQDPG3gIBiiIDsjgACCCCAAAIIpLOAQiMKJX733XdmxYoVyfYmQ4YMVihRqwBqol6hQoXSufecHgEEEAivwPLly63JOZqUF6gpKKFKTnny5AnviWPgaKdPn3YCiIFCiL4BknANSRMfFTj0vNlhRCo2hEs5eo6jxRLsSom//PKLa8dy5szpTIxVMLFAgQKu+7BB7Am0adPGWsHabs8//7x59dVXY28g9DhogbFjx1oVEn1bq1atzNChQ41CqjQEEEAg0gJHjhyxqvX6Vk0KwWCtAAAgAElEQVTq1q2b+cc//hHp03P8dBaoXr26OXnypNMLTVItX758OveK0yMQeYF169Y5YcX169e7nlDXRzwrK2rhGBoCiSagvxfJBRgj6aHqpkmFF+1AY7Zs2QJ24caNG+b99983ev91/vx5v2103U3vv9u3b28yZswYyWFwbAQQQAABBKJSQAvVaBE1VVYMZiEPexClSpWywoqaV6HrmTQEEEAAAQQQQAABBBBIHAECiiE+1gQUQwRkdwQQQAABBBBAIJ0EFEqcNWuWVS1RH0Qn12rVqmVVJNIFdH1NQwABBOJN4OLFi2b48OFm/Pjx5sKFC37Dq1+/vunXr5+555574m3ozngCrQbvWRFRAcVItUAhRDuQWKxYsUidluNGiYCCiHYoUQFFt5YlSxanUqJen6S2WoDbefh5dAjs2rXL3HXXXV6d+fHHH41WpKbFp4Aqk33yySd+g+vUqVPA0GJ8KjAqBBCIFoHjx4+bhx9+2OjvkWfr3LmzeeONN6Klm/QjAgJPPvmkVTHDbuPGjTOtW7eOwJk4JALRK6DF7OzKilu3bnXtqBaM8Qwr5sqVy3UfNkAgEQR8Ky7a3+s+ktfbbNuCBQsaXV9L6qbroromOnny5IAPR+PGjY1e+zRv3jwRHi7GiAACCCCAQEABXR/49ttvrbCibleuXAlKStWQFVZs2rSpNdcif/78Qe3HRggggAACCCCAAAIIIBCbAgQUQ3zcCCiGCMjuCCCAAAIIIIBAGgooADB79mwzbdo0a0Xf5FqRIkWsVf1atmxpVUykIYAAAvEqoMD2mDFjzOrVq/2GqMqx/+///T/TvXv3uBj+0aNHjSY/eQYP7RXe9+/fH9ExqqpC6dKlTZkyZfwqIhJCjCh9VB5848aNTigx2JWHFUbUTRNetQIxLTEE3nvvPfOvf/3LGeydd95pVf6mxZ/AoUOHTJ8+fbyqZdqjfP31102XLl3ib9CMCAEEYkJAVZEeeeQRs23bNq/+qprQkCFDYmIMdDLlAoMGDbLeJ9rt73//u/XekIZAogpoErYdVty5c6crgypee4YVs2bN6roPGyCQiAIKKHoGFu3rdva/pZVJ7ty5jQIU586dM2fOnAl42rZt25qOHTuaKlWqpFW3OA8CCCCAAAJRKzBlyhQzb948K6x47NixoPuphVAVWPzDH/5gKlSoEPR+bIgAAggggAACCCCAAAKxIUBAMcTHiYBiiIDsjgACCCCAAAIIRFjgyJEjRuEbTeReunSp69kUSmzWrJl1UVwTSWgIIIBAvAocOHDAjBgxwnz66acBh6iAdt++fWOqStfly5cDTmqyQ4haET1SLVu2bFZoTCFE3Xy/ZlXYSMnHznG3bNlihRL1of2yZcuC6rg+rLcntfJhfVBkcbfR3XffbbZv3+6M66233jLPPvts3I0z0QekRQJ69OhhfCe7K8D+5ptvWtXLaAgggEB6Cmii/qOPPmr0esaztWvXzrz99tvp2TXOHSGBqVOnmm7dujlHV7WLL7/8MkJn47AIxI7AzZs3naCiAou6tuLWSpYs6RVW1GJQNAQQCE5AC7nYt4MHDzpfe/57UoHC4M6Qsq0yZcpk9H+6Tp061rW/4sWLW5UZda+bqjXSEEAAAQQQSDQBhRTnzJljhRU9r2W7Odx2221WWFFVirUwHw0BBBBAAAEEEEAAAQRiX4CAYoiPIQHFEAHZHQEEEEAAAQQQiJDADz/8YGbNmmW+/fZbc+3atWTPUqNGDasikUKJtWvXjlCPOCwCCCAQPQJffPGF+fDDD/2qoKiHmkgzcOBAo1XBo7HZVRB9V1fX95qcFMkWKHhoBxIJtUdSPnaPrUpDCiXqtnjx4qAG0rBhQ6dSYtWqVYPah43iU0ATOp566ilncBkzZjRbt241qshKix+B6dOnWwGQGzdueA3qjjvuMKpexfuT+HmsGQkCsS6gikKPPfaY2bBhg9dQ2rRpY959991YHx799xHQ61hNFLVboUKF/B570BBIdAEtkmRXVdR9MJVjypUr54QVmzRpkuiEjB+BsAhcuHDBuiYYKMCof9u3b585fPhwWM7ldhBVS7XDip7BRUKMbnL8HAEEEEAgXgQ2b95sLRy9aNEis3bt2qCHVaZMGes9qBZsVGCRhgACCCCAAAIIIIAAArEpQEAxxMeNgGKIgOyOAAIIIIAAAgiEUUCT5FQtUau879q1K9kja2KVqiWqQpiCiTQEEEAgEQQ2bdpkRo0aZaZNmxZwuJpc3Lt3b2sl8PRqCpUHCh/a/6ZJR5FqBQoUMPoQ1A4d2l/b95E6L8eNL4EdO3Y4ocSFCxcGNbi6detaH7zrVqtWraD2YaP4F+jZs6f55ptvnIE+/vjjZuTIkfE/8AQa4ejRo83gwYP9Rty6dWszZMgQo/csNAQQQCCaBPRa/IknnvCbZPjkk0+a4cOHR1NX6UsYBCpWrGjOnz/vHGnVqlXp+l4xDEPiEAhETEAV3DzDimfPnnU9V+XKlZ2wYqNGjVy3ZwMEEEi9wNWrV83evXutsGJSN1VITYvmGWLUgme63XrrrV73+recOXOmRXc4BwIIIIAAAhETOHLkiJkyZYpVWVE33wXakjrxLbfcYoUV77vvPtOqVSuTN2/eiPWRAyOAAAIIIIAAAggggEB4BQgohuhJQDFEQHZHAAEEEEAAAQRCFNDK1AolaiW+YCoTNW3a1DRr1swKJWrVWhoCCCCQKAIKQXz00UdGHwj6tkqVKpkXX3zRPPTQQ2nCoQlBnjdNDNL3CiHu378/Yn3QBCCFD32Dh/a/5c6dO2Ln5sDxLaDfXbtS4rx584IarIKICiSqinO9evWC2oeNEkdAYQBV0PSsBK7qt5qUQYsPgQEDBpjPPvvMbzBdu3Y1r732WnwMklEggEBcCqhimAKJK1eu9BqfqivqPQctfgQeffRRs2LFCmdA//M//2Mt9EVDAIHkBY4ePWqFFfUeUfd63nRrNWrUcN4f3nnnnW6b83MEEIiAgK5J2tcofUOMuu7j+f48Aqf3O6TCGL4BxkBhxmzZsqVFdzgHAggggAACIQloIYBJkyYZfX6isOLJkyeDOl6GDBmssKKqjyusqM/3aAgggAACCCCAAAIIIBC9AgQUQ3xsCCiGCMjuCCCAAAIIIIBAKgU0uWPWrFnm22+/NVeuXEn2KNWqVbOqJeqitSoU0RBAAIFEElB4e8yYMWb+/PkBh929e3fTq1cvkytXrrCxJBVAtP89bCcKcCBN1NEHlL4hRH2v1chpCIRLQBPX7FCi7q9fv+56aAXOFEhUMLFhw4au27NB4goouKYAm93Kli1rli1blrggcTTyAwcOWNWKNRHHs2XKlMm8/vrrpmPHjnE0WoaCAALxKqAqRE8//bRZunSp1xBVAXbcuHHxOuyEG9c//vEP8/HHHzvj7tu3r+nXr1/COTBgBEIR0PtGz8qKwRyrdu3azvtGfU1DAIHoEPj999/Ne++9Z6ZOnRqwQxkzZgy6MlQ4R6QqU3YFRjvAqO99bwp40BBAAAEEEIgWAX1mqUWodY1UCwEE2/T6WIFFLZ5Tp06dYHdjOwQQQAABBBBAAAEEEEgjAQKKIUITUAwRkN0RQAABBBBAAIEUCGzevNnMnj3b+gB4x44dye5ZoEABK5TYokULK5ioD4dpCCCAQCIJnD171owYMcKMHz8+4Gr9DRo0MP379zeNGzdOMUt6BhBVBdEOIAa6z549e4rHww4IBCtw6NAhr1Ci2yIJOm758uWdShj64JyGQDACf/rTn8zy5cudTQkEBKMW/duo2tjf//53s2fPHq/OlipVyrz55ptUpYr+h5AeIoCAh8CNGzdMmzZtzMKFC71cdA1mwoQJWMWBwNdff20tZmO35s2bm08//TQORsYQEEgfAV3PtsOKixYtCqoTqqZoL3KjKos0BBBIf4FVq1ZZ11z1/zlQa9q0qVXlKXfu3EYL1Bw8eNC62V+fO3cuXQaRXHjRDjMq7EhDAAEEEEAgrQU2bNhgvvvuOyusuH79+qBPX65cOSus2KxZM+s1Mw0BBBBAAAEEEEAAAQTSX4CAYoiPAQHFEAHZHQEEEEAAAQQQcBE4efKktXre9OnT/aqMBNpVF6FVlegPf/iDKVmyJL4IIIBAQgrMmDHDfPjhh2bt2rV+41dg++WXXzbdunVL0kaTZhRCVIAi0H2kUQsVKpRkCLFYsWKRPj3HR8BL4OjRo16hxIsXL7oKKWxkTyLlg3FXLjbwEdCiHL6/N0uWLLHCrrTYFdAiK4H+9mrBgMGDB5uaNWvG7uDoOQIIJLRA27ZtrddKno0gW3z8SmzatMm6xma34sWLmzVr1sTH4BgFAukssGXLFuu5UwGnFStWBNWbRo0aOe8zK1euHNQ+bIQAApET+Oqrr8zo0aONKiv6Ni2w9vzzz5v27dubIkWKeP1Yi8rZYcXDhw8bLYalm/21fa/FINK6aeE3hRV1/TVQFUb73zQ+GgIIIIAAApEQ0OeTkydPtuaFLF68OOhTaPFqzRPRdXUtnJQzZ86g92VDBBBAAAEEEEAAAQQQCJ8AAcUQLQkohgjI7ggggAACCCCAQBIC8+fPNzNnzrSqJboFAapUqWJVS1QoUatK0xBAAIFEFVCgcNSoUeazzz4LSKDnyX79+lkTY5ILIF69ejWihHnz5jUKcPneSpcubQUTc+XKFdHzc3AE3AROnDhh5s2b5wQTNXnMrWklek3gtoOJWbJkcduFnyMQUEBhNU1ytJsqL2jiIy12BUaOHGmGDh3qNwBVyhwyZIjJnz9/7A6OniOAAALGmGeffdZ8//33Xha6TvOf//wHnxgX0Hs0z/eHv/zyi1/QIsaHSPcRSHcB/b+yKyv+/PPPQfVH7xHs956qHENDAIH0EdBnV++//74ZM2aMuX79ul8n9NlVly5dzDPPPJPiDh45csQJLQYKMOrfjh07luLjhmOHggULOkFGO8yoe8+v8+XLF45TcQwEEEAAgQQWuHbtmpk0aZL1OY0Ci8F8TiOuTJkyWWFFVTVWWJFFrRP4l4ihI4AAAggggAACCKS5AAHFEMkJKIYIyO4IIIAAAggggICHwNatW61qiQolbtu2LVmbW265xQoltmjRwgomEgLgVwkBBBJd4N///rf56KOPzPbt2/0ocuTIYTRhTRNlFEy8cOFCRLmSCiDagUT9nIZAtAnow227goXuT5065dpFrcrrWSmRcK0rGRsEIVC3bl2jlaLtNnz4cPPkk08GsSebRJvAzZs3rYUBvvjiC7+ude/e3apoTEMAAQTiRaBjx45m1qxZXsPRhEA9B2pyIC02BTSZc926dU7nFTrV9TgaAghERmDlypVOWFFVFt1ahgwZrPek9vtSJl+7ifFzBCIjsHHjRqP37lp0M1Br2bKl0Wulxo0bh7UDutbrW4HR/t7zPthARzg7p8pVdjXGpEKM+jkNAQQQQACBYAW0qIfmkiisuG/fvmB3M7rerusTen9bq1atoPdjQwQQQAABBBBAAAEEEEi5AAHFlJt57UFAMURAdkcAAQQQQACBhBc4ffq0dSH5u+++M6qa6NbuvvtuqzqRQolaxZ2GAAIIJKKAqrvpwzeFDe3Jazt27EgzCgKIaUbNiSIscOnSJa9Q4tGjR13PmDt3bq9KiVo0gYZAuATmzJljnnvuOedwCr3++uuvBDvCBZyGx9Hf6V69epklS5Z4nTVr1qzm9ddf93qc07BbnAoBBBCIqMDzzz9vpk2b5nWORo0amS+//NLo+Y8WewIvvvii0WI4dnvppZdMjx49Ym8g9BiBGBRYvHixE1YMtBiV75D0POsZVixatGgMjpouIxDbAvqca+TIkUaBxUCta9eupkOHDmleyen8+fNOkDFQgNH+N1WqSsumkHVyIUY9j+mma3E0BBBAAAEEPAVUeXz69OlWWHHz5s1B41SoUMEKK2oRbFUlpyGAAAIIIIAAAggggEB4BQgohuhJQDFEQHZHAAEEEEAAgYQV0MVirSb77bffGn04mlyrVKmStTq7Vplt2LBhwpoxcAQQSByBI0eOOAFEBRzsMKJ9H+kKiFrhWtUOFQQPdJ8vX77EeTAYadwJ3Lhxw5rkaVdLPHDggOsYs2XL5lUpsUiRIq77sAECqRHo3LmzmTFjhrNru3btzNtvv52aQ7FPOgosX77cqELi/v37vXpRtmxZ8+abb5pmzZqlY+84NQIIIBBZgb///e9m8uTJXiepX7+++eqrr4wqu9NiS+Czzz4zAwYMcDr98MMPm/Hjx8fWIOgtAnEgYL9/1XvZYKrFaKETz7BigQIF4kCBISAQOwLvv/++GT16dMDPvvS+sEuXLubZZ5+NugEdO3bMHDx4MNkwoxbOS+um5zQ7rKh7XZfz/N7+Wovq0RBAAAEEEk9Ar491HULzT5YtWxY0QKFChaywohbHVnVFfQ5EQwABBBBAAAEEEEAAgdAECCiG5mcIKIYIyO4IIIAAAgggkFAC27Zts6olKpSoSjDJNX2QqFBi8+bNrWqJ2bNnTygrBosAAvEtoEBUoOCh/W+XL1+OKECWLFmSDSDqQzkaAvEmoErN9qTO3bt3uw5Pq7jrg2lN6tR9iRIlXPdhAwRCEVAFz9tuu83rEKpC1aBBg1AOy75pLDBlyhQrnOjbGjdubAYNGmSqVauWxj3idAgggEDaC/Tu3dsKJHq2unXrmq+//poKOGn/cIR0xnXr1lkTNe2mUEVKJnyGdHJ2RgABP4ErV644VRX1/lYLXLm1W265xbrOrtt9991nCCu6ifFzBMIjoMqnH3zwgd/CDfbR9f+xU6dO1v/LWGp6HvIMMdpf+95fvXo1zYelxTCCCTLqeZGGAAIIIBCfAvp8ddKkSdZr5kWLFplgF3xVNfJ77rnHes2s98Cq8EtDAAEEEEAAAQQQQACBlAsQUEy5mdceBBRDBGR3BBBAAAEEEIh7gXPnzlmhxOnTp1uhALfWqFEjKwigUGK5cuXcNufnCCCAQFQKKGi4Z8+eJKsgXr9+PeL9Tq4CYrFixSJ+fk6AQDQILFmyxKmWqIUSgmmaGGZXmtAEbBoCaSUwbtw48/rrrzunq169elCvn9Oqf5zHXUBVMv75z3/6bfjEE0+YIUOGmDx58rgfhC0QQACBOBFQ1T1V3/NsCuIrpMik8Nh5kBUuKF26tFeHt2zZwmMYOw8hPY1jAV1318Rr+3b69GnX0ebLl88JKmrydcGCBV33YQMEEAhN4McffzQjRowwq1evDnig9u3bG90qVKgQ2omibO/jx487QUbf8OKhQ4esn506dSpdeq0KWXaQ0bMao8IongHH/Pnzp0v/OCkCCCCAQPgEvv/+ezN79myruqL+/gTb7rjjDtOkSRMrrKjr9DQEEEAAAQQQQAABBBAIToCAYnBOSW5FQDFEQHZHAAEEEEAAgbgVWLx4sZk5c6ZVLfHs2bPJjlMfvGpCRMuWLY0CijQEEEAg2gVOnDhhBRCTuqVFANHTKGPGjKZ169amXbt2VmXEkiVLRjsh/UMgYgIrV650QombN28O6jz6oFmhRL0eibcJYUEBsFFUCLRo0cKsX7/e6csrr7xiXnjhhajoG51IXuDGjRumT58+VujGt/Xs2dMMHDgQQgQQQCAhBV566SXzySefeI1dE/u++eYbQjEx9BuhauKbNm1yeqxqFHfffXcMjYCuIhD/AgoCeYYVL1265DrovHnzWpXb7MqKhQsXdt2HDRBAIPUCH374oRk1apTR/1ffpsXkunTpYjp06GAyZ86c+pPE2J56rkoqvKgQyeHDh62bqjamR/MMMiq46Blg9Pxa4W8aAggggED0C6xZs8ZaVFthxV9//TXoDleuXNmqrqgFths3bhz0fmyIAAIIIIAAAggggEAiChBQDPFRJ6AYIiC7I4AAAggggEBcCWzfvt2qljh16lTjFgjInTu3FQRo1qyZdTE3Z86ccWXBYBBAILYFNDkiuQCiW/A61NFnz57dChnqpuoiO3fuNL/88kvAwz700EOmX79+pmrVqqGelv0RiFmBdevWWZXmNCEzqf8rvoPTB8qaiKnXI5UqVYrZsdPx+BDQ5IiHH37YazD6vdaEN1p0C+j1gkKIy5cv9+qo3t+oIuZf//rX6B4AvUMAAQQiLKDA/YQJE7zOosl9CrmpYg0t+gV69+5tvvrqK6ejr732munatWv0d5weIpCgAgcOHHAW7dF7ZC2m4dZ0rd4OK+p9Ms/PbmL8HIHUCej/5/vvv28+//zzgAfQAp6dOnWyFvOk/Z/AyZMnraCiZ2jRDi963qdXkFHX8n2rLwb6Pk+ePDysCCCAAAJRIrB7924zefJks3DhQrNq1aqge6XAuj5bat68uVVdMVOmTEHvy4YIIIAAAggggAACCCSCAAHFEB9lAoohArI7AggggAACCMS8wMWLF83s2bPNd999Z3744QfX8TRs2NAKA+iCLRWKXLnYAAEEIiiwb9++JEOImtgQyZYrVy6n0qFd8VBhRPtre9X6iRMnmvHjx5tdu3b5dUfbvPzyy+app56KZFc5NgJRK7Bx40YnlLh69eqg+qnVbe1QYpUqVYLah40QSAsBPZ/rOd9uWsDD8/u06APnSLnAsmXLTLdu3axJkp6tYsWK5o033rCeb2gIIIAAAsa8+uqr1vsaz1a+fHlrMqAqBtGiW0ABUwVN7fbYY4+Z0aNHR3en6R0CCFgCup40b948M3/+fOt2/fp1VxkttGFXVdQ9i6a4krEBAikWWLx4sRk+fLjRfaD2l7/8xaqmWK1atRQfO5F3iPYgo55ffSsxBvpeoXEaAggggEDaCVy4cMFaREmLe6i6YrCBdwXUFVbUIpia+0JF8rR7zDgTAggggAACCCCAQPQKEFAM8bEhoBgiILsjgAACCCCAQMwKaDLuzJkzzbfffmtOnTqV7DjKlStnTWpo0aKFdZGWhgACCKSFwIkTJ5KtghjMpKzU9lNVD+0KiJ7BQzuAmD9//mQPvXbtWjNmzBgza9asgNupGlPfvn2tCQ00BBJJ4LfffnMqQSxdujSood91111OKJGJXUGRsVE6COh30/M1tUIcvhUV06FbnDIZAU1a6dGjh98W9957rxk0aJBRdTAaAggggMD/Caiq7Lhx47xISpcubaZMmWK9d6JFr8CKFSvMo48+6nRQf+NUZYKGAAKxJbB3714nqKiw4uXLl10HkCNHDqeyoiosFi9e3HUfNkAAgeAFPv30UzNq1CijhfR8W8GCBU2XLl1M+/btjRa7o4VPINqDjAooKhyuhTx0n9TX4RPhSAgggAACngJanFufzyqseOzYsaBxGjRoYJo2bWqFFbk2HDQbGyKAAAIIIIAAAgjEmQABxRAfUAKKIQKyOwIIIIAAAgjElIBWXP7vf/9rhRJVtSi5ppVAtVrcgw8+aFQBJk+ePDE1VjqLAALRL6AVLffs2WPdNMnK/tq+P3fuXMQGUaRIEa8AomcYUV+n9jlPockRI0ZY1UU0UcK3Va1a1QwcONAKfNMQSBSBnTt3OpUSg50IXb9+fet1iG41atRIFCrGGaMCem39wgsvOL3XSsvr16+P0dEkRrffeecd8+677/oN9umnnzZDhgwxei9EQwABBBDwF1CAWwuxeLYSJUpYIcUyZcpAFqUC58+fN6oO7Nm2b9/O37sofbzoFgLBCBw8eNArrKj/524tW7ZsXpUV9fxNQwCB0AW0WNF7773nV23aPvIdd9xhOnbsaB555JHQT8YRUiQQ7UHGYEKMVGNM0UPOxggggICfwMqVK820adOssKLeBwfb9HmuFu5WWLFhw4bB7sZ2CCCAAAIIIIAAAgjEvAABxRAfQgKKIQKyOwIIIIAAAghEvYBWUlYocfr06WbOnDmu/VUgQNUSFUpkZThXLjZAAIFkBG7evJlsBcSUrFqZUmjfwKHv95qUFe42d+5c8+GHH5rFixcHPHTPnj1N7969TSTOHe6xcDwEQhXQyvH6P/HTTz9Z93o+cGuasGWHEmvVquW2OT9HIGoE2rZta/2e200VElRlihZ9AteuXbP+Fk+ePNmvc6ps3K9fv+jrND1CAAEEokxAQW5VCvJsqgyvwH758uWjrLd0xxZQheBt27Y5ILpOqGuANAQQiH2Bo0ePeoUVT58+7TqoLFmyWJ8B6KbKiqVKlXLdhw0QQCB5gTVr1pgPPvjAuhYWqD3++OOmQ4cOpnbt2lBGmUA0Bxmpxhhlvyx0BwEEYlpgx44d1nVhLaS5du3aoMeiirgKK7Zs2dKaQ0NDAAEEEEAAAQQQQCCeBQgohvjoElAMEZDdEUAAAQQQQCBqBVasWGFmzpxpTRA7ceJEsv3UKveajKCKXk2aNInaMdExBBCIPoEjR44kGUJUVcRItKxZsyZb/VBhxAwZMkTi1AGPqaClJuiqauKNGzf8tmnUqJF58cUXmfyZZo8IJ0ovAT0f2IFE3V+5csW1K3Xr1rVCiXodwgQtVy42iEIBVf1t0KCBV89++OEHQ8g2+h4sVZPv0aOHWbVqlVfnVDVZgdI2bdpEX6fpEQIIIBClAsOGDTPDhw/36l3BggXN1KlTTaVKlaK014ndLVV71jVCuylo2r59+8RGYfQIxKGAQjbz5893bsePH3cdZebMma2Qoh1WpCKuKxkbIJCswDfffGNGjhxpfv/9d7/tFDbTokYKKubPnx/JGBOI5iBjctUY9TPddP2DhgACCCDwvwJnz541kyZNMj/++KNVXTHQ57uBrHLmzGm0ANCDDz5oVVfk7zm/UQgggAACCCCAAALxJkBAMcRHlIBiiIDsjgACCCCAAAJRJaAJ0qqWqAlH69evT7Zv2bNntwIBuniqld7y5csXVWOhMwggEB0CCjgraKibnmN871WlNRKtcOHCpmzZsl43TZBS+FDVOaKlaaXNjz76yGzYsMGvS1qN/pVXXj2B7H8AACAASURBVDGdO3eOlu7SDwTCLqCJOZ6hxPPnz7ueQ0FEO5SogCINgVgWUHWEt99+2xmCKoHOmDEjlocUl31fsmSJef75542qy3i2KlWqmDfffNOaVEJDAAEEEEiZwD//+U/z/vvve+2ka0vTpk0zVatWTdnB2DriAmPHjrX+5tntmWeeMe+9917Ez8sJEEAg/QQ06dozrHj48GHXzmTMmNEJKiqwqGtzNAQQSLmArpnr7+zo0aPN9evX/Q6gRY06depknnjiiZQfnD2iXkCfqRw8eNAcOnQoyXtdU03rZldjtAOLqghmf+35b2m5+GNaG3A+BBBAICkBXdOfNWuWFVZMyXP0XXfdZS32obBihQoVAEYAAQQQQAABBBBAIOYFCCiG+BASUAwRkN0RQAABBBBAIN0Frl27ZmbPnm2mT59u3bs1TZrW5AKFEpkw5qbFzxGIfwFNVkoqfKh/P3fuXMQQSpQo4QQQy5Ur5xVGzJUrV8TOG44Db9u2zYwZM8Z89dVXAQ/38MMPm/79+5vKlSuH43QcA4GoEtDzwty5c51gYjAf1t52221OKFGvRWgIxIvAPffc41UVYejQoea5556Ll+HFxTi+/vpr06tXL7+x6D3RoEGDTPny5eNinAwCAQQQSA+Bd955x7z77rtep9Z7OYUUa9asmR5d4pxJCCxatMg8+eSTzk/1+KhSBA0BBBJD4OLFi15hxf3797sOXAEVz8qKvG52JWMDBPwENm/ebC3oMHPmzIA6rVu3tioaN2jQAL0EE7h06VKyAUY74Bgo4BppKi0Q6Rlc9A0y6vu8efNGuhscHwEEEEg3gWXLlpmpU6daYcXdu3cH3Y/q1aubJk2aWGFFPgcLmo0NEUAAAQQQQAABBKJMgIBiiA8IAcUQAdkdAQQQQAABBNJNYPXq1VZ1Fl0c9a0E4tupUqVKWaHE5s2bW/c0BBBIHAF90B2o8qEdSjx16lTEMLTqum8VRM/vVWEwFtvHH39sxo8fb7n6Nn14//LLL7P6dSw+sPQ5WQGt/O4ZSjxy5IirmCY963WHqiXWr1/fdXs2QCDWBHwn+qv/W7dupTJ5FD2Qqm6pKpe+rW3btmbw4MEmW7ZsUdRbuoIAAgjEpoAm3auaomfT86sW0rr99ttjc1Bx2GstKqLJkp5N1wUyZ84ch6NlSAggkJzA1atXvcKKwU66VljRDixSHYbfMQRSJqDP8kaMGGE2btzot6OukXfp0sV06NDBCoXREPAU0DXY5CoxKsioRSjTuuXMmTPJEKMCjLoVL148rbvF+RBAAIGwC2jB2smTJ5sFCxaY9evXB318LdJ77733mpYtW1pzdGgIIIAAAggggAACCMSKAAHFEB8pAoohArI7AggggAACCKSpgFY2VpVEhRLXrVuX7LmzZs1qBQJ0U7XEAgUKpGlfORkCCKSdgKqZ7dixw+u2c+dOqzKiW4A51F5mz549YAhRFRFLly4d6uGjav+VK1easWPHmjlz5gTsV7t27Uy/fv1M4cKFo6rfdAaB1ArcvHnTqZL4008/mWAqLGjSsx1KbNiwYWpPzX4IxIRA7969vSrpPvbYY2b06NEx0fd47+SVK1esqol63+TbBgwYYPTY0RBAAAEEwicwfPhwM2zYMK8DZsqUyXz33Xembt264TsRRwpJQK/PPYNI//3vf03t2rVDOiY7I4BAbAvoff/8+fOd2/bt24MakCrD2GHFSpUqBbUPGyGAgLEW0Bk1apQ5f/68H0flypVNp06djBbUoSGQEgH9PtkVF33vFW60A44pOWa4tlVI0Q4rJvV1uM7FcRBAAIFIC2jR30mTJpkff/zRaPHCYFvu3LmtsKKCiqqumCdPnmB3ZTsEEEAAAQQQQAABBNJcgIBiiOQEFEMEZHcEEEAAAQQQiLjAjRs3jCYMaeV5rbLq1jTxS8EArcZWo0YNt835OQIIxIjAtWvX/EKICiVq4lAwlcxSO0xNKlUVVoUNPe/tr4sUKZLaQ8fMfqocN3LkSKtq4pkzZ/z6Xa1aNfPSSy+ZZv8fe+8BLUWxfm8XOeccJOcMguTgIhy4XIJkySiCkhRQokgyBwSUeEFRBAUuAoeMwJ+MCJIzApIzSM7wrV336/nN9PSZrpnuyftdq9cczlR8ZjjTU1X73XXrhs2cOFASiIuAdjhx7dq10jHx77//NoVVpEgRhyixSpUqpuVZgAQigcD9+/cF3vsQwmkxa9YsupWHwIuL+6NevXq5JXRJly6dGDFihGjVqlUIjJJDIAESIIHII4DD9h999JHbxCBSrFChQuRNOAxnBNHDkiVLHCP/4osvKIIIw9eRQyYBfxLYsGGDFCvCIQbu8CpRvXp1+T0IgsXChQurVGEZEohqAkgsCAdqCByMIiYmRrop4v8WgwTsJKCJFZ1Fi/rfGe1/2DkGo7YoYvQ3YbZPAiTgLwILFy6U37FxD+2Nm23VqlVlknGIFXPnzu2v4bFdEiABEiABEiABEiABEvCJAAWKPmH7v0oUKFoEyOokQAIkQAIkQAJ+I7Bz5065oPnrr7+KS5cueewnR44cchET4pg6der4bUxsmARIwP8E4Gagd0PEv0+fPu23znPmzBmnCBF/X6I5Vq5cKaZMmSK2bt1qiAHuTP369ROJEiWKZkyce5gTQDIECBJxCBGPKqJEZHXXnBKrVasW5gQ4fBLwngDEiHDN1QIHCX7//XfvG2INWwkgc/Wbb74prl+/7tIuEreMHDlS4PAHgwRIgARIwH8EJk6cKEaPHu3WARxt6a7tP+6qLeudLjt16uTmfKnaFsuRAAlEPoEtW7Y4xIr79+9XmjDWBzRnRSR0YZAACcRNYPXq1QKfzTt27DAs1K1bN/Haa69RuMA3UUAJwI3RWbSoOTLqf4f15EAGRYyBpM2+SIAEfCGwadMmgbUPiBXPnj2r3ESJEiVErVq1pFixbNmyyvVYkARIgARIgARIgARIgAT8RYACRYtkKVC0CJDVSYAESIAESIAEbCWADZ5ly5ZJUeKff/7psW2IYSAMwIUFy4wZM9o6FjZGAiTgPwLnzp0TcQkRnz59anvHWbJkidMBEU6I8ePHt73PcG8Qf48nTJggpk2bZjgVCBwGDRokypcvH+5T5fijlAD+1jiLEvE3ySzy588vEyLgqlGjhllxPk8CEU2gWbNmLuL1vn37igEDBkT0nEN9crNnzxb9+/d3GyaSuEAsw2zUof4KcnwkQAKRQmDy5MlSFK6P//73vxSKB/lFhkN6+/btHaMoV66cWLp0aZBHxe5JgATCgcAff/zhECvu3r1bachVqlRxOCsWK1ZMqQ4LkUA0Epg6dar45ptvxNWrV92mj++xcECGoyKDBEKJwOXLlx1CRr2IEf8+f/68V25idswtW7ZswlnI6Pxv7WfuhdlBmm2QAAmYEYATOdZAkBT04MGDZsUdz2PPHntvOPuDM0AMEiABEiABEiABEiABEggGAQoULVKnQNEiQFYnARIgARIgARKwhcCKFSvEwoULxaJFi0zbK1OmjFyQjImJEaVKlTItzwIkQAKBJ/DgwQPpQAbBj9H1+PFjWweVJEkSkSdPHnnh0IL2mCtXLilMTJw4sa39RXpjv/zyi/jPf/5juGkElu+//748GMIggXAj8OTJExdRoooza968eR2iRGRxZZAACQiBAwZwBXEOOPcVKFCAeIJE4OOPP5YHOvXRuXNn8eGHH4oECRIEaWTslgRIgASikwC+T33wwQduk58zZw4TXQTxLXHp0iWBdUUt8P1WJVFJEIfMrkmABEKQwM6dO8W6devkgeu4nN/0w4aLrpZsEe7mDBIgAVcCSJb39ddfix9//NEQDdbkIFKsU6cO0ZFA2BC4ffu2FCpqgkXnn4MlYkQyT72IUS9sTJgwYdgw5kBJgARCn8C1a9fEvHnzxKpVq1wSHpqNPHXq1HL9BGeCIFhMnjy5WRU+TwIkQAIkQAIkQAIkQAK2EKBA0SJGChQtAmR1EiABEiABEiABnwns2bNHLF68WLolYiPGU2BzBG5F2HzEIiSDBEgg+ASuXLkSpwgRh/7sjnTp0rkJEDVRYtasWe3uLirbO3TokJg0aZLcKDKKRo0aSXcsClCi8u0RtpOGINrZKfHMmTOmc8mXL5/D5YBZWk1xsUAUEtCL4apXry7mzp0bhSSCP2UkhXj77bdFbGys22CGDBkievfuHfxBcgQkQAIkEKUEpk+fLpO76AOOt3qhf5QiCsq04ZrovA4JV0U6mwXlpWCnJBARBPbu3esQK/7+++9Kc6pYsaL8HMB6Q8mSJZXqsBAJRAuBzZs3i7Fjx4pNmzYZTrlTp05SqFiwYMFoQcJ5RjiBUBQxZsqUySFijMuVkUlBI/yNyemRgB8JzJ8/X54RQsLDe/fuKfeEPQicFWrYsKHIkSOHcj0WJAESIAESIAESIAESIAFvCVCg6C0xXXkKFC0CZHUSIAESIAESIAGvCFy+fFksW7ZMihK3b9/usS5cPrSswg0aNBDI6sggARIILAG4IJ44ccLQBdGbTQPVUWNDQXNA1LshpkmTRrUZlvOBwJQpU6Rr4rlz59xqQwCKg7XNmzf3oWVWIYHAE3j06JGLKPHs2bOmg8ifP79DlMgD46a4WCDKCZQvX97l8wKHB1u3bh3lVAI//ePHj4sePXoIHIp2jowZM4oRI0bwczvwLwl7JAESIAE3AjNmzBCDBw92+/3MmTPpABSk9wuEDXBu0GLcuHGiVatWQRoNuyUBEogkAgcPHnSIFeMSV+nnW6FCBcdaROnSpSMJB+dCApYI4F5p/PjxwmhND2vV3bp1E6+99ppIkiSJpX5YmQTCgUAoihix9pQzZ04pEtJf+D2eZ5AACZCAGYH169fLc0MbNmwQcFNWjVKlSsl7aDgrMuGHKjWWIwESIAESIAESIAESUCVAgaIqqTjKUaBoESCrkwAJkAAJkAAJKBHAwZ9FixbJBUaz0BYU4ZRYpkwZs+J8ngRIwCIBCNIgQjx58qR8dL6eP39usXX36rly5RJwJ8OVN29e6YqoiRETJUpke39s0DOBLVu2CIgTnQ9oOtfA4c333ntPZMiQgShJIKQJPHz40EWUaCS21U8AbqDYxIQgsVatWiE9Pw6OBEKFAD4v8NmgRfLkycXhw4cFP8MD+wrh8Eb37t3FzZs3XTrGoWaIEytVqhTYAbE3EiABEiCBOAn8+OOPYuDAgW7Pf//996J+/fokF2ACX3zxhRgzZoyj1zfeeEOMGjUqwKNgdyRAApFO4NixY+L//b//J69169YpTReJYDRnRe6LKCFjoQgngO+7X3/9tVy7NorKlStLN0U4KTFIINoJQMQIl3Dn6/z58y7/vnHjRsAwQTxsJFx0/h0FxgF7OdgRCYQFgQMHDoj//ve/8v75yJEjymNG4uOaNWtKsSIeGSRAAiRAAiRAAiRAAiRglQAFihYJUqBoESCrkwAJkAAJkAAJxElg3759YsmSJVKUaOZcBHfE2rVry+zxcEtkkAAJ2EvgypUrLsJDZzEiRD12R+bMmaUAEY5kmhhRe0yYMKHd3bE9HwjcvXtXTJgwQbom3rlzx62FYsWKiSFDhsi/zQwSCFUCDx48cBEl4tCFWRQsWNAhSuRmpRktPk8C7gQgiouNjXU80b59e4GD/ozAEYCTxIABA9w6xPcoCCyQqZ5BAiRAAiQQWgR++uknmfhFH9OmTeOh+gC/VMuXL5eOS1pA1L9gwYIAj4LdkQAJRBMBrMNqYkU8Pn361HT65cqVcyRTgnCRQQLRTGDnzp1SqLh69WpDDK+++qr8bC9RokQ0Y+LcScCUANbS9aJFCBqdf4e9xEAFXRgDRZr9kED4Ebh8+bKYN2+eWLlypdi+fbvyBNKmTStq1KghzxtBsJg4cWLluixIAiRAAiRAAiRAAiRAAhoBChQtvhcoULQIkNVJgARIgARIgARcCFy7dk0sW7ZMihJ///13j3TixYsnBQK4sEiYLVs20iQBErBAACIzZOfWuyDiEAyyp9odqVOnNhQgQoiYMmVKu7tjezYSWLp0qRQmbtu2zbDVvn37iv79+4sECRLY2CubIgF7CNy/f99FlIhDFGZRqFAhhygRm5MMEiAB3wjgXl9/4A/3/XAtYASGwOjRo8XEiRPdOoNrxIcffhiYQbAXEiABEiABnwj8/PPPol+/fm514QrUuHFjn9pkJe8JnDlzRrz00kuOili/wFoKgwRIgAQCQQB/g5zFiiqJ44oXLy5q1aolHWGqV68eiGGyDxIISQJwVRo3bpz466+/3MaXPn16AVdkfDdOlSpVSI6fgyKBcCDw5MkT6bpoJmQMxFyMXBj1roxJkyYNxFDYBwmQQBAJPHv2TDorLl68WGzYsEE8evRIaTQ4i4T9wHr16kmxYtasWZXqsRAJkAAJkAAJkAAJkAAJUKBo8T1AgaJFgKxOAiRAAiRAAiQgCaxZs0YsXLhQChOxSOgpcKgZokQsBr744oskSAIk4CUBZDDF4Tn9pSLS8bIrgQ1AvQOi9m9kN2WEFwG42U6aNEl89913hgOvVq2aGDx4sECWdgYJhBKBe/fuuYgSL168aDq8woULO0SJPMBniosFSECJAMTtH3zwgaNs0aJF5f9Nhv8J4O9gnz59BJIM6GPYsGGiR48e/h8EeyABEiABErBMYM6cOeKdd95xawfi81deecVy+2xAjQDWJpF4QYuNGzeKAgUKqFVmKRIgARKwiQDWcp3Finfv3jVtOX/+/FKoqAkW6QpjiowFIowARAlwU/zmm28M3Uixrt21a1feV0XY687phB6Bc+fOCew3xfWo8plmx6wyZMgg9KJF539nyZLFjm7YBgmQQAgRwH7E/PnzBb7He+P6WqZMGVG7dm3RsGFDgX0NBgmQAAmQAAmQAAmQAAnERYACRYvvDQoULQJkdRIgARIgARKIYgIHDx6UmcogSjx9+rRHEpkyZZILfrjglkhXrih+43DqygTw/8pIiPjPP/8ot6FSEBkE9SLEvHnzyt9hI48RGQRmz54tXRMPHz7sNiEIUd9//315eINBAqFCAIcYsNGIw3p4vHTpkunQihQp4hAlQnDLIAESsJcA7uN3797taHTo0KGiV69e9nbC1twI4H7wrbfeEgcOHHB5DlmfR4wYIZo0aUJqJEACJEACYUQAmf979+7tNmIctG/RokUYzSR8h/rqq6+KdevWOSaARD5NmzYN3wlx5CRAAmFPAIerncWKN2/eNJ1T9uzZXcSKadKkMa3DAiQQKQSwxj1mzBi5R2kUzZo1E6+99hqTpEbKC855hB0B7GN6EjGqrPXbMemECRPGKWB84YUXRK5cuQTF/naQZhskEBwCe/fule6K2EM8fvy48iBwDuLll1+WzopVq1ZVrseCJEACJEACJEACJEAC0UGAAkWLrzMFihYBsjoJkAAJkAAJRBmBGzduiGXLlklR4pYtW0xnj4U9uCXWr19f5MyZ07Q8C5BANBI4evSowKUXIz58+NBWHNho04SHzoLEPHny2NoPGwstAvv27ROTJ0+Wf7eNonHjxmLgwIFSkMoggWATuHPnjoso8fLly6ZDQqZT3GvgnoMbiaa4WIAEfCawa9cuuWHvHH/++afAoViG/wjgkHK3bt0E/j46B1whRo4cKcqXL++/ztkyCZAACZCA3wjg+1nPnj3d2h87dqxo3bq13/plw/8j8NFHH4lvv/3WgQOvBZL2MEiABEggFAhgDwbfAyCkxqXiDJMuXTqHqyLcFekYFQqvJMcQCAJLly4VuH/av3+/W3cpUqSQ36chVMyYMWMghsM+SIAEFAk8fvxYChg9iRjt3iONa2hIAKaJFY0ekeSVQQIkEPoE4E4+b948sXLlSrFz507lAadPn17UqFFD7n3gYqJ1ZXQsSAIkQAIkQAIkQAIRS4ACRYsvLQWKFgGyOgmQAAmQAAlECQFsiC9cuFAsWLBAYNPAUxQrVkwKBerVqycqVKgQJYQ4TRIwJ3Dy5Elx5MgR6WCHR+3n58+fm1dWLAG30oIFC0qxmV6MiEyhjOgiMHHiROmaePHiRbeJZ8uWTR7ARDZpBgkEk8Dt27elKFFzS1Q5eKfda+B+o3LlysEcPvsmgaghgM+M6dOnO+YbExMjZsyYETXzD8ZEwXfw4MFuXf/73/8Wo0aNEvgsZ5AACZAACYQvAayzwSFXH1999ZVo27Zt+E4sDEa+aNEi8eabbzpGisOIc+bMCYORc4gkQALRRuDu3btSpKgJFiHkMIukSZO6iBWZnM6MGJ+PBALjx48XcKPWJ/fB3EqUKCFef/110aZNm0iYKudAAlFD4OrVqw4RoyZmdH5USW5oByyIFjXhIhLBOosYuTZnB2G2QQL2E8B5JjgrxsbGig0bNohnz54pdQJxItYHkHwdYkUmOFDCxkIkQAIkQAIkQAIkEHEEKFC0+JJSoGgRIKuTAAmQAAmQQAQTgIhq8eLFUpQIYZWnyJAhg6hdu7a8GjRoIBIlShTBZDg1EvBM4OzZs4ZCxEePHtmGDptgECLqr7Rp09rWBxsKXwLYbJk6dapYs2aN4SQ6d+4sBgwYIJBdnUECwSBw69YtF1EiDhuYRfHixWUCBFyVKlUyK87nSYAEbCYAYTCcPLSYMmWKgAsvwz8ERowYIcBYH927dxd4jkECJEACJBAZBLDuBmcffXz++eeiQ4cOkTHJEJzF8ePHRbVq1Rwjg2PCgQMHQnCkHBIJkAAJ/B8BHLTWXBUhWDTbs9Fq1qxZ0yFYLFq0KJGSQMQSOHXqlBgzZoyYO3eu4RwbNmwohYpMdhaxbwFOLMoIYM/VSLjo/Lv79+/7lQrOQzgLFnPnzi2QGEC74OTKIAESCD6B3377TcyfP1+KFZ33OMxGVq5cOVG3bl0pVixUqJBZcT5PAiRAAiRAAiRAAiQQIQQoULT4QlKgaBEgq5MACZAACZBAhBGAYGDp0qVSlLhx40bT2WFzG0IBZBGDYIpBAtFE4NKlS4ZCRGS2tiPix49vKEKEKDFJkiR2dME2IozAzZs3heaaaLTxCoHX0KFDxcsvvxxhM+d0woEA3p/OTonXrl0zHTYynGuixIoVK5qWZwESIAH/ENA7PCFz8L59+/zTWZS3CreH3r17ixUrVriQiBcvnhQmGolYohwZp08CJEACYU8A63Bdu3Z1m8cnn3wikFyG4R8COFwIN3cttm3bxrVN/6BmqyRAAn4isH79eodgEckmVeKll15yiBVx4JpBApFIAOuPX3/9tdixY4fb9BImTCi/V7/22msiR44ckTh9zokESMCJwPXr1w1FjEg0e+bMGXHlyhW/8sqcObNDrJg3b14X8SITzvoVPRsngTgJ7Nq1S7or4n7h77//ViaVP39+uV8JsSKTqCpjY0ESIAESIAESIAESCEsCFChafNkoULQIkNVJgARIgARIIEIIIFsYDh7/+uuv4uHDhx5nVaRIEemUWKdOHS6+Rcjrz2l4JoANrCNHjggc9MCj9vM///xjC7pkyZKJwoULu4kRsdDNIAFVArGxseI///mP4cELtNGvXz/x7rvvCggcGCQQKAL4O+ksSsTfU7MoWbKkQ5SIg3MMEiCB4BPo2LGjQJZhLXCYb+TIkcEfWISNAPeYb775przndA4cmoQ48d///neEzZjTIQESIAES0AhAmN6lSxc3IKNHjzYUL5KcdQLNmzcXW7ZscTQ0ffp0edCQQQIkQALhSOD3338XcFWEw+LevXuVplCqVCmhuStWqVJFqQ4LkUA4EcBa+fjx48XVq1fdho0kkEgQgfUOBgmQQPQSQKJPCBVPnz7t9ojfIemivyJdunSG4kUIGZEcjkECJOB/AhArz5s3TyYLVL2Hxqjwf7RWrVpyDaFBgwb+Hyh7IAESIAESIAESIAESCCgBChQt4qZA0SJAVicBEiABEiCBMCZw7NgxsXjxYilKPH78uMeZpE+f3iEWwCJb0qRJw3jmHDoJGBNA5nwjIaJdGTSRnRdCRFwQ+mo/586dmy8JCfhMANkdJ0+eLH744QfDNqpXry6GDBkiypQp43MfrEgC3hCACBGH4iBMxOONGzdMq+NQnOaUWKFCBdPyLEACJBA4AjikoxcLY8O+dOnSgRtEFPS0evVq6eKgd0AGe4gTy5YtGwUUOEUSIAESiG4Cq1atEp06dXKDgM+B7t27RzccP8x++PDhYurUqY6W+/btKwYMGOCHntgkCZAACQSWwM6dOx3Oitu3b1fqHGItTayIR6xjM0ggEghcvnxZuinOmDHDcDp169aVbooQGTBIgARIQE/g1q1bhuJFTdR47949v0BLmTJlnOLFbNmy+aVPNkoC0U7gwYMH0lkRCYE3btyojCNRokSiRo0aUqgIwSLExwwSIAESIAESIAESIIHwJkCBosXXjwJFiwBZnQRIgARIgATCjMCdO3fEsmXLpChx/fr1pqOHsAWCgZiYGIGMfQwSiAQCWGA2EiKeP3/etukVKlTITYhYoEAB29pnQyQAAjNnzpSuiRCc6wNC8mHDhskDFgwS8DcBZCJ3FiWqZBaGuEkTJZYvX97fQ2T7JEACPhIYN26c+PTTTx21y5UrJ5YuXepja6xmRGDatGnyM1sfTZs2FaNGjRKZMmUiOBIgARIggSghAMF6hw4d3GaLz4kePXpECYXATBMuCX369HF0VqdOHfkdm0ECJEACkURg//79DrHi5s2blaaWM2dOKdbSBIsQSTBIINwJbN26VQoV4xIcvP766wIX90HD/ZXm+EkgsASuXbsmBYyaAyMSimrXuXPn/DKYJEmSxClezJUrl1/6ZKMkEI0EkKQRgsUNGzYIJLlWDex34mwVxIr58uVTrcZyJEACJEACJEACJEACIUSAAkWLLwYFihYBsjoJkAAJkAAJhAmBTZs2iYULF0phot6VQz8FCKtqAkz6YwAAIABJREFU164tcDCnSpUqYTJDDpME3Ak8ffrUUIh46tQp23Bhw1rviAh3xHjx4tnWBxsiAT2BXbt2SacH/F03iiZNmohBgwbJTUoGCfiLADKQO4sSVTbo4OSpiRJffPFFfw2N7ZIACdhIAIdSjx496mjxww8/lIf2GPYQgOAEAkV9QIRiJFq0p1e2QgIkQAIkEMoEcI/dtm1btyEOGTJE9O7dO5SHHlZjO3TokPxuokXWrFkFvmszSIAESCBSCSDBGT5j1q1bJ6/nz5+bTjVDhgwuYkUmTzFFxgIhTuCnn34SSMR09uxZt5FC2NO1a1eZ8C9BggQhPhMOjwRIINQJPHr0yCFWhGjx5MmTLv/2x/jjx48fp3gR+4X82+YP6mwzGgjs2LFDihXXrFljeA8RFwO4lOPMFcSKTNQaDe8UzpEESIAESIAESCBSCFCgaPGVpEDRIkBWJwESIAESIIEQJnDixAkRGxsrRYlG7lrOQ0+bNq1DMNCgQQORPHnyEJ4Zh0YC7gTwHj98+LAUJGruiH/99ZdtqJA52kiImDhxYtv6YEMkYEYAB4cmTJggXRMhDtNH9uzZpZgBjksMEvAHgYsXL7qIEu/evWvaTdmyZR33GHBeY5AACYQPAThstGjRwmXAOMyP7w4MawRu3bolevXqJX777TeXhhIlSiSGDx9OEag1vKxNAiRAAmFPYP369aJNmzZu8xg4cKB45513wn5+oTIBHNJ9+PChYzgQKEKoyCABEiCBSCeABH6aUBGiRee/hXHNPUWKFA5XRSSyoUtTpL9LInd+SLIGN8VJkyYZTrJGjRpSpAj3IwYJkAAJ+IMA9vqc3RadxYv4+cmTJ/7oVrzwwgtSwIjku3h0/jlp0qR+6ZONkkCkEcB99Lx588Ty5cvFwYMHlaeXJUsWmfgDYsV69eop12NBEiABEiABEiABEiCBwBOgQNEicwoULQJkdRIgARIgARIIMQJwR1y6dKkUJWJj2SyqVq0qRQNYBCtQoIBZcT5PAkEngA0bvRARgsRnz57ZMjYsDhsJEXEAg0ECwSSAv+kQJsb1tx2HJgYMGCDSpEkTzGGy7wgkcP78eRdRopkTMxDAHfHll1+W9xgQKDJIgATCk0D//v3F7NmzHYN/5ZVXxMSJE8NzMiE0aog8u3fv7pZEJnfu3GLEiBGifv36ITRaDoUESIAESCBYBDZt2iRat27ttt7x7rvvCnxGM6wTaNSokYATghYzZ86U7gYMEiABEogmAhcuXHCIFSFaRDIVs4BDE0SKOGSNR6ynM0gg3Ajs3r1bChVXrVplOPQOHTpIoWKRIkXCbWocLwmQQJgTgMurkesixIsq+zO+TB+JWpyFi87ixVSpUvnSJOuQQMQTQBJXOCsuWrRIbN26VXm+EAQjIQLEirj4f0wZHQuSAAmQAAmQAAmQQEAIUKBoETMFihYBsjoJkAAJkAAJhAgBLHgtWLBAXnfu3PE4KggRa9euLa/q1auHyAw4DBJwJXDu3DlDIaJKNmcVlunTpzcUItIRSIUeywSSwPXr12U2Z4gTjd7/JUqUEO+//748DMQgAbsIYAMcYti1a9fKR5W/vRUqVHCIEkuXLm3XUNgOCZBAkAg8ePBAFC1aVOBRCx7at/5irFy5UnTr1k08evTIpbHKlStLcWKpUqWsd8IWSIAESIAEIobAli1bxKuvvur2udG3b1+ZoIZhjcDgwYPFjBkzHI3QodIaT9YmARIIfwJYh8Q6kOauePXqVaVJ4fuMJljkmpASMhYKIQLz588XY8eOFX/99ZfbqJDQsmvXruL1118XyZIlC6FRcygkQALRSuDSpUtxihdVkgz4wi1Dhgxxihex384gARL4HwEkkodgccOGDeLevXvKWF566SWZtBBiRSQxZJAACZAACZAACZAACQSXAAWKFvlToGgRIKuTAAmQAAmQQBAJIHNebGysFCXCUc5TpE6dWroY4cLiFrNwBfGFY9cuBC5fvmwoRDQT2qpixHvdyBExU6ZMqk2wHAkEjcDChQulMHHnzp2GY6BzRtBemojs+PTp0y6ixMePH5vOs2LFig5RYsmSJU3LswAJkED4EIBzorM70wsvvCD++OOP8JlACI50ypQpUoSoj+bNm4tRo0YJHugJwReNQyIBEiCBECDw+++/i3bt2rkdbuvTp4+AwI7hO4FZs2YJfK/WAocBp0+f7nuDrEkCJEACEUQA6/OaUBGixfPnzyvNrkyZMg5nxUqVKinVYSESCDaBJ0+eSDfF8ePHC/ysD6yBQqQI92UGCZAACYQqASQaiMt58dq1a34ZNs6gxOW8CJE3gwSilcC2bdukWHH16tXi4sWLyhjg3Fy3bl0pVsR9NYMESIAESIAESIAESCDwBChQtMicAkWLAFmdBEiABEiABAJMAA5GyLwFUSIWs8wCmWshSqxXr54oVKiQWXE+TwJ+I3Djxg1DISJ+b0ckTZrUUIiYPXt2O5pnGyQQUALHjx8XkydPFj/99JNhv8hIPmTIELosBfRViczOsFnt7JT49OlT04ni3uLll1+W9xfFixc3Lc8CJEAC4UmgRYsWYvPmzY7Bv/3222LQoEHhOZkQGDU+t7///nu3kVBcEgIvDodAAiRAAmFAYPv27aJ9+/ZC74jRs2dP8f7774fBDEJziHv27JGJ3LTIlSuXwCFCBgmQAAmQgCsBOMBrYkU8njx5UgkREgfWqlXL4a4YL148pXosRALBInDkyBEpVFy0aJHhEFq1aiWFiqVKlQrWENkvCZAACfhE4Pbt23GKF70RT3nTOZxnIV7Mly+fyJ8/vyhQoIDjkcm0vSHJsuFO4MSJE2LevHli+fLlAvcaqpEtWza5FwuxIh4ZJEACJEACJEACJEACgSFAgaJFzhQoWgTI6iRAAiRAAiQQIAI4HAMnrV9//dXtMJJ+CFjkrV27trwgYmGQQCAJILMyHD2xuIpL+xlOiXZEggQJDIWIuXPntqN5tkECQScwY8YM6ZqIzQp9YDNv2LBhokuXLkEfJwcQvgTw3nIWJT5//tx0MlWrVnWIEosWLWpangVIgATCm8DRo0fdvkds2LBBFCxYMLwnFoTR37x5U/To0UOsXbvWpXck14CbYqdOnYIwKnZJAiRAAiQQjgT+/PNP+bmhd77o3r27oUNvOM4x0GNGgpacOXO6dHvgwAG6Ggf6hWB/JEACYUfAWayoesga6/fYr9IEi8mTJw+7eXPA0UNg2bJlUqi4f/9+t0mnS5dOdO3aVbz22msibdq00QOFMyUBEohYAg8ePHATLyIZARJcnjlzxi/zhruiXrQIASOSxjBIIJIJIPEUnBVx9gvJqFQD9864l4ZYERfvpVXJsRwJkAAJkAAJkAAJeE+AAkXvmbnUoEDRIkBWJwESIAESIAE/EsCCb2xsrBQlHjx40GNPKVOmlFmzcCHzd5o0afw4MjZNAv8jcOzYMbFv3z6Bw1uaEPHcuXO24cEh+CJFikhBIi78jM0JBglEIoEdO3aIqVOnisWLFxtO75VXXpHOVdyci8RX3/9z+uuvvxyiRBwiU4nq1as7RIn4G8wgARKIHgKffvqpGDdunGPC1apVkxl+Gd4RwD1yt27d3JIOIKEMxIl169b1rkGWJgESIAESiHoCu3fvFp07dxaXLl1yYYFD8qNHj456Pr4AqFevnlzb0mLOnDmiRo0avjTFOiRAAiQQlQS2bt0q3RWRDMv576knGJkzZ3YRK2bIkCEq2XHSoU/g22+/lesjSMypj7Jly0qRYosWLUJ/IhwhCZAACfhIAEldIFTUBIv6n589e+Zjy8bVEiVK5OK06Oy6iPMwDBKINAI4DwbB4vr16wVcy1WjcuXKokGDBlKsmCNHDtVqLEcCJEACJEACJEACJKBAgAJFBUieilCgaBEgq5MACZAACZCAzQSePHkili5dKkWJq1atMm29YsWK0imxTp06go5GprhYwAIBiGRxwADX3r175SMyKtoRefLkcRMiQgwTP358O5pnGyQQ0gQeP34sJk6cKF0T9U4YGDjcHN5//33RpEmTkJ4HBxd6BOCApjklwvlMJZB98+WXX5YJD+iUpkKMZUggMgm89NJLLtmxx4wZI1599dXInKyfZgW3BYgTcYjHOSD+hjixWLFifuqZzZIACZAACUQ6AazJ4DC8PkFUly5dxMcffxzp07d9fv379xezZ892tDts2DDpfswgARIgARLwngDcfjV3RSRjU4lUqVI5XBXhrsgD1irUWCaQBE6fPi3dFH/55RfDbrFu//rrr4sKFSoEcljsiwRIgARCggD+RsYlXnz48KGtY4TrIgSLzqJFuDAysautmNlYEAls2bJFihVXr14trly5ojwS7DUg+RLEiiVLllSux4IkQAIkQAIkQAIkQALGBChQtPjOoEDRIkBWJwESIAESIAGbCGCzdsGCBfK6ceOGx1bz5s3rcEuEgIBBAnYSwCFqTYjo/Kg/XO1LnzhcoHdEhBAxSZIkvjTHOiQQ9gSwwQBhYlziMRxsGDhwoMBBHQYJqBCAm60mSty0aZNKFSlI1ESJ2MxlkAAJRDeB3377TXTs2NEFAjJj835N/X2BxANGLlatW7cWI0eOpNu9OkqWJAESIAESiIPA/v37xRtvvCGdLJwDn+GfffYZuXlB4PvvvxdDhgxx1GjatKmYNGmSFy2wKAmQAAmQgBEB7C1oYkUctlaJhAkTOsSKcLMtVKiQSjWWIYGAEMD7GQmctm/f7tZf8uTJBRytkUQCAhoGCZAACZCAEBcuXJDixePHj4u//vpLXvj51KlTtuJJnDixm2hREzKmSJHC1r7YGAkEisCxY8fEvHnzBBIh4v+NauA8DpLbQ6yI+2kGCZAACZAACZAACZCA9wQoUPSemUsNChQtAmR1EiABEiABErBAAJnOY2NjpSgRm7WeAptbECPiiomJEenTp7fQM6uSwP8I3L9/302MCKdEq5E5c2YXISJEiBAmpkyZ0mrTrE8CEUHg8uXLYvLkyVKcCOdcfZQqVUq6JsJliUECZgTwd1sTJaoc+IoXL568n9BEiUh8wCABEiABjcBbb70lFi5c6ADSrl078eWXXxKQIgEkFvjxxx/dSvft21cMGDBAsRUWIwESIAESIAFzAocOHZJuvTjk6Rz87DZn51wCIoPGjRs7foWDrBs3bvSuEZYmARIgARLwSODo0aNSrIj1KzyqRsWKFeXBalzly5dXrcZyJOBXAtOnTxdjx44VV69edesHDkZIOti2bVu/joGNkwAJkEA4E3j8+LGbaFETL96+fdvWqWXNmtVFvKi5L77wwgu29sPGSMCfBJDgHs6K2LfZuXOnclc4m4O9YIgVcUHMyyABEiABEiABEiABEjAnQIGiOSOPJShQtAiQ1UmABEiABEjASwLPnj0TS5culaLE5cuXm9auUKGCqF27tsxyVbx4cdPyLEACcRG4deuW2Lt3r4sgUX+IzVt6CRIkECVLlpQXNl41IWK6dOm8bYrlSSBqCMyfP18KE/fs2WM45/fee0/069cvanhwor4RgGMKDnXh2rp1q2kj+HvtLErMnTu3aR0WIAESiD4C2OjGPZ1z4HOrSpUq0QfDyxmD3ZtvvunmioxDAMOHDxft27f3skUWJwESIAESIAFzAkeOHJGfP3BSd442bdqIr7/+2rwBlpDJu/Lly+dCAk4FTLLFNwcJkAAJ+IcA3H81Z0U8Pnz4UKmjokWLOsSKECzCbZFBAsEicOXKFXmvBSdmo2jQoIF0U6xWrVqwhsh+SYAESCAsCVy6dMnhtKiJFvF4+vRpW+eTJEkSkT9/file1ESL2iNdF21Fzcb8QABnzSBYxL00zp+pRtWqVR1iRYh3GSRAAiRAAiRAAiRAAsYEKFC0+M6gQNEiQFYnARIgARIgAUUCyGSFjFa//vqruHbtmsdaEA1obokQJjJIwFsCyNwKV07n69SpU94241I+WbJkDjGisyjRUqOsTAJRRAAHR6dOnSpmz55tOOtatWqJoUOHihIlSkQRFU7VGwIQmWuixG3btplWTZQokYsokRlhTZGxAAlEDIEzZ84IX/7PwwUADr7OceHChYjh4q+J4O8zHKz099uFChUSI0aMkFmKGSRAAiRAAiTgLwI4rAmR4oEDB1y6aNmypRg/fry/uo2odvF9HN/ZtcBhv0qVKkXUHDkZEiABEghFAufPn3cRK6q6JuXIkcNFrJg+ffpQnB7HFAUEsEY7ZswYt2RFmDoSxnXt2lU6KvqyRhMF+DhFEiABElAm8OjRI4fr4vHjx6WIURMw3rlzR7kdlYLZsmVzEy1CvJgzZ06V6ixDAgElsHHjRilW/O233wSSKKoGziPUr19fChaRCIRBAiRAAiRAAiRAAiTwfwQoULT4bqBA0SJAVicBEiABEiABDwQuXrwoYmNjpSgxLqcsrXrSpEkdosSYmBiRMWNGsiUBJQLYxNeLEa0eJE+dOrWLGLFUqVJyIZ5BAiTgG4HvvvtOuiYiQ7g+kIkTYpDOnTv71jhrRTSB3bt3O0SJ27dvN50rsr46OyXiwBaDBEggOgisXbtWrFixQh7uhEARYkNsLnsTKL9r1y5HlcGDB4s+ffp400TUlV28eLEUJ+oDQgeIE+EwziABEiABEiABfxM4ceKEFClifcg5mjVrJiZMmODv7sO+/d69e8sDfVqMHj1aCgoYJEACJEACgSOAxJ74Prt+/XqBg9bYX1OJVKlSuYgV8+TJo1KNZUjAVgJISghHxbNnz7q1C4cuiBS7dOlia5+qjS1atEg0adJEtTjLkQAJkEDYEcA9g160CPEi1sjtDJzn0VwX9e6LyZMnt7MrtkUCPhE4fPiwmDdvnli2bJnhmYS4GkUihbp168r9JLgsMkiABEiABEiABEgg2glQoGjxHUCBokWArE4CJEACJEACBgSw4ANR4tKlS035vPjii6J27dryggiMQQKeCEDcpBcjmjlymhGFGFZzRNQe4eLJIAESsE4AGZQhTIzr8wCHRSH+YNZN66wjqQW4LmtOiX/++afp1OBw6yxKRHZXBgmQQPQR0IsLK1SoIJOlqAYE0Q0aNHApDmE0P6PiJvjNN9+Ijz/+2K1A27ZtxahRowSSEDBIgARIgARIIFAEsGb01ltvCXymOwcOpE+ePDlQwwjLfqZMmSITC2jRqlUrMW7cuLCcCwdNAiRAApFA4OHDh1KkqF2HDh1Snlb16tUdgkXuuSljY0EbCMDBCyLFiRMnGraG9VsIFfEYiPj555/leCDQGTZsmOjRo0cgumUfJEACJBAyBOC66Oy0qDku4vHu3bu2jjN79uwO8SKSPmsCRiYRtRUzG/OCwNWrV2UipgULFoi9e/cq10Qic5xdw34Trvjx4yvXZUESIAESIAESIAESiBQCFChafCUpULQIkNVJgARIgARI4P8nAIdELO5AmHjlyhWPXJCBChtQuOrVq0eGJGBI4NixYw4xIhYNIUy8ffu2JVpYHNeLESlksYSUlUnAkMD9+/flAVCIE2/cuOFWBp8DcE1s3LgxCZKAJPDHH384RIlmrssoD9GLsygxS5YsJEkCJBDlBHCQHoc3nQOJU8qWLatE5oMPPpCfW1rge8oPP/ygVDcaC7377rti1qxZblN/7733RL9+/aIRCedMAiRAAiQQAgRwAB1Oikh64hwNGzYUU6dO5cGyOF6jzZs3ixYtWrg8e+HChRB4RTkEEiABEiABEEACL02suGXLFmUopUuXdogVq1WrplyPBUnACgHs50EYuGLFCsNm4KT42muvCQhY/BVof/ny5S7Nr169WhQvXtxfXbJdEiABEggrAvi+p7kuOrsvGjnhWpkYXBfx995ZtKiJF5F8lEECgSIAsSIuuJV7EzVr1nSIFZH4nEECJEACJEACJEAC0UCAAkWLrzIFihYBsjoJkAAJkEBUE7h8+bJ0JYEocdeuXR5ZJE6c2EWUSCFBVL913CZ/4MABN2fEBw8eWIIEF0RkCHYWJGbIkMFSm6xMAiRgTmDVqlVS4LFp0ybDwl27dhWDBg2iq5I5yogvgUOwmlPiwYMHTeebKlUqF1FipkyZTOuwAAmQQPQQMDp8BiE8HIFUQp+0AkJ7OC4xXAnAvbx79+4Cf8OdI02aNNJ5qU2bNkRGAiRAAiRAAkElcO7cOemkCCdk56hfv74UKSZKlCio4wvFzm/evCmKFCniMrRTp04JrOeqBlyT4CyQPHly1SosRwIkQAIk4AOBEydOuLgr3rp1S6mVvHnzOsSKNWrUEClTplSqx0Ik4CsBJLWFUBHJSPWBBIZYx4Gjoj/uzb766ivx5ZdfunQLQcyaNWtEkiRJfJ0S65EACZBAxBOAi7Oz06Lzz/fu3bN1/rly5ZLfQwsXLiwftYuOdbZiZmMGBNatWyfFijjT4E2CdJw9atCggRQsFipUiGxJgARIgARIgARIIGIJUKBo8aWlQNEiQFYnARIgARKISgLIeglR4uLFi03nD8eS2rVry6tMmTKm5Vkgsgk8efLETYgIZ8Rnz55ZmnjBggXdnBFTp05tqU1WJgES8I7A+fPnpQhk2rRphv+nkbEbronM1u0d10grjU0fiBLxePToUdPpQfDi7JRIobkpMhYggagl8Pbbb4u5c+e6zB+HGeA0kTVrVo9ckHQFojvnoGuQOzIkpenWrZvQZ9IuWrSoFCfikCuDBEiABEiABEKBwMWLF6WT4rZt21yGU7duXSlShIsDw5WAPlnD0qVLRbly5ZQxwV154cKFAq7WEBtABMAgARIgARLwL4EbN264iBUhLlcJrK/h+5t2Zc+eXaUay5CA1wSw9zdmzBgxbtw4gf1BfVStWlXeN+Cwv52Be8CmTZu6Ndm5c2fxySef2NkV2yIBEiCBqCGA9XIIFp1Fi3BftNt1Eec+NLGiJl7k98uoeZsFfKJIpD5v3jyBNRBv3stIlh4TEyPFihUrVgz4uNkhCZAACZAACZAACfiTAAWKFulSoGgRIKuTAAmQAAlEDYH9+/dLUSIyXuKQj6fIkSOHwy0R2ckZ0Ung/v37Yu/evS6CxEOHDlmGUbx4cTcxIg+WWcbKBkjAEgEIQuCaiM8KoxgwYIDo27evpT5YOTwJ4OCJ5pIIUeLJkydNJ5IuXToXUSL+zSABEiABMwIQwU+fPt2tGAR1I0eO9Fi9U6dOMluuFnD7HT16tFmXIfM8DqUmSJBA+DNBBwQHcKPSR506dcTw4cNFgQIFQoYHB0ICJEACJEACIHD58mUpUty6dasLECRAgUgxRYoUBOVEAMkakLRBi88++0x07NhRidH69evdXJS//fZb0bx5c6X6LEQCJEACJGAPgY0bNzoEi7t371ZqFO51zmJFvaOuUiMsRAImBOCiCDdF7DEbRdu2baVQsVixYrawxJo0xCyPHj1ya++XX34RNWvWtKUfNkICJEACJCDEgwcP3ESLmpAR50XsCNyvGLkt4lwSgwTsInDp0iXprIj7FQgXVSNt2rQC+yQQK9qddEF1DCxHAiRAAiRAAiRAAnYSoEDRIk0KFC0CZHUSIAESIIGIJnDt2jWxaNEiuQCzY8cOj3NNmDChFBPAKRGLL8y4GtFvDbfJ3bx5080ZEQvPVgLvqZIlS7pdcMJhkAAJhAYBLM5DmDhnzhzDAb388svSNdGugwWhMWuOwowANhw1l0Q8qmScROZ2Z6dEOCcySIAESMAbAp9++qnMyK+PlClTCjj/4dEozp07J8qXL+/y1LJlywSc4MMl+vXrJ37++WdRqlQpgc/eZs2aiUKFCtk2/LFjxwqIFPQB0QLEn0wWYhtqNkQCJEACJGAzgatXr0qB/aZNm1xaxqF0iBT9Ke63eSp+b+6bb74RH3/8saOf9u3biy+++MK039u3b0thiz6hnbcOjKYdsQAJkAAJkIBXBJBIzlmwaOReZ9RghQoV5N91fFbiZwYJ2ElgxYoVUqiI5Kb6yJw5sxQpvvbaa3Gu4XgzljZt2ggkUdAH1qHxezwySIAESIAE/Evg/PnzLuJFzX0Ra/J2BNb8NbdFZwFjxowZ7WiebUQxgadPn0qxIi79mpInLPHixZN7NA0bNpSCRYgXGSRAAiRAAiRAAiQQbgQoULT4ilGgaBEgq5MACZAACUQkAbiHQJQIlwyzKF26tBQlQlTw4osvmhXn8xFA4MqVK25ixNOnT1uaWbJkyVyEiDhcXbRoUUttsjIJkIB/CUCYiOvMmTNuHWFDCMJEOFIxooPArVu3XESJyDJpFpkyZXIRJaZKlcqsCp8nARIggTgJTJgwQXz44YeGz48YMULAFcgo9IfxUebChQthQxqfwy+99JLLeIcOHSp69eplyxzggAx3AX0MGjRIvP3227b0wUZIgARIgARIwJ8E4DQMJ8UNGza4dFOtWjUpUrTbsf3u3bsCSd9y5crlz2nZ3jaSy8C9yDlU7ol69+4tD+w5R5IkSeQhVCQfY5AACZAACQSfAEQAzmJF7PGoBA76O7srwr2IQQJ2EMAaDpIh3blzx605CGMhUmzatKmlrsaPHy8++eQTwzYgwDVa67DUISuTAAmQAAkoE7h37544fPiwOHLkiHzUrsuXLyu34akgBIpGjotxJTG0pVM2EtEE1qxZI9c+cJYO71/VQCJMCBVx5cuXT7Uay5EACZAACZAACZBAUAlQoGgRPwWKFgGyOgmQAAmQQMQQOHjwoBQl/vrrrwKZzDxFtmzZpKAAV0xMjEiQIEHEcOBEXAlg43rfvn0ulz4jurfM4Iqld0YsUKCAt82wPAmQQJAIbNmyRQoTke3YKJo3by6GDBlCJ90gvT6B7BaHbtetWyeFibiuX79u2n2WLFkcokRkkORmoCkyFiABElAk8OOPP4qBAwcals6aNav4888/hZETN77bOMfo0aNF165dFXsNfrH+/fuL2bNnuww0RsatAAAgAElEQVQEh/xat25taXA4sNqtWzfx+++/u7QDh4Hhw4eLli1bWmqflUmABEiABEggkARu3rwpnRTxvcU5KleuLEWKVt0Vjh8/Lj7//HPpBvT333/LQ2ebN28O5BQt94XPfiQMcw4zgeLatWtFu3bt3PquVKmSXGdmkAAJkAAJhB4BHKh2FisePXpUaZDZs2d3ESvSfU4JGwt5IHD27Fnppqhf09CqYJ8Bjoo42O9L7Ny5U7oXxRUQL3bu3NmXplmHBEiABEjATwSQYMhZsKgJGPGd3o7IkSOHoeMikzDYQTd62sDaz7x588SSJUuEN2en8ubNK+rXry/FiuXLl48eYJwpCZAACZAACZBA2BGgQNHiS0aBokWArE4CJEACJBDWBLDAFxsbK0WJf/zxh8e54DAvBIlwS6xTp47ImTNnWM+dg3cngANUmhgRi2r4WUVs4okl3LH0YsRwyyDP9woJkMD/CNy+fVtMmTJFihPhlqcP/N+Ga2KjRo2ILIIJYKNFEyXi0ei9oJ8+xD8QI+I+Ao/JkyePYEKcGgmQQLAI4DtNz5494+wen2GNGzd2eX7r1q2iWbNmLr87cOCASJ8+fbCm4VW/SCYCAcCTJ09c6uFwH/7e+ho7duyQ4kS9KAH39XCjrFKliq9Nsx4JkAAJkAAJBI0AHHrgpIis984BJ2KIFJFMxddYvXq16NChg0t1CPTwOR2MgOsE5vTuu++KpEmTKg9Bn7jht99+EyVKlDCsjwOiVatWlW6R+ujTp48YPHiwcr8sSAIkQAIkEDwC2BvUBIvbtm1TGggSjjk7K+KwNYMEfCWwfv16KVQ0ev+lTZtWuilCqOjtWs3z589FwYIFBdytjQKOz7gvzJ8/v69DZz0SIAESIIEAEcA6tZHj4sOHD20ZAT4L9I6L+AxhkIAZAST/h7Mi9qcgqFUN3NfUq1dPihXr1q2rWo3lSIAESIAESIAESCAgBChQtIiZAkWLAFmdBEiABEggLAlgwwULJDgogw0aT4HM2ZpbYoUKFcJyvhy0OwFkRYeLDC5kEYUYEeIjK4EMuni/OAsS4VbDIAESCH8Cy5cvl8JECDmM4o033pCHD5MlSxb+k+UM3Aggm7XmkghR4v37900pIQupsyjRm0Oxpo2zAAmQAAkYEMB3nPbt28fJply5cmLp0qUuz+PQ/qxZs1x+Z+YU5Fz4wYMH8vMR97zBcBQ0Gj/GB5FE8eLFfXqfzJ8/X/Tq1cutbkxMjBQn5smTx6d2WYkESIAESIAEQoEAXKMgUoTwzjlefPFFKejD2pYvYeQkiCQIEyZM8KU5S3WQRAZJGXAw7oUXXhCTJ08WuA9SCb1AEWKBNm3aGFbt3r27THxnFHC25gE7FeIsQwIkQAKhReDYsWMu7opxCbv0o65WrZpDsFi6dOnQmhRHEzYEvvvuOylUvHr1qtuYsfcIkWKrVq28mg/WifTJKZwbKFq0qFi1apVImDChV+2yMAmQAAmQQGgQQAJuI8dFO0aHBO4QLWpX4cKF5c9Mxm0H3chs49GjR1KsiCuuMxVGM0+QIIE0CoBYEVeqVKkiExBnRQIkQAIkQAIkEDYEKFC0+FJRoGgRIKuTAAmQAAmEDQEcStFEiWfOnPE4bmQM10SJOIiaKFGisJknB2pMACJETYyIR7P3gBlHHEzWOyNmyJDBrBqfJwESCDMCp0+flsKLadOmGY68TJky0jURrgmMyCJw8uRJF1Gi3p3LaLY4/OosSkycOHFkQeFsSIAEQpoAMu03bdrU4xhxiF5LuoLN4ty5c7uU/+GHH2TWWrOAUxA+H3H4Hq70EGHjwFu+fPnMqtr2fFzuiehgz549InPmzF739dVXX4kvv/zSrV6XLl3EyJEj+b3Qa6KsQAIkQAIkEIoEkGDgrbfeEitWrHAZHgQVECn6ctgQiVxeffVVl/bwfQgJwVKnTh0wDHCPwP3Q7t27HX3iUCWckYcMGWL6Wa6/F4Bj0UcffeQ2frDD/UFcAYEL3LUYJEACJEAC4UsAIjHNWRGPSGCmEhCSae6K1atXV6nCMiTgIID1FogUp0+fbkilUaNG0lFR1aUa93bDhw/3SBhJmoYOHcpXgQRIgARIIIIIGLktQsxoRyRPntzNbRHCRV/W4+0YD9sIXQJIggCx4sqVKwX2o1SjfPnyomHDhlKs6MsalWo/LEcCJEACJEACJEACcRGgQNHie4MCRYsAWZ0ESIAESCCkCSBj9qJFi6RTokqGJogSkZkJl/6wbkhPlINzIYCNYk2QqIkSzZwyPSEsVKiQmxiRWbv4piOByCfwyy+/SPHFwYMHDSc7cOBA8c4770Q+iCia4dGjR6UoEYdrcakE7hecRYnMNq1CjWVIgAT8QeDAgQOiTp06HpvGpq4musfnXN++fV3Km7kn4u/kpEmTZOIX/YYyDmHCcRgigEDEgAEDxMyZM926ihcvnoB4EY/eRJ8+fcS8efPcqiARQc+ePb1pimVJgARIgARIIOQJPH78WDopLlu2zGWsJUqUkCLFvHnzejWH9evXGzoNjho1SrzxxhtetWWl8KZNm+J0dS5QoICYOHGiXOOLK3BornPnzh7vj65fvy7glIUkDUZRsGBBsWHDBivTYF0SIAESIIEQI/D06VMXsSIE+CqBRJeaWBGP3FdSocYyIPDHH39IoaLRGnWyZMmkSBGOinr3Zz29/fv3K7k6Y52ncuXKhE8CJEACJBDBBJDQx8ht0WxPQBVJunTpDB0X06RJo9oEy0UwgV27dsn9lyVLlogrV64ozzR//vwOZ0UkjmaQAAmQAAmQAAmQQCAIUKBokTIFihYBsjoJkAAJkEBIEoC4AKJEbKhg49BT4OCN5pZYsWLFkJwPBxU3ARyM1osRL1265DMyvB/0zohJkiTxuT1WJAESCD8COGACYaKRSAGzwWcGxApFixYNv8lxxG4EIOjRRImbN29WIoTDus6ixECJcZQGx0IkQAJRS+DUqVNKGfS3b98ucubM6XaIDQK9wYMHG/KD6ADCxtWrV3vkO2fOHHn40t+B+304QUJcoY+MGTNKtybVuHjxonRVAhfnQMbnESNGiFdeeUW1KZYjARIgARIggbAigDVTOCkuXrzYZdz4rguRIgR9qgFnqVatWrkVh7uy6vcs1b7MyvXr10/8/PPPhsWQUKZ3794CZYySyyDJATL1O4f+sGa7du3E2rVr4xwGnjdyZDYbN58nARIgARIIHwJ79uxxESyqJMhMnz69i1gxR44c4TNhjjRoBJBcasyYMeLMmTNuY4BbFYSKHTp08Dg+lLt586bHMlmyZJHvaYpog/ZSs2MSIAESCBoBfEYYOS7GlZTH24FCTI/PosKFC7sIGHkGx1uSkVMe9zVwVpw/f744fvy48sSw9xMTEyMFizivwSABEiABEiABEiABfxGgQNEiWQoULQJkdRIgARIggZAhcOzYMYcoEYdzPUWmTJkcosR69eqJpEmThsw8OBDPBE6cOCE0V0Q8enP4WN8yDkmVK1dOvPjii/IRwkRvnVb4epEACUQWgSlTpkhxIg4l6gOb8xAmduzYMbImHYWz2b17t8w+DWEislGrBDI0OosSVeqwDAmQAAkEkgAODBQrVsy0y65du4pOnTqJ6tWru5TF30UcEtAC4j8kfMFn46FDh0zb/eCDD6TIIRAxaNAg8cMPPxh2BQZr1qxRGsa2bdukOPHy5csu5cuWLSuGDx8umMBGCSMLkQAJkAAJhDkBOCkuWrTIZRaFChWSIkXnewNP04QIsUWLFoZFYmNjZWKBQMW9e/fkuq+n9WEkKPv2228N56d3IkKiBvBA4N7IzFl53LhxhmLNQM2f/ZAACZAACQSWwOnTp13EinDaNQuI5J2dFZkIz4xYdD+Pexu4KeLexSiwzw03xbgSRkHEuHz5clOIjRo1kvd/DBIgARIgARIAAayZGzku4nPJjoDTNISL2qUJGO1om22ED4H79+9LsSIu1T17zC5RokTSJRpiRVxwmGaQAAmQAAmQAAmQgF0EKFC0SJICRYsAWZ0ESIAESCCoBO7cuSNwyAWHQ1SycdeqVUvUrl1bXnA/YoQ2Aby+zmJE/PzPP//4NOgUKVI4hIgQJOJKly6dT22xEgmQQOQR2LRpkxQmrlq1ynByOGg5dOhQkTVr1sibfJTMCM5Ymihx165dSrMuWLCgFCXiwj0EgwRIgARCnYD+QL3ReJGcBYfTJk6c6PK05g6EjMkzZswQ3333nZtwL675B1Kc6Mk9EeOrWbOmgMOAWcDt8Z133nEr1rBhQylOfOGFF8ya4PMkQAIkQAIkEDEEevToIRO/OQeStOCQukoChK1bt4pmzZoZ8mjdurUYO3ZsQFkhoVn9+vXFs2fP4uwXh9kGDBggMPf48eM7yunvpyZMmCDndvXqVVGlShVx+/Ztj3PBGjWSojFIgARIgASijwA+I+BCp12qjjBw79UEi0yUE33vG9UZ4/4GQkUjsSHuZSBSxHoPBB/OgfUd7G2oBBMtqFBiGRIgARKIbgJIzmDkuOjp+7c3xIoXLy6cL6xJ8FyPNwTDuyzucyBWXLlypXj69KnyZCpVquQQK9KpXBkbC5IACZAACZAACcRBgAJFi28NChQtAmR1EiABEiCBoBDYsGGDFCXigrOHp8CCFbJm46pcuXJQxstO1QjAmWXnzp0OUeKRI0fUKhqUQoY1zR0RYkRkXmOQAAmQgJ4A3KYgTMQFUbQ+cufOLYYNGyYgVmCEHwEckoVLIq79+/crTQCfH5ooMa6s00oNsRAJkAAJBIEAPrcePXpk2nOCBAlcNne//PJLUa1aNTF58mQB4R6y1qpGIMWJGNOQIUPE999/H+fwWrZsKcaPH+9x+J9//rk81KePN954Q4wcOZKu6qovPsuRAAmQAAlEFIHevXvLQ2DOgQPuECmWLFnS41yR5b5JkyaGZRInTizdmJMnTx5QXl988YUYM2aMaZ+lSpWS90BaMrtPPvnE5V4CDpNIXtCuXTuxdu1aj+3h0OTBgwdN+2QBEiABEiCB6CCAtUlNrLhjxw6lScO1F2uS+I4OYXyqVKmU6rFQ9BCA8zXucY4ePeo2adzPQKQIsWK8ePHk89hrVU2+h/s1vGezZ88ePUA5UxIgARIgAVsIHDt2zOG4iM8eiBhVkzWYDQCfS3rhIhPSm1EL/+dx/zxv3jyxePFigTMdqoH7abgq4nxHiRIlVKuxHAmQAAmQAAmQAAk4CFCgaPHNQIGiRYCsTgIkQAIkEDACJ06ccIgST5486bHfDBkyOESJdevWFXDPY4QWgWvXrrmIEeGOeO/ePZ8GmTZtWjd3xJQpU/rUFiuRAAlED4ElS5ZIYSIOUhpFt27dpAgiSZIk0QMlAmaKJAYQJMItEZtfKgEROxIZQJiIwz8MEiABEghXAthsxX22WWTJkkX069dPLFy4UODAJL4zrVmzxqPLkFGbgRYnXrx4UZQtW9bj9Hr16uXRGaBnz57ye6U+IDyAAIFBAiRAAiRAAtFM4O233xZz5851QQBXYYgUy5QpEycaONY3btw4zuch+uvcuXNA0cK9AS6KcBsyi2TJksn7Bxzox1oB1gOcAyIA3DuZBfrzlEjBrD6fJwESIAESiFwCWKd0dld88OCB6WQhfK9ataoUKuIRh60jMa5fvy7Sp08fiVPz25yeP38uEy/hevLkiVs/ECTivgbrPQisf9+8eVNpPEj6Ghsb6+IwrVSRhUiABEiABEhARwDJ5o3cFs+dO2eZFUT1eqdF/Jv7+pbRhmQDf//9t0yqNX/+fIGfVSNz5syiQYMGUrDIxMSq1FiOBEiABEiABEiAAkWL7wEKFC0CZHUSIAESIAG/EoBzBzJB4gApNu7MAgsKtWvXliKDAgUKmBXn8wEksGfPHoczIsSI3iwa6YeJg9fO7oj58+cP4EzYFQmQgJ0ELl++LA8L4m93oAIidwgT4zo0COEDXBPpuhuoV8RaPzh0qrkkQpSomo1Tc1iGKBGHfBgkQAIkEAkEcGARiV1UomvXrmLbtm1Kh/aN2hs0aJCAiCGQgc/nadOmeewSDoh6UQEq4NADfg/HdudA9uURI0aIRo0aBXIq7IsESIAESIAEQpYAhHg///yz2+clRIo4sG4UWOv797//HeecihYtauo+6A8g+P6P9QZVd2jcS7377rvilVdecRkOEqHduXPHdIhMeGCKiAVIgARIgASEEJcuXXIRK164cEGJC/bF8FmFq2bNmkp1Qr0QkhxASIf5fPvtt6E+3JAb319//SVFikaJmDDYjh07SjfFr776SooOVeO9995TSs6g2h7LkQAJkAAJkIAzAXy/hnBRuzTHxatXr1oGhXNierdFJGxkRA4BvH8gVsSF9SjVSJo0qUzeALEirsSJE6tWZTkSIAESIAESIIEoI0CBosUXnAJFiwBZnQRIgARIwC8ENm3aJDdTFixYIMyyiGquRxAlYlOOEXwC2EzFQhAO/2qPRhk8VUaaKVMmN3dEZj1TIccyJBAeBLp06SJWrFghcubMKfBz+/btRerUqf02+FmzZklxIjY6jGLw4MGiT58+fuufDdtD4OHDhw6XRIgTT58+rdQwBO6aU2KlSpWU6rAQCZAACYQTAWyu7t+/3+9DDsbnJQ5wVqhQQSDrsqeYMGGCaNasmUuRLVu2SHGi3l2yfPnyUpwYl9jC7yDZAQmQAAmQAAmEKAGI9PD92TlwoA8ixZdeeslt1Lt375YZ6T0FvvuXLl064DPGPDAf1dDEiAULFhT4Drlr1y7lRGs4+I/7FQYJkAAJkAAJqBJ49OiRi1jx4MGDSlWzZcvmIlbEv8MtkBDB2aEY9xg//vijSJMmTbhNJejjXbVqlRQq4p5MH0jMhKSMS5cuVR5n/Pjx5b5NyZIlleuwIAmQAAmQAAlYJYDExgcOHHC5jh07ZrVZkTFjRodoEQlsIWDEOTNGZBBYsmSJFCuuXLnSqwlVq1bNIVakiNUrdCxMAiRAAiRAAhFPgAJFiy8xBYoWAbI6CZAACZCAbQTgqKeJEpHx0VOkS5dOCgyQAbtOnToiVapUto2DDXlH4OnTpw4hoiZGPH/+vHeNOJXGJpmzO2KuXLl8bosVSYAEQpsAHHLffPNNl0EOHDhQvPPOO7YPHBvzECbGlUkYnydwZSpcuLDtfbNBewggGyIcEjW3RNXM4qVKlXKIEo0O0tozOrZCAiRAAqFBoHnz5gJiPH9GMJwTMZ8PPvhAfpabxbx58wQ2lrWYPXu26N+/v1u1xo0bS3FiOB7iNGPA50mABEiABEjADgIDBgwQM2fOdGkqQ4YMUqSod6Hfu3eviImJ8dhtu3btxJdffmnH0Lxuo3Pnzl4fVMM6AdYpvRmz6vdUryfACiRAAiRAAlFDAIk/kcQV1+bNm8WzZ8+U5q45K+IzumLFikp1glno+vXrUhygD+wJQriYL1++YA4vbPueNGmSFCrevn3bZQ5Zs2YVFy9e9GpeuXPnlg7YyZMn96oeC5MACZAACZCAnQSQtFYvWkSSRrNE92ZjSJAggZvTIu5NePbMjFxoP79t2zaBPaLFixeLW7duKQ8WwlXNWbFo0aLK9ViQBEiABEiABEggMglQoGjxdaVA0SJAVicBEiABErBEAJlBFy5cKJ0SITowi+rVq0uRAa5ChQqZFefzfiBw6tQp6YqoiRGNsnGqdousnXArcRYkIisngwRIIPIJXL16VeBv+j///OMy2blz58rf2xUQUU+ZMkUKGow24OHWCGEinBsZoUcA7w9NkIj7hCtXrigNskyZMg5RItyxGCRAAiQQLQQ6deokkDXfXxEM50TMBQcX8b1B5dDB+vXrHd8VP/nkEzF+/Hg3HG+99ZYUPDJIgARIgARIgAQ8E8Bn/4wZM1wKpU2bVooUnb+743AgnJw9BQ6379u3LyiH3G/evCldpvRuyna+/nBOhIMigwRIgARIgATsInD27FmHUBGCRVWBGcR9ECrisw/JeUJ1383oPgPssGb/3XffyfEzvCeAJLJjxoxxccP+6quvxBdffKH8HtJ6ffXVV2VbDBIgARIgARIINQLHjx93CBexJgER46VLlywPE8kSIFTUnBbxM5OqW8YalAbwHoGzIi7cV6sGklo2aNBANGzY0C1Bl2obLEcCJEACJEACJBDeBChQtPj6UaBoESCrkwAJkAAJ+EQArh4QJcLJ6t69ex7bgBBREyXaKVrxaeBRVun+/fsuYkSIEn09yIMMZHoxIt1KouwNxemSgBOBDh06iNWrV7swwUGJEydOiCRJktjCCgIFCBPXrFlj2F6rVq3E0KFDRebMmW3pj43YQwAiRIgSNbdEvYg1rl7wGVOrVi15zwDhO4MESIAEopFAz54943QLtsoDgj4I+4IRcDpEwgGVOHTokIBwAi7NcGt2DnwnQVtdu3ZVaYplSIAESIAESIAEhJDfmyEScA44CkCkiO9gCBwErFOnjikvHIwPVoIgOADBxdFfgfuw999/31/Ns10SIAESIIEoJ4CEPdhbhasixIpwL1aJpEmTSqEfrvr164u8efOqVAtIGaz7Yk3XaJ8Y39/hBNiyZcuAjCUSO9m4caMUJSLgCo3kkKpr7c48cB+IQ/oMEiABEiABEgh1AkiQrLktaqLFo0ePWh421kAgVNRfuF9hhAcBJK7SxIreJOFHsq2YmBiHu2KoJv7w5lX4/fff5TlArGMxSIAESIAESIAEjAlQoGjxnUGBokWArE4CJEACJKBM4PTp0w5RotkiUJo0aaTAoHbt2vLCAVOG/wngddm5c6dDlIjDvb5G7ty5XQSJcLNikAAJkAAIwDnXSOCARX29aNEXYth8gDARF4TW+sAhDBwa/Ne//uVL86zjBwLI6qwJEiFOvHv3rlIvlSpVkgdiX375ZVGqVCmlOixEAiRAApFMYNCgQeKHH36wfYrBFCd6456YKFEieVCzW7duYs+ePS4cXnjhBSlO5Oe/7W8PNkgCJEACJBAFBHAvgO/YzoFDWhApYu324MGD8tEssD64fPlys2J+e37IkCHi+++/90v7cJrEoTUGCZAACZAACQSCAA7f4/svLogWjdbBjcYBNyCIFbGeiivYMW7cOPHpp5/GOQwkH8J9SLx48YI91LDo/9atW2Lr1q3yPYFHiDOsBvbskQwyS5YsVptifRIgARIgARIIOIHHjx+7iRZxH2WWSF9loEWKFHFzW8yYMaNKVZYJMgEkt4Rg0duzKTVr1nSIFcPxtcZ9N+6/EW3atJEJQRgkQAIkQAIkQALuBChQtPiuoEDRIkBWJwESIAES8EjgyZMn0rUCTonIUm0W2BTT3BKxmMPwHwFkyXQWI+Ln27dv+9QhMrDq3RHDcTHGp8mzEgmQgFcEIB6EG65Rpt6OHTuKzz77zKv29IVjY2PlockdO3YYtoMDDTiQCAEDI7gEkLgAYkTNLfHhw4dKA6pWrZrjAE3RokWV6rAQCZAACUQLgY8++kh8++23tk43mOJETGTUqFFi0qRJSnPKkCGDePr0qdt9BgTtw4cPF0yaooSRhUiABEiABEjAkICRo3GSJEmkSBGJyjQ3RTN8WCMO1nc5fO+EkPL48eNmw/T6eYg006VL53U9ViABEiABEiABqwQuXLgg4ISiiRVPnTql1CQ+tzR3xVatWgkkHwh04LO5fPnyAvsGcUXdunXFlClTRLJkyQI9vJDvTxMkQowIh819+/b5ZczY04EDI4MESIAESIAEIoXAyZMnpXBRc1rEz7inshoQ9OudFgsUKGC1Wdb3IwHcQ82bN0/gnIk3wlUkT0ZCTFwFCxb04wjtaRoJxJFI3Dlwj4dEXilSpLCnE7ZCAiRAAiRAAhFCgAJFiy8kBYoWAbI6CZAACQSIAJyE2rdvL7/YvvHGGwHq1fdutm3bJkWJuO7cueOxISzGaKJEZBti+IcAFtb+/PNPhyjRykEcvGbOgkQssDFIgARIQIVAhw4d4sxEN378eNGyZUuVZtzK4G8ahIlxuUbhbxZcEyFQYASPAF4nTZCIx2fPnikNRsvojQOv4bDArzQpFiIBEiABPxAwcx7wtstgixO9cU/E3HLmzCnOnj3rMs1mzZpJ58RMmTJ5O32WJwESIAESIAES0BEwShyQMGFCMXLkSDF06FAlXp07dxaffPKJUll/FDp06JCoV6+eQGI9uyJfvnzSqYhBAiRAAiRAAsEm8ODBA7kXiM8lCBa3b9+uPKRy5cpJwWLTpk0FnBYDFb/88ovo27evx+4wnlmzZomsWbMGalgh2Q8EidiDx0F6XNj7VV1jtzohJH5CAkgGCZAACZAACUQqAexH6EWLhw8ftjxdJHfCmSrczziLF4ORHMLyZCK8gaNHj0pnRQgWL168qDxb7E1pYsWKFSsq1wtkQZzf7Nmzp1uXSCI2e/bsqL/PDuRrwb5IgARIgARCnwAFihZfIwoULQJkdRIgARIIAAGIE9u0aeNwg4KIDyKOzJkzB6B39S7OnTvnECWaLdKkSpVKihKRsRpX+vTp1TtiSVMCly9fdhEjYjPy0aNHpvWMCuC10rsjpkmTxqe2WIkESCC6CSAjGzKzxRXYUM+bN6/XkGbOnCnFiceOHTOsC8fE3r17e90uK9hDAPcE69atk8LEDRs2KDUKh0uIEiFIxGOePHmU6rEQCZAACUQ7ge+++05ZHGDGKtjiRIzvww8/FBMmTDAbquN5uCoUKlTIUadXr1628VAeBAuSAAmQAAmQQIQTMHJsjhcvnnj+/LnSzFOnTi3dfRInTqxU3h+FsLZup0gSa/dff/21P4bKNkmABEiABEjAEgEI8yFog1gR182bN5Xay5YtmxQrNmjQQB629mdAYIe9YrO9ZSQegpgxkOJJf85bpW0kAYY7prMg8enTpypVbS+DNfuVK1cGzQnb9gmxQRIgARIgARJQILoOi8YAACAASURBVIDPXWeXRQgYcZkl6ldoWp6L0LstZs+eXaUqywSAAASrECvi8salOmXKlKJ+/fryHhr30qESuOeuUaOGMDIziMb77FB5XTgOEiABEiCB0CRAgaLF14UCRYsAWZ0ESIAE/EwAixo44ACBmXPgS+OcOXP83Lt58zh4AsHJggULxG+//WZaoXLlyg63xGjaQDIFY7GAszPizp07xZkzZ3xuEdmRnAWJOODLIAESIAGrBP755x+BzwA8GkW6dOnEwYMHveoGf+8gTMTnkFFApADXRP4d8wqrLYWxSK+JErdu3arUJrJEaoJEiBJz5MihVI+FSIAESIAE/o8Asrr26dPHMpJQECdi87d8+fLi/v37yvPBZn7Dhg3ld1N832zVqpXImDGjdE9E4hUGCZAACZAACZCAPQQg7oPITwsIGLxxEITrMz6ngxVY027UqJHbmruv4/nyyy9Fu3btfK3OeiRAAiRAAiQQEAJwgdHcFfG5DYcY1cBnPUSE+PzOkCGDajXlcuvXr5f74WaRLFkyMXnyZOmGHOlhlBQi2HPGXsuqVasEnKAYJEACJEACJBDNBP7++28pVHS+kNTfauDMhN5pEfsejOATgAMhxIpIyuxN4B5ac1dMmzatN1VtL4v7uE6dOhm2i/tsJEHFeQ0GCZAACZAACUQ7AQoULb4DKFC0CJDVSYAESMCPBG7fvi03enbv3u3Wy6RJk0TTpk392Lvnprdv3y5FifgCbpZtM1++fA5RIgQHDGsEwPuPP/5wuXxtEc6VendECEQYJEACJGA3gddff10sW7YszmZjYmLEjBkzlLp9+PChFCbigmOsPrCwC2EiDwcq4bSt0K5du+SCPK4dO3YotQvnDNwbaG6JWbJkUarHQiRAAiRAAsYEVqxYIbp06WIJTyiIEzGBjz/+WHzzzTeW5uJcOWnSpA6xIgSLuCBe1ASM2iN+j0MADBIgARIgARIgAc8EPv/8c+kaWKFCBTF69GiZHV41UCc2Nla1uF/KnT9/Xh66whq81diwYYMoWLCg1WZYnwRIgARIgAQCRgBr7BArYr9Xc1dU7Rz7vtWqVZN72NhjtCtatGihnPBg2LBhokePHnZ1HZLtDBkyRHz//fchNzbs9Xz44YchNy4OiARIgARIgASCTeDGjRtuokVvEzTHNYdSpUoJXCVLlpSPuOLHjx/sKUdt/xs3bhRIGLpo0SLx6NEjZQ5ly5Z1iBVxTx2MwPrdnj17DLvGe+qzzz4T7du3D8bQ2CcJkAAJkAAJhAwBChQtvhQUKFoEyOokQAIk4CcCOBjxyiuvyMULfWTNmlVuGgV6seHChQsOUaLRuJzHmSJFCilKRCYgPOKQJ8M3AqdPn3YRIx45csS3hoSQi1TOgsS8efP63BYrkgAJkIAqgcWLF4tu3bp5LA5BYc+ePU2bXLt2rRQmwp3PKFq3bi3FiRAZMPxPAIJ5CBLxehglVDAaATJsa4JEPEIszyABEiABErCHAA4VtmzZ0ufGQkWciI18CBfu3r3r81ysVsycObP8HgtnhgIFClhtjvVJgARIgARIIKQI9O/fX5w8edLymM6cOSPwmYnYuXOnV+3BKQkuPMEMZL7v3bu3pSGkTJlSHDt2zFIbrEwCJEACJEACwSZw6NAhufe8detWKVg0SgxoNEYkA4K7YrNmzeRlJQ4fPizXjVUD6x/Ojs6q9cKlHA6Hjx07NiSH+/PPP0e8u87jx4/FgwcPfLogAHauC+HC06dP5fXs2TOXR+ffmT2v1VWtEy9ePJEgQQJ5psT5Ma6ftXJWnk+YMKHA3wX9BddNo9+b/Q5zYJAACZBAOBPA32690+L+/fttSZZUokQJN9Ei/g4zAksA99FYX4Jg8cqVK8qd58mTxyFWtDPph9kAcL6jSZMmHoshEQjO3PBz2IwmnycBEiABEohUAhQoWnxlKVC0CJDVSYAESMAPBDyJE9HdiBEjRPfu3f3Qs3GTyGYNp8SVK1ea9lmxYkWHWyIWQxjeE9i3b5+LIPHixYveNyKEgAuV3h0xUaJEPrXFSiRAAiTgK4F//vlHVK5cWeDRUyxcuFDgMySuuHTpksM10SgLHTLMYZG0QYMGvg6V9RQJbN68WQoSIUw0S1igNYnkCnCm0NwSU6VKpdgbi5EACZAACXhDAFlPvXEvcm47VMSJGNOnn34qxo0b583U/VZ21qxZ8jsugwRIgARIgAQiiUCuXLkEDl0HM9544w0xatSoYA5B9o2ESkis5GvUqVNHzJw509fqrEcCJEACJEACIUcA+5IQK+7YsUM6GmLfUjWKFSsmGjZsKN0Vc+bMqVrNUe7tt98Wc+fOVa730ksvyc/h1KlTK9cJl4JTpkyRZwJCMZCEEO+NNGnShMTwcLYC161bt+Sj88/63927d89NdKgXFEJcCBEgI/gEjISNRr/DnhMu/C3Q/6z/XeLEiYM/MY6ABEgg6gkgUb0mXIRgET+fPXvWMhfci+mdFvl3zzJW5QYgUIRYEZc37pn4rPrXv/4lr7p16yr352vBtm3byrMengLjmD59uuA5Q18psx4JkAAJkEA4E6BA0eKrR4GiRYCsTgIkQAI2E7h586Zo3rx5nAf+kZF5165dAo/+DGS8higRF9wrPAWy+ji7JfpzXJHWNkQ2yE7kfN2/f9+naUKM6CxI9GXjz6eOWYkESIAEPBB4/fXXxbJly0wZ/f333wKbikaxYMECKU7E559RvPXWW2Lo0KEyAyzDPwTgbIFFalxHjx5V6gSfQ5ogEeLEZMmSKdVjIRIgARIgAd8JnDhxQjoXeBuhJE5EUoPy5csH1T3Rmd8333wjWrRo4S1SlicBEiABEiCBkCVw6tQpUalSpaCPL23atAJZ5oMdOMBevXp1gcRIvsTgwYNFnz59fKnKOiRAAiRAAiQQ8gSwjwmhIgSL27Ztk+6KEHOpRLp06eQBa4gVVdcqII7EfYpqHxgHkhfOnj1b5M6dW2VYYVMGLLZs2SLOnTsnr/Pnz8sL4gWcJwh2xMTEiBkzZlgaBkSAZoLCuJ53Fh4+f/7c0jiMKuMwPvasNDGcN4/6shCG6F0MPf3bm7J6h0TnuuCid2z09G9vyurdHp3dHSHw1ESfnh5VyvjjtcXro4kWPQkaPT3H/S7b/8uxQRIgASHk57tetKiaLNgTwCJFioiSJUtK4aJ2wcGW4X8CcFWEWHHDhg1edVavXj0pVkTiD3+cD8V6nEpiznLlysn77FBJSuEVRBYmARIgARIgAQsEKFC0AA9VKVC0CJDVSYAESMBGAlhsaNKkiThy5EicrUKEgcOj/ojLly87RIlm2TCx6Fq7dm2HWyLc+hjmBMBYEyNu375d7N6927ySQQkc4EFWUFwVKlSQjwwSIAESCDUCixYtEm+++abpsEqXLi1WrFjhVg5COAgTf/rpJ8M2IF6Aa6In50XTzlnAkAA2lzVBItwSIXhRibx580pRouaWmDBhQpVqLEMCJEACJGATAXzfwOeqNxFK4kSM+4svvhBjxozxZgp+LRtqfPw6WTZOAiRAAiQQFQTw/btLly4hMdcJEyaIZs2aBX0sW7dulUkDfTkAjaRKoSD4DDpEDoAESIAESCAqCBw+fNjFXfHMmTPK88ZeJsSKuDw5sXz88ccCyYK8CRya/vHHH6NmvxTCLjgvXbhwQQoW9QJGCBkhEvN3YA2nffv2jm4gaL127Zrjunr1qsu/nZ/Dz3YJLVOkSCFd83CA3/nR6HfJkyd3ER3GJTxkQkx/v3vU2sd7XUXIeOfOHSl21T8a/c4OJ3n8DYOTqHZlzJjR5d/Oz+FnnO1gkAAJkICvBPbu3SsdrZ0frTr9FipUyE20iM9Ihv8I4MwFBIs4Q+PN64czgZq7Yq5cuWwbIM7xYCxmAdOKWbNmyaQgDBIgARIgARKIFgIUKFp8pSlQtAiQ1UmABEjAJgIq4kQc8oeoLWvWrDb1+r9mlixZIoWJy5cvN20XX3yRRQcXMisxPBM4duyYizsiHMJ8CXzhdxYkYrGIQQIkQAKhTADuR5UrVxZ4NAu4LH744YcuxZB5F+LEuIRxcEzs1auXWdN83gsCOLAAUSIWx/GoergEn0maIBGPDBIgARIggeARgBu7N5uEoSa+w/diJCDAYaJgR7FixaTovnXr1qJgwYLBHg77JwESIAESIAHbCMBBcdKkSQLCOjjPIJA5P168ePKAFA7s+iLU82WAcFNCJvlQiBEjRogpU6Z4NRSs1//111/ykDuDBEiABEiABKKNANyH4ayouSviUTWyZcsmkwNArKj/zg1BEfZEVfYWnPuDYOirr74SLVu2VB1GRJe7ceOGFC7idcL9n+bAqLkw4jmrAbe+okWLinv37kkhonZvqdou7j8hIjQSEmpiQxXhIcbBIAFVAtgL04SMRgJGT89p5b0VAON7g1606EnUCAdaBgmQAAl4IgBnRb1oEYkCrESBAgXcRIv+cO+zMsZQr4tzFkgi0bFjR49D3b9/v1wPg2Dx+vXrytPKnz+/Q6xYpkwZ5XpGBTFO1UTgSAYCJ0U4KjJIgARIgARIIBoIUKBo8VWmQNEiQFYnARIgARsIqIgT0Q2ySSOrtB0B5z6IEnEQBdkLPQUy8ECQCMdEXNgsYBgT2LFjh4sgEZs/vgQWEjRBIh4zZcrkSzOsQwIkQAJBIwDR4bJly5T6x8HIpk2byrIQ4kOYuHjxYsO69erVk66JFAoooTUthM1UTZAIUeLFixdN66CAJtqAcAMHShkkQAIkQAKhQwCH/FQi1MSJGHMw3RNxSKhmzZpSdI/vv/g3gwRIgARIgAQimQAOriFhHQ5D4XuhN9nb7eSyefNmrxIs2Nm3c1sQZsbExIhDhw4pd4GDWUuXLlUuz4IkQAIkQAIkEKkEcF+hiRXxuGXLFq/Eao0aNZJixTp16khE06dPl/sAvkSfPn3E4MGDfakaNXUgwIL7Ig7HHz16VCaKhGDxypUr8nVDAiy8pt4mrYAIK3369MoXDrszSCAcCeD/BwQlqhf24rwJOHg6CxjxM9Z8jS5v2mVZEiCByCYAp2u9aBGf6VYCCTFLliwpDQy0K3Xq1FaajNi6K1euFJ07d5bzwz3t+PHjhYrgHOczIFbEdeTIEWU+uOfSnBVxZsOXePfdd6U7omrgHh19MkiABEiABEgg0glQoGjxFaZA0SJAVicBEiABiwSQTRCZHFUOPqxevVoUL17c5x4hRNREiRAoegpkfYYYUXNLdD7kisyK06ZNEwMHDozq7NBYSP7jjz9crmfPnnn9+qRIkULAmdJZkIgsnwwSIAESCFcCsbGxonv37srDhygRC6gQJuLCZ6M+sHiLAwlt27ZVbtcfBXFwcvjw4eLrr7+Wi/HhGBDPQ4youSWaJSrQ5li6dGnpJAXhhmo2vXDkwzGTAAmQQLgTKFKkiEASHE8Rik7EOACHQ/53794NyEuA71xwa9RcgEuUKMFkPAEhz05IgARIgARCkQC+F+Ig1Ny5c5XWqe2cQ48ePcSwYcPsbNLnto4fPy6/90KsqBLdunUTI0eOVCnKMiRAAiRAAiQQVQRwQF4TLGL9H47DqoF19xYtWoipU6dK0ZwvgYPTEydOjMp9bKwJQXzofGFv3/nfZutGGnOsnUBEiL3sxIkTC4imsBcOcRYED5qYsUaNGtK9koIFX96trBMNBPD9QlXMiHKqbqRwD82ePXuc4kXtObqMRsO7jHMkAWMCuAfbu/f/Y+88wJ6osv9/EWwodgQVUVBEiiJioQliBwWxrl0EFRvY6+5Pd+29913FXtaGHUERBEUFKQqIBRDFAuqiWLH+n8/dvfnPO0ySycwkmSTf8zzzJO+bKfd+ZpK5c8/5nvO2XZx4kUQFcWzDDTdcSrS42mqrxdllxW9LAjDmiH777bdMXxCXMx7dbrvtQveP5GEkEmOOjriUsEahid69e2cEiyuuuGKoTUlOgfA0rHGcc845x5xwwglhN9F6IiACIiACIlCRBCRQjHnaJFCMCVCbi4AIiEAMAkwu9uvXzxD4kM+6d+9uH0KjGBWsqJT4zDPP5N28U6dOGVEiVfz8RjbtY445xga88vl9991XM5Ul5s+fX0eMGEZUGgR8vfXWs2JEJ0qMIzrNe0K1ggiIgAiUmMA333xjunTpYngNYwgPyR6HMPGVV14J3OSAAw6w4sRyVzJ68skn7T3Q2d///veChJhheBRrnYULF2YEiQgTwwYgeIUbiEZkIiACIiAC6SfAcwbPLtksjZUTaSuBbFdeeWVRAeM4R5DIglO4YcOGRT2edi4CIiACIiAClUiASjoIFUl0F5RAKOk+kbCIZHppSdiGGILERGGMJH677757mFW1jgiIgAiIgAjULAHmpidNmpQRLL7xxhuhWCCKi5PEiGBr/NiNGzcOdbxKWInYgnziwzCigxVWWME0bdrULk2aNKnz3lsBsVGjRnmxIFRkHqpVq1Z519UKIiAC4QggcPEKGkkoQ4UtlgULFmTeh01Aync9m5DR/T8tz2PhCGktERCBOATmzp27lGgxbOxAtuM2b958KdEiY4paseuuu85ceumlgd0dOHCgueiiiyKheOmll2ysKHEqhVjnzp0zYkViFHPZ+eefb2655ZZCdm8LcZDQm+QVMhEQAREQARGoRgISKMY8qxIoxgSozUVABEQgIoFCxIkcAgcKFQ3DGtmPECUSSILjJ5c1a9bMihLZP0u2B8jLL7/cPmB6jW2ffvpp67ioNpsxY0YdQSLZJaMYAkSvIDHfw3+UY2gbERABEUgLgUGDBhmE8WGtZcuW5uOPP66TTc5tu9FGG1lh4m677RZ2d0Vb79Zbbw2sivDQQw+Znj17Fu24cXbMfctVShw9erTNaBzGmLCmYgRLpVaJDNNPrSMCIiAC1UqAZ7tsyVTSKk4k4JBkOXGd4P5zuvLKKxuS/SBI3GmnnYyexar1qle/REAEREAEikGAoFgCoRArjho1KnRVwShtQRTYt2/fKJsWZZu9997bTJgwIe++Z86caUi8JBMBERABERABEQhHgCpirrKiEy1SuSXI9tlnH/PRRx/Z9aPaOuusY+6//37Tpk2bqLso6XZUTZs3b57tt1v424kSw8zxI+wMEh96xYi1XuWopCdVBxOBIhLgmS1IuOgVMfI+jCHm5jeT+B+SvHmX9ddfP8wutI4IiEAFEyBew19pkbjGOIY/hoQR3oWqgtVoVJjeZZddDHGGQUYihzvuuCNWQodp06bZyooIFgvxpbVu3TojVmzfvv1SzSPxOP65H3/8saBT061bN3P33XfbStuyyifAc9rPP/9sY4p49S/Z/p9tG/ZHRVC+G7xGeZ9vmz///NPGOFMpmtdc78Ou599XgwYNDMldvAsVSv3/K2Sdyr9a1AMRqA0CEijGPM8SKMYEqM1FQAREIAKBQsWJCDTGjRtn6tWrl/No7NeJEidPnpxzXTKgIUYkeJUlV6AmD6ODBw8OrGy1wQYbmNdffz0ChXRtwuTtm2++WWeJkpUTrogR3UL1Ej2Mp+tcqzUiIALFI/DUU08VXFGQexDiOb8dd9xxVpyY795XvN78d89Map199tl2ctVvG2+8sb0/p8kIVkCUSMVjAkiZ8AtjVJFCkIiAo1KCNcL0S+uIgAiIQC0S6Nevn5k4ceJSXT/nnHPMkCFDUonk2muvNZdddlkibdtiiy1s8gAWqjrLREAEREAEREAE4hMg8IlEeIgVqXaYtPXo0cM8/PDDSe828v4I8uX5OFfAV4sWLcxrr70W+RjaUAREQAREQAREwJj33nuvjmDx/fffz2AhydILL7xgwlZczMYTP+1tt91WUCLgYp4bKp4hPgwSImYTa7r2rLrqqktVPPRXQQxT9bCY/dO+RUAE0kUAP2cYESMigGxGcL5ftMjfxArxyucyERCB6iPw6aefLiVazDdWyUcBIbRftLj22mvn26wiPv/ggw/seBNhVpAtt9xy5q9//as56qijYsfAcG4QK7J8+OGHofkgRu/Tp49dmItzdvXVV5srrrgi9H7ciptssoltQzVVLC8YQhk3WLJkifnuu+8MSU7cEuZv4mH9AsRc44AydrHqDk38W5CYcZVVVjEsPMsFvQ/6TPHIVXd5qEMpIyCBYswTIoFiTIDaXAREQAQKJMDD+l577WVmz54dessrr7zSHHzwwVnXxzlDgAjCkHzWsWPHjChxyy23zLe6mTJlihk4cKCdtAwyglIQNVSaff3113XEiPkEndn6x0O2V5BIMKxMBERABGqRACJ5KhQtWrSooO4PHz7ccJ8bP3683Q5hN8JEflvLbUweH3300WbEiBGBTRk2bFgqqjsypvBWSgzDjcxfBFuyIExEbCkTAREQgWogQMCF16mSK6OjWy/fOkGZHfNlbXTbhF0vbObGMOvhjPQH05P0ZtNNNy0oy2O+DJDcS5KwuNUTmzRpkhEkkvhAVQCSOCvahwiIgAiIgAhkJzBnzhzz4IMP2gCkbHPGhfIjOIPkcVTrSIuNHDnSHH744Vmbs++++5obbrghLc1VO0RABERABESg4gksXLjQihXxFTz77LMmbNWvsB0///zzbUB4Keyzzz4LFCEiTCR4OJsxF9O8efM6C5XLCOZHiNiwYcNSNF/HEAERqEEC/AbzfIfohUpq3iXfcx+/W07A6ESL7m/9btXgxaQuVzUBfg/8lRbz/UbkA4KPB9Fihw4dMkulCt6uu+46c+mll+bscufOnW3yjKSEmb/88outqsg8XSEFJhCXO7EiMSO0iwIWhRpjVJKOIVaUFU4AHzUJTIhjda9ekWEuwSECxaSMghzLL798xo+c732+z9mfq0aY7dXr8863btDnzCcHVWh0/4v76nz9xBPA2sUV5Huf6/Mkzxnf4bCCxtVXX91QwXbNNde0rwgeZSIgArkJSKAY8wqRQDEmQG0uAiIgAgUQQJzYt29fmxExrDEoRDzHwN1rM2bMsKJElnwP++uuu64VJbqKiWTlCWP/+te/DM6abNl9evfube68884wuyr7OjDnQZwsmwS7FCIQ9TaeB2rEM06UyMSqTAREQAREwJhBgwaZ5557rmAUXbt2tZMgTz/9tDnllFPM6aefXvA+irHB999/bw477DAzYcKEwN23a9fOvPjii8U4dKh9zpo1y1ZJRJj4yiuvhNoGJyDVpJwwEYehTAREQATSQoDf3aDsjtmcMO7/QeLCtPSp2tvhdT6R7ZEgOq8jJGymR54p8zlsvSx5nt12220z97O2bdtWO2r1TwREQAREQARSS2Ds2LG2qiLzAQRpxLETTzzRnHXWWXF2kfi2Q4cOtUFeQUb1Z+YNZCIgAiIgAiIgAskQIFjz1ltvNTfeeKNhnqgYRkJg7uEEw8Y1xDskbgiqhphrXEQVRK8IEQGi+5sAfZkIiIAIpI0Av2l+0eInn3yS+V+u9iJc8YsWibFp1aqVUeWftJ1ptUcEohEgFhLR4jvvvJMRLyJ2jmPEOXpFi+3bt6+IKn0IonbZZRdDTGcuYzx4/fXX23WTNhJuMZf1zDPPFLTrli1b2rFtFOP3/O677zbdunWLsnlVbfPbb7/VERz6xYf87f0fSVyjGv5S/LIsK6+8cua9+1+2/xM35Kr4OV9vEs9HUftRS9u5RMteESOxDsQ98AzMa7bF/znbRTWuHWLSvaJFJ170v7IOMQAyEag1AhIoxjzjEijGBKjNRUAERCAkgSjiRHaNUAPBBkYVDCdKnDRpUs4j8+DgBImIE3FuhLUff/zRHHfccYbKjNmMgScZLJkUSKNRNQRRCaJEXj///PNIzUSI6BUkqhpHJIzaSAREoMoJIC6k0mASRiZgKvx26tTJUPWXhUmxUhpZQvfff3/z3nvvZT3sfffdZ++zpbTp06dbQeJLL71kBfdhbI011jA9evTIiDgU4BCGmtYRARGISoDnFZfhEecK1XURHebK7ug+w2mXhJEtMV/WxqDPc22TrWph2GyOYTJA+rM4eisv5svw6F+XzKujR4+2OPfaay+z++672wyS2TI8BmVyDJP9MalzFua84wxp06aNHR+Q3IDnUBwiej4LQ0/riIAIiIAIiEDxCRBM8+STT1qxYtjnVX+ryBw/bdq04je2gCMwT77ddtsZqiD5jfEW4xOZCIiACIiACIhAPAIEaRJETfKiqP7cQlpA4DTJksJWjSDp7QcffFBnef/99w3jhGxG1R9Eh17xoRMhUr1CJgIiIALVQoA54lziRSp7ZbNmzZrZiluIFVnce835VsvVoX7UMgH8g37RIr8VcYxxlVe0yJxMGistMm4kjiRbMQgvg4MOOshceOGFRRP/UBCDyoqMtfMlANliiy1sBfOo43F8oddcc43Zb7/94pzm1G7L3CALfIgB9lY89IoOC61CiX+amB78oLyy8JwSRnCIyFBWuwQQw4YVMy5atMjGbXDd8prv98BPFRFyLjEjcX747nktdXxf7V4B6nmxCUigGJOwBIoxAWpzERABEQhBgAqH/fv3L6hyIrulaiIZhqj4hzBx+PDheY/WoUMHWy2RZauttsq7vn8FHpQHDBiQNyvO2WefbcggnRabOXNmRoz46quvGgbWhRoTna4yohMlFroPrS8CIiACtUaACbYuXbqYQifawnJq0KCBad26tRUtOuHixhtvbBCgFMMINmDSNNfEK6LJKNUio7R3ypQptlIiSQPCBmoy8UMApauUKEdeFPLaRgREAAIEWgVldvSKEL0OmFzBBvmIkq3Rm9Ex6H2QM4bEKThgnMBQk97GBvQNGzbMJg849dRT86GP/DnnG9GjEz6SqTFfdkd/BkiunzjXDeOEXBkd/Z9xDclEQAREQAREQASKS2D+/PnmoYcessFPhQafMYbZbbfditvAAvc+ceJE069fvzpbEZRBgjyZCIiACIiACIhAPAKvvfaaOffcGC5lfwAAIABJREFUc/NWmYl3lKW3xsfwwAMP1Enwi+jQLV5BYrZ5C5IBtmjRok41RCdK1PxD0mdM+xMBEahUAog5/AJG/sYfm+33laqLftHipptuakUbMhEQgcolQJJTv2hx7ty5sTpERVYnWtxss81sXAkJsMptVAS/6KKLQjWDPtxyyy0GgWAxjd9exIosQdxPPvlkW/H2pJNOitUMYkmJKa0kI66X+CAnQnRCRO/fJFUJYwg1ndDQKzoMes//9NwQhqrWSZoAvn2Eim5xwkWviNH9j1cSG4c1hIzErLnFiRe9/8O/LxOBtBOQQDHmGZJAMSZAbS4CIiACeQjwENO3b19DYEah1r59eyu0+/TTT3NuygQdgkRXMTFqhpRnnnnGDBkyxAaY5jIeSMeNG2cFlOUyRBquQiKVpMgKUqjxkO8VJJKRTSYCIiACIlAYgUGDBpVMrOdahmjFVVdEtIioPImsw1QnPvjgg221r1z28MMP26qExTKCH6mU+Pzzz5tZs2aFOkzLli0zosSePXsWLcteqMZoJREQgVQTIGOn16HizeroFyNSCacQw4niz/KYTXToFxvisJElQwDHJ/eyc845J5kdFmkvCGC5Z7n7btu2bY1zIOOsCMr66M/wmO+e7W86z8pBGR75H4vXSRL1ubpIuLRbERABERABEahIAq+//rp57LHHbPK9XFWGXOd22mknc++992btqzdBAskRXLIE9+r/n/fvoPfsj2rUbnGVq/1/kxndm5iJpBhkM8+1HYFL/krc2Spz8/9cn7nK3W495uUZq7jFJe0I+jvsZxV5ganRIiACIiACFUtgzpw55rzzzjMvvvhi2fpAsiySLxJw+e6772YNulxvvfXMRhtttNSy6qqrlq3tOrAIiIAIVAMBBDLcDxArepdsz44EtjOHTNU0tyBclImACFQuAZJeIlr0ChfjJoRi3OZEi/xmEAtIYolSG3NcM2bMCH3YM844wyASLIUxR0ZiMcSKxKZgxx57rJ3DW7hwYewm7LXXXubmm2+OvZ8kdkB/vOJDvxARnznze/kM4SvxuSzOz+j3iSM4VPLwfCT1eSUSIGYkm4iR/xMf75YwMdx8n7yCRVd90fs/5sNlIlBOAhIoxqQvgWJMgNpcBERABHIQiCNOpDIUDo9swkY+d4JExImIBqMaQcpkp7zrrrtC7eLf//63FUGU0nggJqAFUSKijSjGBETnzp0zosTGjRtH2Y22EQEREAER+B+Bp59+2lZnSoM1a9bMVljkfsb9s1AbMWKEGTx4cN4qTsWqnkimaO5vJAv46KOPQjWfCfXu3btnKiUWq6pkqMZoJREQgVQQwIESlNXR62wpxLFEgHOQcyXb/1S9MBWXgfnkk0/qVABIR6uWbgXPlTzjUfGX58soyQZ4ls2V1dGb6ZH3YYQRrqU4EnNld0TMuNxyy6UVr9olAiIgAiIgAqkiQBADQU7ewKdsDezVq5dNRkciArc4AWKYgKFUdbyCGuOEjCQSQXzpX0g8EvR/7//0PFBBJ1xNFQEREIEyEUD0f8kll5gHH3ywTC3Iftj111/fVuzyixGpnCwTAREQAREoHQFipPyixffeey9wbpfkLV7BohMwIh6RiYAIVCYBxHMULfCKFqlyHccQKRIzyEKVRf5GaFZMoyJ3oUmvqaL4z3/+0xD7UirDV3fBBRcYktgmaRSMuOeee0yxk3pwvSB4J8bG+0oxEHzm2ar1evuKPxCfnxMg8ur9m/dKtJvk1aF9VTMBnvmJTfGKFr1/8z5MRVK+h8T+UYCmRYsWdnHvo8QUVDNz9a04BCRQjMlVAsWYALV5RRJgYBpmIXAt13o4xb3ZdeO+Jzuvy4CbxCulkHEqZ1vIChj283JWyqvIi8wYO9Dq37+/+fjjjyN1YbfddrMPO8OGDauzPRUlXLVEKkbFNQaDRxxxhJk6dWqoXe25557m1ltvDbVu1JX4LhCoyoJYg4pWUQw+CBLdwjUvEwERqA4CPKx6q+qQWS2oyg7/837G5BNBbiwEtLv3+f6GGvdC7q1uCfM3gVmucpS/UhT/z/a/SjhLVA4gu7C3gkAa2o3QsEOHDgU15e677zZnnXVWqG0QZW611Vah1s230iuvvGJGjRplnn32WTtuCGOIMLt162bFHF27dg2zidYRARGoIgLeyodBGR4Z2+czss15nSq5sjwqACsfTX1eaQSY43GCRr+wkb+9DhLGivnMZXj0Vl70Z3mU0zIfRX0uAiIgAiJQaQRcBW7/K5WOvaJC9565mUIrc2djQnIA5lq81QPj/M3+vJULvZUK3Xv3umDBAnPkkUfawKYbbrjBJknyVz70bkMSIW9FRvc+2yv+pXzruM8Zp+CfWrJkSZ0qknH+TuI6dJUlnWjRK2okg7yrWu19JQhMSR+SoK99iIAIiEC6CXDfuuWWW8xNN92U2LggyR736dPHXH755dYPJBMBERABEUgnAcQnCBURKrnXefPmBTa2efPmhtgqxEi8ski0mM7zqlaJQBgCxAdR2MArWpw1a1aYTbOug7iZ34h27dpZwSILvp4kjbHvhRdeWNAumUu5+OKLzb777lvQdoWu/Pzzz5tLL73U/qYWyyi2QcKyKAnGvW0ihtsJEJ0I0f2N7zyXIWTKJT5EBKV5qWJdAdqvCAQTYJ7dL1r0ChrzxbzwvfYKFr3vSbQtE4EkCEigGJOiBIoxAWrzshDAAUww/LfffmsX9z7of97PeU8wWhgFflk6luKDIsYgOBUnMplN3OL9O9f7WqvoQ8WKvffeO2v1wzCnumXLlmannXYyt99+uyHo0VstMSmhHcIIqkWFFZcgaKWCYZMmTcJ0IfQ6BE646og8AEd9+KXqhleQqFLfoU+BVhSBVBDg/kxVJ7eQVYf37tX7nuC2ajXumdxn+e1nodpr0Cv/K6cjhfvHU089lbrTMG7cOLPxxhuHbhfZmq+//vpQ6/fs2dM89NBDodYNWolAQoT3L7zwgq2USPBmPiPYcdttt7ViRESJnTp1yreJPhcBEahgAojq/Q4WHC08X+BgCfMs67I7+p0tLttj0mP5CsatpotATgKMQbNld+T/OE64t+czvotku/U6R1yGx2Jnjs3XNn0uAiIgAiIgAhBgDOoXGyLczyZEjEKNeVonVnOJnHglYRT3VIJKES5giNuuvfZaOzfi1kWQiPit3MJ/qj2RVX7KlCm2PdVkrkolYlLEpdkSgQX9360fJit9EDPOtUucEiRi9H6mIJNquurUFxEQgVohwJw6wc8EIZbb8HVTIZFqiTyb87yOiIWl2FV0yt13HV8EREAEqpEAz7NewSLCRURLQUlyJFqsxitAfap1ApMnT7YFGd555x0rXpw5c2YsJO3bt69TZRHRIkkp41jv3r1DF43wHocEGsyPMTeWpI0dO9aOzcMWsoh7bOZxmE9DDJrLECHiEw+qhpgr2Tcxzfy+I4Zkce8Z5zO+Z05RJgIiUFkEiIlxybrxG1AgiFf3nvFfNkPD4K+46PzyJMqTiUBYAhIohiWVZT0JFGMC1OaJEGCA6RUkeN//5z//qSNCRGTI+nHMZddlApr3roqge5/v1W3Het7suv6qh95su97Pcv0/WxVGb6Zd7zq5/o9zH0EmjmXva9D//Ou4v926YSoH5DonQYJGv+DCCTF4LXegQZzra/78+aZv3742kDEJ4zrbZ599zGmnnZaYY4Tr5sorr7QPsmGCnF0/zj33XHPsscfG7haDRISOPPQ+99xzoatGeQ9M9hqEIggSEW5IsBH7tGgHIlB0AgS3uQdG98pvpRMeEgReiFF90C2uGqH3f0Hv+e3wVkEM+552easthn3P/ZTfvEKWQqoKMKbwihcJgHcTb27yjYfvpI3f7kGDBiW920T29+abb9rggnzGeGro0KHm8ccfz7dq5nP63bFjx9DrsyIi/DFjxtgqiYgSGVvlM5JCbLPNNhlRIhPhMhEQgeohwD3B72BxzpZ8gVr85jsBohMcev/mvZJ0VM+1op6knwDfWSdWzCZmzNULgu2dU8T/WowxXPqJqoUiIAIiIAJJEkAs5ipwf/rpp5n3/M8rPnTCwLDHJkMxznwCjLyv/B9xoVeA6N7nq8yN/2H06NFm+PDhds6YpH3du3cP26SSrkf1xCFDhpT0mJVyMOZA/AJGJ17Et8fcoLeatXvPPFtYw3fkFTHyDESwoH/hWpSJgAiIgAiUlwC+4DPPPNN88MEHJW0I4w7uCwSUk8zQCRDxmShRUElPhQ4mAiIgAmUj8OGHH5oZM2ZYsZJ7zSZa3HLLLa3/l1cW+VjKdtp0YBFIhADfeaotOtHi9OnTY+23Q4cOdaostm7duiDRIolpe/ToYaLE3jLnwRzZ1ltvHasPbIyYk8qMr776aux9RdnBnXfeaRBrksQbIblbeFbAT54rzpYq517xoVeQiBBRJgIiUFsE8G1440+dgJHXXAUvmA9AvMg8waabbppZ4lZ5rS36tdNbCRRjnmsJFGMC1OY5CXgrHvkFiN7PCq2CxKAT5yI3jKDXXJ8hLqy1an5JXKY4iF3mXBzJOJVZ3Ptc/+OzQg0Hs1ew6MSM3v/xPm1O5qTFiV5uXPcIH0844QTTpk2bQpFm1qda4sCBA61AsBBjYIbAIop4FKExFRKpGIVAoxDxjWsjQiMqR7kKie3atSuk+VpXBESgBAQQPwc9ALr/hbnf8/vPb74LNPK+936Wtt//JPEiHOe32gULMmYKes//+H3NZwQI+rOFuck7Ju4KNdpGxVqOnxZDmEnWY6oPn3feeSZfpWFEggMGDDBUEg5rVDK+7777Qq3Ofe6ll17KiBLDVFciqNMrSiykCmSoRmklERCBkhLgnufN8Oh9z7NxNqMKS1CWR4TXOKEQ1stEQAQqhwBjAJyqzBUEZXjMlYCLsUFQ1UWEjIzvZCIgAiIgAiLgxIe8+gWI/C/XuNNLD58J9x2v2DDX+2IHazLXQQVxAsBktUGAuSbOezYBo1fUGNbfxNyhV7RIoIlfxKgs+rVxfamXIiAC5SHA/PghhxxStIMzR0ZiH37fESIyt06wOL4P/b4XDbt2LAIiIAIVTSCMaJF4KCdUdMLFMIlxKxqMGi8CNUBg9uzZNm6RqoFUWmSJavxOMGfF2JNxKAvvcwlcbrrpJnPhhRdGOiTzcMcdd5w544wzDLGjhRpVZi+55BIzYsSIQjdNfH1ivbPN65BsPkiEiN9cIsTET4V2KAJVS4BYRn/FReejR+8QZMwtOMEicfnufTXHplbtBZBgxyRQjAlTAsWYAGt4c7Lq4iT2LwRdOed3mGBsEDJJ7BUdIEZwggSy8PqFiPmCzmv4tKS260ECRie48L6692Gr+hE8gVCRBxEmhVj870sFpZjiRH8funXrZo455hiDWKIQwe2UKVOsODFKdcennnoqdEYeqkiMGzfOVkd8/vnnI50CgmAQJHbp0sWKEhGeyERABNJDgGxW7777rs1qxet7771nH/ByGfdz91vtfq8RlnnHAIX8pqWHRvlaQgIBr3jx888/X2pslksUzuQpk3zeB2ze5/rN5f7z5JNPlrzTjAlpF4H6ToxIgH6h1QUJavvLX/5is2UWYi+++KLNjJfNCKYbNWqUrZI4cuTIULtmkprACe513PPk4AqFTSuJQKoI+LM8cl8kE2Y+EaJfOO5EiQTMykRABGqHAM/OXuGi12GST7zIOAintzfDI3NpMhEQAREQgeogQFZ1klzMmTPH+lv8AkT+zjeHzjO/t+o2czDub+ZiXAVE+Vuq45qplV7w3fCKGRlPMR/mrWrN37nGUo4V34Og6ouMs0iCpSpbtXJVqZ8iIALFIPD999/b59Xff/899u5J6MXcOfPzzKfvsMMOdhwjEwEREAEREIG4BBDuTJs2zYqVeCXmwW88MyBW7NSpk70P8V4mAiJQ+QSI80S0SLVFJ1oMG+vs7z3iOuJWvIJF3jthHfvdfffdrUAyqhHH869//cvOV4Qx/E1XXnmleeSRR8KsXrJ1SDTCuB4+rVq1sq/4yVXBrGSnQAcSgZolQLwgv40krWAMSAVXXvl/kDEP4fXDu/fFTuBYsycoZR2XQDHmCZFAMSbAKt58yZIldQLcGZR7xYhhsu8yMeyEht5X//+kNK/iCyli1xBbIFbMJWLks3yV+AjC8IthvH8nFQBMQGH//v0jCf8iIrKbUV1p8ODBZv/99zc87OYyHlLPP/98gwO/UNt7770N2XyyGb8NCDeojvjqq68Wunu7PgEyiDMQX2677bbKfhOJojYSgeQJEASH2MIvSMzmVM4mGOe3l4wzstIT4J7qH8e5MV02wTrJI5xo0SteZHJ20KBBRevESiutlBEgOhEigkQmJamkG9cQDe23336WRyG22267mWHDhi21CWwR4iNKDFuNkX7hvEJ8z32PRAsyERCB9BNAEO7uh95XAsODjN9Rb5ZH73vGvTIREAERyEeAeTdXidwJF91rtrmQJk2aBDpKVD0iH219LgIiIALlIcDcCiLEoCVfEihazPNkNgEiY07uCzIRqFUCJJIKEi46ISOf8ZyXyxAwMi8VtDRq1KhW0arfIiACIhCawMEHH2xGjx6ddX38+EG+JvzfiD+oTMNC4LJMBERABERABEpB4LvvvrNCRa9okUSVXsNnja+XuCb3qiTMpTg7OoYIFJ8AsaiIFr3VFvPNHWRrFUU3ELM40SLxUmeddVakuE13DPZ53nnnmcMPPzwrDOY9rr76anPvvfcWH1jEI+yxxx7mqquuiri1NhMBERCBZAngk3diRa9wEQ2N3xAnBokWVZAg2XOShr1JoBjzLEigGBNghW/+008/WTU4P668ErRNwDpB2/kqrFEynMwVQQuiL0SITCrLRKCYBMiCywCBwOCghey5uYzr2Ft1EdEATg8WnM5hjIDBvn37WjFluYxqgwMGDLCikdVXX71OM2B04oknWvFEFGNybfz48XUCWvi9QIxIhUSyCEUxgrQRZnTv3t2KNHD2y0RABMpLgHHA5MmT7eKqI5KRPMjIJO4m0lxmK77XuveX9xwWenQeprmP8YDtXbIJbnjQjpo1zrUNQb3LRE92NxYnRiymWA9H0gEHHGAIUCvUqArM2AAjgI17IPfVN954I9Su2rZta51ULNz7lIE/FDatJAJlI8DvYpAYMahBOILc/dBleeQ5gkBxmQiIgAgUiwDzIIzd/c4SAmiCjHGM31mSq2J2sdqt/YqACIhArRLIJkLk/9mM4EZXdRsfjLf6oRMlknFcJgIiEJ0APh2viJH3LC5JRK4qjMxhZRMvkoBLJgIiIAIiYMwDDzxgLr74Yjsfjl/h22+/NX6RBwl1qEi11VZbZQSJSSQrFH8REAEREAERSIrA7NmzrWCRGIq33nrLzJkzp86u8X37BYtU/5WJgAhUBwH8Lk60+Oabb9o4yV9++SVS5/Al49eJa7169bKFJrwxosTBXHfddTbxdpCoJu4xC92exE7MaRJH7l557xbFiRZKVOuLgAiUmgBjPr8vPptPB//NFltsYTp27Jh51dxGqc9YsseTQDEmTwkUYwKskM0RFzgRovc1VxZeBAZUQcomQlTAZYWc/BpvJg+EXuEi4lvv37lEhUwYObEiD4i8d6+uWiGDkL322suKJNNiZKM8/vjjrXOc7zvCRf8EWSFtpeoiTiHEGCwEQUYx2PGAvN1221lBogZgUShqGxFIjgBZvtwkOhPpvCcAx29UQ/YKEd17BBmy6iWwePHipUSLOF4KyQ5HAgDEh1wzBFVyH0WYyPtSG9UNDzvssEgTsf369TNnn322FSSywCGMkeHZiRJ79uxpVLkoDDWtIwKlJfD9999bJ5JfjJhN4IOYx4ny3f2wHL9ppaWko4mACFQSAeY8vJkd3fs///xzqW647L1e4eJmm222VNKjSuq/2ioCIiAC5STA2JJkTywkd/OKEnMl+uHZ2T0rO0Gie1UFhnKeUR1bBIwhAaYTK/KKb8T9nSvYj4AUJ15kbqxNmzY2WQT/l4mACIhAtRPA907iW5ZXX33V/m56bZVVVskIEhEmErwnEwEREAEREIFKIsBzwqRJk6xYkQUfk99I1O4W7ncyERCB6iJAPKoTLfI6ZcoU8/PPP+ft5EknnWTGjBljpk6dmnfdfCsg8Lv55pttHObYsWPNwIEDTa5ES/n2V+jnxH02adLEzmviQyeWnHlO96qYskKJan0REIFKIMBvvd8Xj0/In4yJvlDMwCtabN++fSV0UW38HwEJFGNeChIoxgSYss0JRPJWRHRixGwiLESIrnINrwwYnSCRbBUyEah2AgwYvIJFhHxu+eyzz7J2H+cy3xEeMEv5cFfI+ejQoYMNiImatYdjNWzYMHL/GFBRJQpRBgINqlXKREAEykeA3zQ3Se6Eif4AOSaw+O3g4YjAGcQXTCjJRGDkyJFmyJAhS4EgWNIf8I7AH2E7zhYWhHrlzH72+OOPm6FDh5rff/+94BNJ/7jnhxH6U7nCZcfkvsf9TyYCIpAuAtOnT7cOH8bwvM6cOTOwgdz7vEJEVxnRJSlJV6/UGhEQARHITYAxkD+7I46TbHMe/OZ5szvybCATAREQARGoS4DfVQIQnSCR97mSuuFz8YsP3d+qgqirSwQqkwBjKa940fv+119/DewU82MIFZ1gkVcWJbWqzGtArRYBEfgvAZIaOkEir/4Ef2uuuWbGX4DfoF27dkInAiIgAiIgAlVFgKIRLg6DVxJjeo0KZ06s2K1bNyvkkYmACFQngTfeeKNOtUV/TOk//vEP89hjjy31OxGHBsLE/fbbz/Tu3TvObgK3RWS49tpr25hy4kCJh3EVEYk7l4mACIiACPyXAAkrGQO+8847mVd/XC6x+H4fPL4jWToJSKAY87xIoBgTYJk2J7iI4Ep+zNxCcNEPP/wQ2CIyVjghIg+6XlFimbqgw4pA6gnwfUKQMHv27Ixo0YkXg6oPpL5DERp4xBFHmGHDhoXaEgEKgkSWrbfeOtQ2WkkERKB4BJgIp2ocC1lqg6omEwDjBIkEHiPEkomAn8C3335rBg8ebFZbbTXTunVr6zThWqEiIhOS7733nhX6sBB8wH3Tb6xL5rYePXrYhYfuUti1115rLrvsssiHos3jxo3Luj1jbK8oEWGiTAREIB0ECBZ1QkRegxKLLLPMMmbzzTdfSoxI4JRMBERABKqdAGM8l+HRCRiZY/RXA0Kc7c3uiONE1WOr/epQ/0RABByBr776qo4I0QkSgyqnkZzNVdlG7O0VJCrRha4pEagtAiSTdYJFfErMnTHu+uabbwJBMG/mFy0S/CcTAREQgbQSmDFjhq384oSJiBSdMSbq3Lmz6dKli32VIDGtZ1HtEgEREAERKBYB5l1dZbUJEybYgHWv4WdHsIgfeocddjArrbRSsZqi/YqACKSAADE0/Cbcf//9NplkMYx5hcWLF5uFCxdG3j2xL8QD4Q9iLI8PfdVVV428P20oAiIgArVMAI0PgkWvaJH5Yr8hUPSKFonBVzK7dFw5EijGPA8SKMYEWILNqX7mFyPyt19dTVMaN25sxYd+EeI666xTgpbqECJQGwR4WDzkkEOyOpOrhQJZLK+55ho7KRZkOJV69eplBYk8lMpEQATKT4BsXE6UOGnSpDoNYuLIiRHdKxNMMhFImgDiWK9gkfdULPYaThcnVuR6LIadccYZ5t577421a7LXnXPOOTaQzBnCJYSIbilW+2M1XBuLQI0R4DfGiRCdKJGAUL8RJM64dbPNNrOvLMruWGMXi7orAiKQlwBzjl5nyYcffrjUNlSa9Wd4XGWVVfLuWyuIgAiIQJoJ8PvnrYjI+y+++CKwyc2aNcuIERElErxDIJBMBERABHIR+PzzzzNiRQSLbglKiMm8rau26MSLPMMqeFnXmAiIQDkIEJcyevRo8/LLL9tXf+Vo5tqcIJFXkoLJREAEREAEREAE/kuARNIIFZ1oEV+614i5QqjIouqKumpEoPoIzJo1y5xwwgmGJB+lsHr16llhIUnDEcgsWrTIEH/utQYNGmT85c5vrsSUpTg7OoYIiEAtE/j666+XEi2S2MJvxCMSm8/Ce4pHyEpPQALFmMwlUIwJMOHNCaz0VkXEKc4SZGThbdu2bWbBEU5lG5kIiEDxCZB15vvvv7dVS7/77jv7nlcCocl+xSvOZrJs+0UZxW9dckdA3Ew/sJ49e2YqJOIYl4mACJSfAJPZCBKp8MarNws3k05du3bNLIwZZCJQLgIIhl577TW7+MWzBLg7sSKva6+9dqxmUsni6KOPNiNHjoy1H7cxwV9kmuP75ESJBJ/KREAEykcA0bBXkMgztN9wvHiFiLxfa621ytdoHVkEREAEKpQAjhF+Z71ZHpnr8BvzBF7RIr+7MhEQARFIKwHmOxlPTp48OTOu/Omnn5ZqbqNGjeoIEV2FRImy03pm1S4RqDwCBAt6xYrufTaBdPv27e2Yyy3y1VTeOVeLRaBSCHz22WdWjOiEiV5/t5vTZ86cgLk11lijUrqldoqACIiACIhA2Qkwz4pYkRiPN998s057GN87sWK3bt3K3lY1QAREIB6BK6+80lx11VXxdlLg1iTnZa7Ba1Ru9SbxxX+jpCIFgtXqIiACIlAEArNnz66TODgo9snFKjrRogSLRTgRAbuUQDEmZwkUYwKMuTmV2Kh2xAOny9AbtEseQL1iRN7rRyYmfG0uAiUisGDBAjNz5sw6C04dvy2//PKGbDSUbUYYiDOHjJRODMkrIkgW9x5hZFB23aS7tuOOO5pLLrnErL/++knvWvsTAREokADirueee86MGTPGZvb3Gtn6vaJEfldkIpA2AtzDnFjx1VdftaJ+rxFgheNl9913N2SIL8QQ6VLl+K233ipks1DrDhw40Jx88skSOIWipZVEIFkCZJZ0mWV5ZXztN4Ibpq6oAAAgAElEQVQ0XVVEnCqqYJPsOdDeREAERMBLYN68eXVEiwTV+B3eq6++eia7Iw4TfqNlIiACIlAOAr/99lsdISKixE8++WSpprRs2dJWK3MiRF41F1qOM6ZjioAIQICqKn7hImMuvz+I5DzMpW255ZYZ0eKaa64piCIgAiIQiQBzcCNGjLDJ/0jm4DWe6UgwuN1225ktttgi0v61kQiIgAiIgAiIQF0C+LZJRO0WbxUdilQQq7XbbruZ3r17G0RHMhEQgcogQBz48ccfb5/ry2EktGee4IADDjBbbbWVWXfddcvRDB1TBERABESgQALoAYgNnjhxon2dOnXqUnsgNpi5GZZOnToVeAStHpaABIphSWVZTwLFmAAL3Bx1M2JEJ0oMCqz0CxHbtWtnlltuuQKPpNVFQATSTODLL79cSrToF2jQfoQZ22yzTWZp1qxZnW4xWXX44YcvlVWrGH1H6DR06FAzZMgQs+yyyxbjENqnCIhAFgLTpk2zosRnn33WkDnF2corr5wRJJJBr3nz5mIoAhVHgElZJ1jk9ddff830AZERQsU+ffoYqofnMipg7L333uajjz4qGoMVVljBDBgwwN4LlRW6aJi1YxGwAnyemZ0o0f/c3LRpU+tU8VZI1DOzLhwREAERKB8Bkit5qyziLKHau9ckWCzf+dGRRaDWCMydOzdTFdFVSPQLeqiA6JJbdOjQwb7XM16tXSnqrwhUHgHmzFxVa/ca5FciYY+rsMizM79zMhEQARHIRoAku4gSn3/+eZtQ2xlzbQgS3UJyXZkIiIAIiIAIiEBxCeAXQ6xIdUWvsAkfNUJFJ1aUT6y450F7F4E4BC6//HJzzTXXxNlFItsSc05cS69evRLZn3YiAiIgAiJQegI//PBDRqyIaNEvWMSv5ZJJIVhU0s3kzpEEijFZSqAYE2CezflBQJDoRIneTDds2qRJE6tgZsEJjjixQYMGxW2U9i4CIpBKAmTExQlERkoqP7H88ssvddraokWLjFixUaNG5txzzzVffPFFSfuz4YYbmiuuuMJ07969pMfVwUSg1gjwe4AgEWEiWWud4QTeZZddzE477WR/D2QiUE0EqLyDSJEMzSwI8Z0RUIVQkYX7odfee+89s//++5uFCxeWBEfDhg3NoEGDzHHHHWfIXikTARGIR4DvLs5WFhyvCI69xr2P7I5bb721XahuIxMBERABEUg3AaqTueyOvPoFi1T2wVHinCb+hEzp7p1aJwIikCYC/MZMmDAhUyUx6LmQyohOiIgfhuqIMhEQARGoBgL4h5xYkSR3vP/555/rdI3kk67C4rbbbmtIdLfSSitVQ/fVBxEQgYgESDCDKJEFX5QzqrLie2Lp2bOnKjVF5KvNREAEREAERCAJAiRgeumll+xCAiZnJJR3QkVeV1xxxSQOp32IgAjEJMDzOIUfiF0ptRFDSpVznv1doiL9NpT6LOh4IiACIlB8AlRYxB/mCkH4izhQEIn5HKpwK74/3vmQQDEePyOBYkyAns2XLFmSESM6UaLfCbTBBhtkBIkMBhVYmRx/7UkEqpGAEyryyoTT4sWLU9PNPfbYw1xwwQWGCjYyERCBZAiQBc9VSvRmqm3cuLEVJbJ07tw5mYNpLyJQAQRefvnljFiRh2xniHMRKlJdkWB3qgl7Py9V1xAqHnXUUVaoSAUOmQiIQHgC48ePz2SB9Wf5QpCIENGJEvXcHJ6r1hQBERCBtBLwChYnTZpk5s2bV6epJG1DsOhEiwTayERABEQgiABBPq+++qphPMmrf76UORR/dUQJcXQtiYAI1BKBGTNmGCdW5HXOnDlLdZ85ZoSKBKpovrmWrg71tZYJELT25JNPmuHDh9dJikm2fQSJBK9tv/32tYxIfRcBERABERCB1BJgbvXFF1+0C3OrzurXr2/69u1r9txzTytalImACJSewK+//mquuuoqc9NNN5nffvutJA2guIRLRMTrRhttZOrVq1eSY+sgIiACIiAC6SFAQguvYJGKi85WX331zHwPcz4rr7xyehpeAS2RQDHmSZJAMR5AnDoETrvljz/+qLNDMvG6Com8rrvuuvEOqK1FQARqmgBCRUSB7777bio4ENxz6qmnmqOPPlpZNFNxRtSISiXw2GOPmYceesgG13kfEpwoURlNKvXMqt1JEhg1alRGrOhPApLkcaLsi8zS3AsHDx6sDPRRAGqbmiBAVQeyvOI8HTt2rPnpp58y/UaE0qVLF9O1a1f7SoUbmQiIgAiIQHUTYE7VOUx49TpMCKxx2R1xmJDwTSYCIlC7BKiujRDRiRLnz59fBwYBOIhrOnbsaKskNm/evHZhqeciIAIiEEBg0aJFtrIiYsXXX3/d4GfyGn4eJ1bklcQRMhEQgeog8OOPP1pBIsLEV155JdOptdZaK1MpkSQxMhEQAREQAREQgcoh8Omnn2b8bW+88Uam4SRs6t+/vxUrEqMqEwERKD4BnrOHDBliPvjgg6IejHlPkvvyyveb+BSZCIiACIiACPgJUFyNeCwW/71phx12sMmpiEdu1qyZ4OUhIIFizEtEAsXCASIecIJEv0iIzLxkpXCixDXXXLPwA2gLERABEchBgCoDs2fPNmQLp6oiFdcI+C6nIca+4oorDBWtZCIgAuEI8F1GlPjggw+aBQsW2I0IBiGz3c4772x69eoVbkdaSwRqjABZ50aOHGluu+22Opme04BhtdVWM0OHDjUDBgwwK664YhqapDaIQFkJULUBQSLCxIkTJ9ZpS5s2bTKCRISJiFFkIiACIiACtUuAYBonWMSp7zXmW3GYUNWDeVeZCIhAdRNAsOwVJM6cObNOh9dee20rSGTZdttt5Uit7stBvRMBESgCAX5nESq6BR+T19ZZZ506gkUFrBThJGiXIlBkAszHOWGiq+LSoEED06dPH7P77rurUmKR+Wv3IiACIiACIlAqAp999pl59tlnzXPPPWe88yft2rWzQkUWJXIq1dnQcWqJAFUTiZO8+eabze+//55o1xs2bGjat29vfSIIEvk+M5aXiYAIiIAIiEAhBNAYjBkzxooVvUkt2AcxWswR9e7dW4XXskCVQLGQqy1gXQkU8wNcuHBhnSqJixcvzmy0yiqrGLLKuYVsczIREAERKAcBAsBHjx5tA3g+/PBD891335W8Gfvtt58577zzjMTZJUevA1YQARzDCBOZKHa22WabmX322ccuyy23XAX1Rk0VgfIQuOiii8w999xTnoOHOCr3wRNOOMEKFVdYYYUQW2gVEageAoxFX3jhBStKpDqWMxwnVMNyS9OmTaun0+qJCIiACIhAogT+85//2OoeOExwnFD1w9l6662Xye6Ig14mAiJQHQRIZsH3nrEkYmWvkfzFiRF5JdGFTAREQAREIDkCVKp1YkWCVfjba61btzbdu3e3okUSRiy77LLJHVx7EgERSIzAJ598Yn1PDz/8sKGykjOCzhAlsiipXmK4tSMREAEREAERSB0BqqY7sSKxrs6okvOXv/zFBqHLREAE4hPgu3bcccfZ4hJJGILETTfd1Cay33XXXQ0+EJkIiIAIiIAIJElg0aJFGb/7qFGjjEtmxTGY92WcyNKkSZMkD1vR+5JAMebpk0AxGODUqVMzokR/pQccMU6QiENcJgIiIAJpJPDtt9+aJ554wooWeTj+6aefStLMVVdd1Zx55pnmiCOOKMnxdBARqAQC33zzTaZaojcjdf/+/c3ee+9tM/7LREAEwhHg/kbgKtWDCZhi+fLLLw1VSb2JRMLtrbhrNW7c2Jx44olm0KBBxT2Q9i4CZSZAEDnZWVnI1uqM6jZOkLj99tsriLHM50mHFwEREIFKJeAVK86fPz/TDZJCuOyOqkBfqWdX7a5VAn/++aettO0W7xgSJp06dcpUSdxmm21qFZP6LQIiIAJlIcD8tVew+P3332faQXI9RIpuYe5LJgIiUF4CQUkxN9lkk4wocf311y9vA3V0ERABERABERCBkhMgTgyxIgtzMNgGG2xghYos6667bsnbpAOKQDUQwBeeROwH30F86IceeqjZaKONqgGN+iACIiACIlAhBH7++WeDSJFl5MiRmbEizd9hhx3MXnvtZYhprvXqvRIoxrygJVD8/wDfe+8989RTT9mF6mPOlllmGStI7NGjh33lgU0mAiIgApVG4K233jLjxo2z4utZs2bVaX69evXqDDSS6BsV4a666irDq0wEapUAlT9uvfVWu/z666+ZiV9XLVGVl2v1ylC/i0Xg999/N9zvHn30USvQd9WECZ4iYAoHDBkjvZmAitUW735x/my55ZalOJSOIQIlI/Dmm29mRIlkaHfWokULQzZWnCoElstEQAREQAREIEkC06dPtxkecZh45zYY67nsjszhykRABNJHgAytTpCI49ObTA2fC+NHEjiRFHLllVdOXwfUIhEQARGoUQKTJk0yVFbEvzRlypQ6FLp06WKrPCBYbNWqVY0SUrdFoPQEvvrqK1spkYqJ3riWfv362aSYfDdlIiACIiACIiACIkDi38cff9w89thj5oMPPsgA2XPPPa1QUUnfdI2IQGEE5s6da7p16xYpxrJNmzaG8Tp+9GbNmhV2YK0tAiIgAiIgAkUg8OOPP2aEivjvnK200kpWqMjStWvXIhw5/buUQDHmOap1gSIByk6U6K2USJYKglmcKJGgZpkIiIAIVAuBTz/91DqTWRBw/PHHH7ZrCBVbtmxp6tevbytSOWFHnH7PmDHDrLHGGnF2oW1FoOIIMNHrhIlkHcHIMIIwkWANmQiIQGkIPPnkk9bhQhAVRuD6McccY4M0vBUYuedRscNVZOR1yZIliTRylVVWscHz3GNlIlDpBObMmWMrdOPM5L0zAsoJSMSh0qFDh0rvptovAiIgAiJQIQQYYyFUROjkrVTPvC7jPZwmbdu2rZDeqJkiUJ0EfvjhB5utn+ziL7zwQp1Obr755oYq2wgT27dvX50A1CsREAERqDICzJmNGTPGJozg1VVjoZsdO3bMVGzbcMMNq6zn6o4IpIPAu+++a+666y5zzz33ZBrE943nHxZVNU3HeVIrREAEREAERCCNBIgPw7/HHI0z5mOOOOIIc9BBB6WxyWqTCKSSwH777WfGjx8f2DZiQxYvXlxnrL7HHnsYFpL8ykRABERABEQgrQTQCjzzzDPm6aeftsUhnG2yySbW577vvvvWlMBeAsWYV2otChSpYIQokYBlAlicofjt3bu3Xbp37x6TrDYXAREQgcogQKDQ888/bxfvAzSiQgRVG220ka38htCQSgWIG8PaVlttZQcsMhGoFQIM1J0wkQwjGILEgQMHqopUrVwE6mcqCRAwdeedd2aEik2aNDHHHnusGTx4cNb2Ut3DL1p0Akb+j8AxjJCfwJCbbroplVzUKBEIQwCxLqJElldeeSWzCZkdESQiTFSF0DAktY4IiIAIiEAxCTBnwTwvgsXZs2dnDrXNNttkMjyuuuqqxWyC9i0CIvA/AswjOlEiry4xGh9vt912VpTIokzhumREQAREoLIJUAmXOTeWl156qc48GRVxd999d7uQPEImAiIQj8CECRPMsGHD6vhcmZNj7hlfrkwEREAEREAEREAEwhLA341QkWX+/Pl2M+ZoBgwYYMWKDRs2DLsrrScCNUlgxIgR9ruy5ppr2gSJzIW+/fbbxsWILb/88laQyFKrVadq8sJQp0VABESgigiQGJi4fwSLxEg6owo3iS0o/lbtJoFizDNcSwJFnCOuWqKrZgQ+hAN9+vSxwsRlllkmJlFtLgIiIAKVS4DBBNmyECsiRnRGVUUGF3379rUTUzxYE/znFgYkPHD77YorrjCHHHJI5QJRy0UgJAEmmpww0QmWcAojTNx6661D7kWriYAIFJsAVYMRKrrK6QRIUVHxqKOOinRovvs4bhArIuBfsGCBffUKGS+66CIbKCITgUojQODTI488Yh2UrqLosssum3GoKKlPpZ1RtVcEREAEaofApEmTMk6T77//PtNxl91RAby1cy2op6Ul4DLxDx8+3Hj9L126dLGJLVjWWmut0jZKRxMBERABESgZAZcsgoq5bh6BgyNK32effez8mPzwJTsdOlCVEMBnS8VExlnOCARjadWqVZX0Ut0QAREQAREQAREoFwGSk95///3mnXfesU2guAfCK8SK6623XrmapeOKQOoJMEYnFv3FF1/MtJVkif3797e+dESKMhEQAREQARGoBgIkp3NiRdefzTbbzBx44IF2WWGFFaqhm0v1QQLFmKe12gWK8+bNMw8++KD597//bQOFnSEWQJCIMHH11VePSVGbi4AIiED1EZg5c6YVKuL8clmz6CVVEd3gol69epmOI1pkm1mzZplp06YZRIuvv/66adSoUfXBUY9EwEPg9ttvN1dffbX59ttv7X979uxphYmdO3cWJxEQgZQSYKIYoeJbb71lW4j4/vTTTzf7779/SlusZolAaQhQ3eaBBx6wz9CTJ0/OHJTKBySqwKGy4oorlqYxOooIiIAIiIAIxCTAfY3Mjixjx47N7K1NmzZ2XoOgXoJuZCIgAtEJfPzxx5ms+x988EFmR506dbKCxF133dWss8460Q+gLUVABERABCqOAMksqWrNgljxzz//tH1YeeWVM0JFAjdlIiAC2QmQdPumm26yCWOxVVZZxRx88MF2ady4sdCJgAiIgAiIgAiIQKIESPKLUHH8+PGZ/Q4aNMgcf/zxmtdJlLR2VskEeNa94447zD333GPmzp1ru1K/fn2z77772mXzzTev5O6p7SIgAiIgAiKQkwAarMcee8w8+uijGT0WlbcpYMS4sXnz5lVFUALFmKezWgWKL7/8sg2qRLXrjCxyTpTYokWLmOS0uQiIgAjUDoHXXnstI1Z01QcQdxPMR1DfRhttVDsw1FMR+B8BqnJQGQ0hLrbddttZYWLXrl3FSAREoEIIECSFUHHq1Km2xbvttps555xzlH26Qs6fmpkcAYLJeX5m+eabb+yOCXaiwkG/fv001ksOtfYkAiIgAiJQJgJUuWaeGKfJJ598YltBFmOXgEnBA2U6MTpsxRIgaJ6kkGQKd0biF8aOJLZo2bJlxfZNDRcBERABEUiOwA8//GC4ZzAOc4nC2Hu7du1sACc+JoRXMhEQgf8SILEewkTndyK4i+8JwsTllltOmERABERABERABESgqAQYs5PIlIRvGEnrESmyrLbaakU9tnYuAmklgO8cYSLLokWLbDM33nhj60fnuVbPtGk9c2qXCIiACIhAsQgwVsTnPmHChMwhmL9CqNi2bdtiHbak+5VAMSbuahMoDhs2zGZ0mTFjRobMnnvuaQeDysYY82LR5iIgAiJgjM2KzuDC60xG0HHYYYeZXr16iZEIVD2B33//3QoTb7nlFttXHMSnnnqqFTbJREAEKpPAww8/bK666qpMJdSzzz7bDB06tDI7o1aLQAEESEKBSPfZZ5/NbLX11lvb5+f+/fsXsCetKgIiIAIiIAKVQ2DEiBF2XmPcuHGZRm+//fbWabLTTjtVTkfUUhEoMYGvv/7aBqnhf5k3b17m6AgSWXr27FniFulwIiACIiAClURg1qxZVqiIYHHhwoW26Q0aNLDCKwJYlDCiks6m2po0gVdffdUKE0nCjTVt2tQceeSR5tBDD036UNqfCIiACIiACIiACOQlMHPmTPOvf/0r4z9caaWVrEjxuOOOs0nfZCJQCwTmz5+fESZSPRHr3LmzrRS188471wIC9VEEREAEREAEchKYPn26uffee83w4cMz65HIFJ97pWu2JFCMefFXg0CR7ItkqCCwcsGCBZbIeuutlymfvfbaa8ekpM1FQAREQAT8BCZPnmwD+ijb7Gzbbbe1FeQYZMhEoBoJkP0DceJHH31ku8f1ftppp5n69etXY3fVJxGoKQL/+c9/rEiRexu2xRZb2GqKVEeViUC1ERg5cqR9fh47dqztGhlQESWycO3LREAEREAERKAWCBAkz5wG478ff/zRdhmhPs95EurXwhWgPoYl4LLnI050tskmm5j99tvPfleUJTwsSa0nAiIgAiLgCIwaNco88sgjmXkJ/o/QHbEioneZCNQKgQ8++MBcdtllmeD/VVdd1QoTjzrqKDtfJxMBERABERABERCBchJgTgih4ujRo20z1lprLXPKKaeYI444opzN0rFFoKgESNJ2/fXXm9tvvz1znB133NEKE7t27VrUY2vnIiACIiACIlCJBObOnWuFiiQ4ddanTx8zZMiQio1Bk0Ax5pVYyQLFL774wgZVIk50QSSdOnWyg0EubJkIiIAIiEDxCSDooPLUfffdZ7766it7wHbt2tmAPrLeykSgGgh8+umn5uKLL7YVRLGtttrKVk3ccsstq6F76oMIiICHwJgxY8yVV15pCA7BcLD89a9/NWSGlIlApRN44okn7POzq4TdqFEjm4mdZY011qj07qn9IiACIiACIhCJwE8//WSdJsxruOR3bdq0sdkdCZKXiUCtEuDZiCC0l156KYOAKqMIE6k6KhMBERABERCBuATee+89K1Rk+fnnn+3uEMGrclxcstq+EggwB03CPGy55ZazokSu/YYNG1ZC89VGERABERABERCBGiIwfvx4O0c0YcIE22uS15955pmmS5cuNURBXa12AlRJvOGGG6w4ccmSJba7FGjAj7755ptXe/fVPxEQAREQARGITWDhwoXW53733Xdn7qUHHHCAGTp0qGnRokXs/ZdyBxIoxqRdiQLF77//3tx44412QPjHH39YAj169LCDQV5lIiACIiACpSfw559/2mA+Bhjz5s2zDcCRfMIJJ9jAJZkIVCqBF154wZx88slm0aJF1kmMMHHAgAGV2h21WwREICSB6667ztx888127Y033thce+21hmQoMhGoRALPP/+8fX6eMmWKbX7Tpk3t8zPJfVZYYYVK7JLaLAIiIAIiIAJFIUBmR+Y25syZk5nXILsjVYZlIlArBBg7EnT22muv2S6vuOKK5sADD7Tzey1btqwVDOqnCIiACIhACQmQMAKR4r///e9M0rD111/firVIGlG/fv0StkaHEoHiEnjmmWds1cQPP/zQHohnjZNOOsk0bty4uAeuwL3je8Y3N3XqVPPGG2/Yuc3PP//cvP3225nerLzyyjZgnEA3koqSYLRt27bWnycTAREQAREQARFIlgDjGHzmn3zyid3x4YcfboWKq6++erIH0t5EoMQEmAvFl46wAttll13M0UcfbTbbbLMStyQdh3v33Xft95ukQl775z//afbff/+iNnLs2LG2IAYaAWcky7vttttsjIOz119/3ey666512kLi8TPOOKOo7dPOCydw+eWXm4suuqjwDbNs4Z4BScDNM2DHjh1thTbuRfXq1UvsONpRaQgwF0jCplL/1pSmd7V7FIoe8bt91113ZSAMHjzYnHjiiRUzbpRAMeb1W2kCRSdMXLx4se05lRIJqlSwcPCFEDQQi3nJ2AnetdZayw7AWciKs+6665oGDRrE3bW2N8Y633TD1aVQ6QSoMkcWhFmzZtmu8DCAULF3796V3jW1v8YIMO5wD8m77babnchYb731aoYCgSFnn322GTZsWJ0+I9rs3LlzzXAoR0eD2Ldv394+uLVq1aocTarJY86cOdNccskl5s0337T9v/rqq21grkwEKoUAQeU4U6h+g22wwQa2Kqiu4/xn8Mcff7TBTjxTT5w40Xz88cd1gp+Y4OZ3uXXr1qZDhw42SyyBUHouzs9Wa4iACIhAJRAYPny4HXvjiMcIciW7484771wJzVcbRSASAYLMbrnlFjN58mS7PeOdww47zC44/WVLE0jS/7L11lsbKpw7vwvzLsxBLbPMMkJfAgJxg5pwuCOk8lYc3XHHHa3Yt5aq1Ws+qwQXaw0c4qmnnjL33HOPeeedd2xv8UkTwIKPSSYClUxg/vz55h//+IdhzIUxn0RgVrdu3Sq5W0Vp+3fffWdGjBhh7rzzzkzSjEIOxDiWDP2MYzfddFONpwqBp3VFoIgEFJxeRLgVumvFx1XmiaOYCCJFgs6x1VZbzZx11llWzCQTgUoj8Morr9h4EBJiYMzH8fzZtWvXSutKou3NFit28MEHGyrBF6vq+++//24uvfRSw5jBa3/729/MaaedVkd8FncuL1Fg2llOAkmPAbMdrG/fvub000+3+gYJFSvnokxqPMj4hN904nzQFcnSQeCjjz4yt99+u3nssccy48ZzzjnHJtRPu0mgGPMMVYpA8aGHHjJXXHGF+eyzz2yPe/bsaUVcOG1l2Qkk6SDPxbldu3bmlFNOMdzkl19+eZ2SGASSuuHGaELsTb/66iub6ZTAZyYiZLVLgOuZAYbLnkVGGwReZC6RiUCaCfDQQtVErmHs+OOPt8GotWYSKJbvjCugq3zsg45M4MgDDzxgPzr22GPNueeem64GqjUi4CNANkMEtQT1YQTl4ExBnCjLToCs7O+//74V5jMHQYb2QozqDjDGOePN4FjIPsq97gcffGArRU+fPj3TFPqEc47qSbL0Ecg373PMMceY888/vyhzNS+//LLp379/IJRau24q1RFaDXNQxf5WPvzww3Zeg2BiDLEJz4pKllds8tp/KQmQ1OL66683ZKfGSEZIMDcOQiVfyH0m8t2H455H/C4IcrjfFivwJ24bq2X7uPfyahMoRvXxaD6rWr4R6ejHyJEjrVCRpEFY8+bNrZiLSgoyEag0AvjNCaolCTfzK1RMZP5FVpcAgYTMyxEXVOi8XDaWxCsQ/MZviEwE0kQg6ngrTX0otC0KTi+UWPWvn9TcZC1+n9JwdeCLRKg4evRo25w999zTJv9ec80109A8tUEEchJgrInv895777XrbbzxxmbIkCGGxPWy/xJ4+umnbeEgr5G4l4IVbUpTKZ0AACAASURBVNq0KQom4ksHDRpkq6c7w+dOrI7fJxN3Lq8oHdBOAwmUagzIwUm0yPM2c+qKbaiMCzKJ8SDJxi+++GLz4IMPmlJUeq0MsulqJYnobr755sy4sUePHrZoCtVP02oSKMY8M2kXKE6ZMsVcdtllGec42aoRJiJykeUnUGwHub8FCBQZvBOYKYtGIIkbbrQjx99qyZIlNgia7yyT/LWWHTg+werdA84kAvoI1MAIkD/zzDP1IFC9p7yie8ZEKg+rZMhCdM99bffdd6/oPkVtvASKUcnF304BXfEZJr2H++67z1xwwQV2twSm43Ahg7tMBNJG4KqrrrKZC7H69evbcdfRRx+tcVeeE4UDm2qTPMN8//33sU4rglCy8yHQqrRAcgkUY516W2mTDP8IOkrl9Mg378M8GhUHqKCapJHF9MILL7Ri6CCTQNGYv/71rzZBT5qtkuegSs0VhxbzGgQUY4h/CXJddtllS90UHU8EEiMwa9YsK0x84okn7D6p8sa1rYz34RHnuw+H31PuNXfYYQebcIDqirLiEIgb1FQtAsW4Ph7NZxXn+qz1vZIYheosxAxgBK6QTLB37961jkb9rwAC/C4iTHTJ77hueY5Ye+21K6D1pWsiScPGjRtnzjvvvEw17ySPTuwKcxj9+vVTNcUkwWpfkQjEHW9FOmhKNlJwekpORIqaEXduspa/Tyk6jXZeCR/6Dz/8YMc4iBT32GOPNDVRbRGBOgSI+0DI4hJiIGRCnCirS+CLL76wcQZjxoyp8wFxMsVKihwkisxWtTHuXJ7Od+kIlHIM6HpFEnq+20rAWLrzHPVIccaDQUmOJFCMeiZKs93w4cNtfMmCBQvsASkaw7xZGk0CxZhnJa0CxV9//dU+sLhy8DzAkBVx3333jdnj2tq8VA5yL1VEHAxENbEe7VqLc8ONdsT4W+E0ePvtt+3DG8GYGIH7EijGZ1tNe8AJx2/DXXfdZbvVpEkTc9ZZZ5kDDjigmrqpvlQ4gWeeecaKE5k8bdu2rRUnbrrpphXeq+jNl0AxOru4WyqgKy7B4mw/YcIEm8Hn888/t8kYrrnmGtO1a9fiHEx7FYECCYwaNcret95991275f7772+dKXouyw8SUR4T1Dw/J2lUuuGcUIWoUkwCxWhnyjv57c57WgSK9AhnKwmlkjTuhUceeaQZP3584G4lUJRAMcnrLS37QsB+0003WdEv1qxZMxtcvNdee6WliWqHCIQmQII55umwZZZZxgabIE5cYYUVQu9DKxo7ftx1111LgqJVq1bmuuuuM926dSvJ8WrtIHGDmipdoJiUj0fzWbX2zSltfwl8vvXWW81HH31kD0zQM0lBNtxww9I2REcTgZAEENdyjc6dO9fUq1fPBlz5K5CE3FVVr/bbb79ZASfz7vmShm299dZ2Xp4q0yRmw7777jsrYJ48eXLOqotU0kAAOXDgQAWpVvUVld7OJTXeSm8P87dMwen5GdXaGlHj4/R9St+VMn/+fCtSdEImKqCRHEAmAmkiQBwYcYqPPvqobVavXr3MKaecYjbZZJM0NTM1beG3lqTI/u8y1VJvvPFGs8oqqyTaVnytp512mrn//vvr7DebjzPuXF6ijdfOchIIGgPusssukee533//fcMyceLErMfl+Y/kjPvss4/OTsoJRB0P0q2g3wEJFFN+wo0x+BCIt6QiL9axY0cbV9WhQ4dUNV4CxZinI40CxbFjx9oJ2g8//ND2bsCAAVYsUKrgrphIU7V50A8wpbYJnInCEycrk7vTp0/POcFLhQ4y+kY5RqoAlqExcW64ZWiuPWSQ01kCxXKdjfQfd9q0aTYA6rXXXrONJYCXiSpVoUr/uav2Fj755JM2GA9zFYFrvRqGBIrlu+oV0FU+9vmOvHDhQhssgSCDKqsET0ikmI+aPi8mAZwpBDs9/PDD9jAE6OBM6d69ezEPWzX7pnLycccdZyZNmpS1TwQ/4ZzyOqgIfiJJC4LQTz75JOu2lZbARwLFwi7tP/74w7zyyiuGLIzMlWClFuaFEUYwxmWOhvtWUvbcc8+ZAw88MOvuSs0hqX5F3U+lOkIrcQ4q6jlKcrupU6fa7I5vvPGG3W2fPn1sor2mTZsmeRjtSwSKQmDkyJE2yRxjIIzfcu4Tun6j4U7S/8KYkvOSy/fSuXNng4OdwHxZsgTi3ssrXaCYlI9H81nJXpfaWzABkkUQDMl8CAIlEkbwXC8TgTQRIInv//3f/9kmbbPNNva9Ap+XPkOIE0kCQ8BqkDiRoFL8dQg7t9xyS9OwYcOsp5l9EV+Er++WW24JjGVRkGqaviW115akxluVTE7B6ZV89orT9qhzk/o+Fed8JLFXxkBXXHGF3RVzGNznKymJZxIMtI90EkA8izhx3rx51ld27rnnqlBOiFP11ltvmYMOOshQTdEZ88jEyHTq1CnEHsKvgs/98MMPz8xbs+VWW21lE0ZusMEGS+0o7lxe+JZpzbgEgsaAxLecccYZsXb9zTffGApREIdMjIPfNJceC2/JNo46HqSBEiiW7DQV5UDcY4hhmTVrlt0/GgISZKfFJFCMeSbSJlDEOX7DDTfYXjGIOfPMM1Onio2JvKSbB/0AJyEc++WXX2wGArIMuIp53o4xuXv77bcbgjFlhRGIc8Mt7EjJra3Jn+RY1tKeyEhEAB8ZcBo3bmwHGGTZkYlAOQhwLyOIGiMw7+STTy5HM1J3TAkUy3dKFNBVPvZhj8yEGfcyMsM9+OCDNkBCJgKlJkByHwSzZGLHECZS/UYWjgC/tTigeHb1G8/Nxx57rBV65kq8g0Dt448/tgLRbMFPVLIkEC1JcVi4Hha+lgSKhTELCkQvtTAvjEAxlwOvsB7/d23mhP7+97/b4IJsVmoOUfqR5DaV6gitxDmoJM9b3H2RyRehIoG0a665ps3umHS10rht1PYi4AgsXrzYVox56KGH7L8233xzc+qpp9pgMVl0AsXwvzBGfeqpp2xAX1BgBecNMU6DBg2iN1xbLkUg7r1cAsX/ItV8lr5cpSJAArGrrrrKDB8+3B6SmALucyQYkolAuQnwvHzbbbfZZjC3RCJu2dIEqMjC/Dp8gsSJ++67rw1YRdhJBcpC7KuvvrIxR4gk/PtmjoS5wI022qiQXWpdEYhNQDE1xoqRiQ/xmoLTY19aFb2DqHOT+j6l+7STtJ55CxIHrLfeetaPsO2226a70WpdVRNgjo15fIy5UJ4dW7ZsWdV9Tqpz2aoacj8//vjjCx6n52oXvxX8dniN5wGEpa56elL90n5KS6BYY0DXi88++8xW33z22WeX6hjPhYcddlhpO6yjFUQg6niQg0igWBDqVK7M3BDJwIm7xPr162d1SWmIrZJAMeYlkxaBIo5WJh9dxnkyHZ544okxe6fNi+Eg91JdsmSJfZDkB8JvBx98sC3znSuTnc5QdRDQ5E91nMdy9ILM4Dy0vvzyy/bwAwcOXGpSuhzt0jFriwCZslz1FwKpmdyQ/ZeABIq6EkQgNwEmuZ5++mkrtCfQt23btkImAiUjwLMWwXgYjj2cKQqsKQz/6NGjzaGHHlonUIlkO6effroNICt00uv999+3SZbYr9fYJ5kke/bsWVgDy7C2BIqFQa8UgSK9uu+++xITTpFhlme3XJVHJVA0trpt3OyfhV2Rha8dx+lT+NGqcwuC45kXffHFF20HjzrqKJvtUSYCaSLgzRBOuxC4HX300WlqYsW2pZj+l5kzZxoSXfjvt61btzZ33323adOmTcVyS2PD4woU09inQtokH08htLRumggwBmNuZM6cObZZzI2QgFAmAuUg8PPPP9sg3eeee84e/sILLzT77bdfOZpSEcecMWOGTRzqKnu7RjOPRkKxAQMGFDw35+04ScUeeeQRm9DNL1JUwoeKuESqrpEabxVPoOguFgWnV97XJurcpL5P6T/X3377rfW1kWgVQyBC8gGZCJSaAPHoJJnFFI8ejX7Qb/VOO+1kk36QuDEJoxLeCSecYGNvnBWrUmMS7dU+CiNQbIEireG5ku+4fy6dYik33nijTTwvSyeBqONBeiOBYjrPaZRWkbQT//p3331ntthiC5scfsMNN4yyq8S2kUAxJso0CBSpWsRgkIcTnKsE8ChzSswT+7/Ni+kgdy0kUwbVIMhA5zUGiQzw+bGQVTcBTf5U9/ktRe/uuusuW2kAI3D7uuuuM02aNCnFoXWMGifAfRJxIo5jXslsK/v/BCRQ1NUgAvkJMFE6atQos/7669uMPhKI5WemNeIRQBDF5Kpz6ikTezSe2e5xiEz4XketSJNt8rtSEvhIoFjY9ZRWgSLVABYtWmRmz56d6VCSgkEchIccckhm361atbKTxV988UVRjlfYWSnP2pUqaojj9CkP6fQe9Y477rCVADDmQm+++WbTokWL9DZYLasZAmQHJ0s41rVrVyvcKLdTr5rgF9v/8sorr1jhs/ceC79iZCmvpvMSpS+Vei+P0tegbeTjSYqk9lMuAhdffLEVb2N77LGHufTSSxMLlCxXn3TcyiLA/MBBBx1kqBhEkC6JxRh7yYIJMIeAaMFlyHdrIU5k/Iqwc5lllomN77fffrPBqIyBvaaED7HRagcRCGi8VXyBIqdFwekRLs4ybhJ1blLfpzKetAIPjc+NBJ4YQefMcchEoBQEvP50EtKS2GbnnXcuxaGr7hhBSUuTTs7LvNw+++xTJ7GIhGXVcymVQqBIFbZ77rnHDB06tA64du3aGeKSN9lkk+oBWmU9iToeBIMEitV1MXz00Uc2wer06dOtdgBfeznn1iRQjHl9lVugyAV0wQUX2F706dPHXHbZZWa55ZaL2Stt7ggU20HujpMtw92tt96aqUqls1K9BDT5U73ntpQ9I4MJleuoqtisWTMrUiznAKOUfdexykNgypQp1mFMJqa99947I5ItT2vSeVQJFNN5XtSq9BHAmULgKAINgirWW2+99DVSLaoKAlRRQZBIpT7GS2QTr4SqfGmET3UFBFtTp07NNA9R15133mk22GCDWE0OqsxYKYFPEigWdurTKlCkMmijRo3spK2z9u3bWwcM96o4tmTJEvvbw3yPM57jnnnmGTtZ7CxJQWSc9pZq20oVNcRx+pSKbSUdZ/LkyTbQ5t133zVrr722ze6oeY1KOoPV1dYffvjBVpBy1T2V1KI457fY/pds8zIHHHCADawiGEiWDIFKvZcn03tj5ONJiqT2U04Czz77rE1AuHjxYrPuuuva5yElRC7nGamdY1OdjwSY+Dk322wzK05UQojc55/vKxW9/ZUN4yYOCzoqPsATTzzRDB8+vM7HCJupeCkTgVIR0HirNAJFBaeX6opO5jhR5yb1fUqGf6n2QsELlzyLxPVUSZaJQDEJOB8w/vTmzZvbBBiM02XRCPz+++82CZBL0Oj2csYZZ9g4z/r160fb8f+2yrZ/Kq8edthhsfatjdNBoBQCRXqKhgEfuTeBL/9/4YUXTOfOndMBQ61YikDU8SA7kkCx+i4oisyccsop5qWXXrKdo1pv3759y9JRCRRjYi+nQJEsr2Qsw5j886vXY3ZNm2f5Ad5xxx1ttcM11lgjMUZMHqNcfuihh+rsk2qYDEZl1U1Akz/VfX5L2buvv/7aPrwi8iAzJgG0ymBUyjNQW8fafvvtbRbF3Xff3U5IyZYmIIGirgoRCEfg119/NYMGDTJvvPGG4bfFn/k53F60lgjkJsAEDJUTCbTbeuut7b0L8YMsGoGgyUrmJQhmjJs0icAnqjBSZc5rw4YNs0kR0mwSKBZ2dtIqUEQcuMsuu9hsxN5gv3/+859m//33L6yTvrX91wjC3jPPPNMQRCiB4q4VNycWx+kT60Kq4o1xnDBH6kRhzH2T+VcmAqUkMHfuXCtOfPvtt03Tpk3t+KZXr16lbELNHKvYAkVABv1WI7ihcuv6669fM6yL3VEJFH8yZ599tuGZxVkxfInFPo/avwh8+umn9r6Hj6levXo2sUq/fv0ERgSKRuCXX36x4sTXXnvNbLrppjYGo3HjxkU7XjXsOFv1RHx11157bVHmO5mjO+SQQ+rgU0WWariaKqsPiqkpjUCRq0LB6ZXz3Yg6N6nvU+WcY9dSnjUROGEkczj44IMrrxNqcUUQ+OKLLwyJvYgF22abbWyCL/nT45+6sWPH2gIAXp9jUvOTn3/+uTnyyCPN+PHjMw1NKqlw/J5rD0kQKJVA8auvvrJxW2PGjKnT7EqI0UiCc6XuI+p4kP5KoFipZz1/u71VuO+9916z00475d8o4TUkUIwJtFwCxfPOO88qWzGypMg5EPNEZtm8FA5yDk0WKh4k3cOkaw6DR4SoK6ywQnE6qL2mgoAmf1JxGqqqETiQnbiDINo99tijqvqnzpSfANfYbbfdZjp06GADvWTBBCRQ1JUhAuEJMBlLEAWT3jzrEBAsE4GkCDz55JOZa4rsUDjvZPEIBE10Jplg56abbjLnnHNOnUby20C2rzSbBIqFnZ00CxRPOukkWyHA64RJoqqh/7uDsJdgAiofSKAogWJh36DqXptKivfff7/tpDKDV/e5TlvvSJoyePBgs2DBArP55puba665xlbelhWHQCn8LxMnTjT9+/evEwCUVGXk4lCpzL1KoCiBYmVeuWp1NgI8f7ukuozLSN4iE4FiECD4mWDdjTbayIoTqd4py00gKLiZqtAEnO2www5FwcecPWNk7xwJiQavu+46VbssCnHtNIiAYmpKJ1BUcHrlfAejBqTr+1Q559jbUuKEEYth3IPjJlOsTApqdTEJfPvtt1acOHXqVCtOJLlX3KS0xWxvJe07W3Le++67L3Zlq6BkIvjT//a3v+WszliMubwvv/zSJjwiAc20adMM87LOmGunEicJvXr06FFQYpqg+xbPQI899lhBlf0Q2uH/9Vqh8fmffPJJJvm62w+sTzvtNJvoqRhWKoFikN+e/sRN4Fus6yIf699++80moeSaxO/zzjvvGM4fxvXDNdm2bVvTtWtX0717dyvGLvQcJhkbEnVcV8h22c5xPpaFXAO5znerVq1M69atbUL57bbbzv4m6D6Tj370z9Ee3XPPPaZBgwZ2nrdbt27RdxZhSwkUI0DzblIOgSJZOKmK5R44dtttt5i90ObZCJTCQe6OHTSQSCL4rVw3eNcvd6Mn8zk8J0+ebBYtWmQ/5kbD5DVVMMiKSMU3LGhQGTbYtZAbbr4rnwyEDJhfffVVO2BmwOIymZBduU2bNmbLLbe0N0teGzZsmG+Xmc+D2plv46gZd+H51ltvmXHjxtl+eM8B/eBGTx/YP4MAdx7ytSfoc3+/vNfwkiVLbBtwkOA84TpgoMcgj0DxTp06mRVXXDHKYbVNAAE3wOCjcpZq1smpPgI4IMloizF47dixY/V1MqEepVWg+McffxgekjmXPITznnsc5n0Ip3IQWbtWW221hIj8dzdubEI1MyYA3LG5J5HJi3sCx27UqFHmuP4xWb5gwiD2+bbhYP77WNC9l/EBbR85cuRS7U/ynpoo9ArZ2YgRI6wYBHv55Zft+FAmAnEJ8F09/PDD7W6YYD799NPj7lLbG2Mef/xxw1jfa2GcHWHhPffcc7biJb/dyy67rFlnnXUMmdl33bWugCns/kq1XpKT0KVqczmPk2aB4oUXXmid/MzVOAszlsjFM2h8QmIZnsMHDBgggaLv+x12Hqic13CSc1Dl7Edaj+0NuqESyF/+8pe0NlXtqhICPHdynVHJh2dBxInLL798lfQund0ohf8laHzG3Mfw4cOtfyKX+dvnnSNgbmXSpEl2rpvnV4IbuKcTwMW4lTlv77xG2DNQbn8O7XTzRs8//7wN4PD7dEhYRoKhLl26ZObz4wY1BY0Lo/pDvKxJDrpw4UKbRZ65nPfff79OcBTXAP1hHqrQc1YMH0/U+aww15fX38U5JTmG89W54BCCFBC3bLzxxjZwIY6FmcujvxMmTDDPPvtsncC11Vdf3frcOnfubLM740eK2544fanVbalkfcMNN9jun3vuuebYY4+tVRTqd5EIkJiKANHmzZvb4GdeZbkJ/P777zbhtXeugi3wqfCdTdqX41rD/ZQ5EirpkPiB+ye/1YUGb3p7V4oxT5rvReXof7HGsgTcM7YgDgRBA+NixuDO8P0hQmbMxVijEL9jMcZb/m8Z1/dnn31mx4pcM16/JevGGS8m/ZtWycHpuQLEizn2K3aAdJL+gCjzjIVsU8zvUykEAEl/nyp1fyT3vP766+3z0QsvvGCFFTIRSIoA8bs8oxPzcuedd5pVVlklqV1rP8ZYkciQIUPqsCBpN0mBos5BZxPuPfDAA6Znz545ucedy/Pu/OOPPzaXXXaZnW/1VonM1gDmZnmuOPPMM0M/Bwbxu/jiiw2JYMNYtvg9hGkkyyEWIYwxD0zbndGXMLzD7DvbOqUaA86ZM8fGfzCm9xpxG1GETaW4LoKYEaOOcPfqq6+2lcHDGs/VxBIxDxn2WbfcY0H6Vsh4sJgCxULPN23nWZH5Rq67QrQXYc+p1jPm//7v/+w1gq+K3+hSjh0lUIx5BZZaoIgjgBsrdssttxQtC1pMLFWzeSkc5MD6+eefDYFXDHa8dtZZZxmWsDe8Ug/8cp1onNg4rykVy4RkPkNoiyOCGzw8EOLilHAWNjCtkBtutjaREezmm2+2D1vOQZuv/UyaDRw40AbRrrXWWvlWDxwY5NuoUIf8jz/+aBnyW+GyP+Q7Bk54Bv9kKokiVMwmUOScEuDpv8a97WHAT1vlgMp3lsJ/TnUgMlgQ1M0AA6e+TATiEmASg2CeE044YanJk7j7rrbt0yZQ5CEcUSLBvQjww1iUiaFc91fGstwL8k1KcV/lwd89hIZxJHuPGzWgK5dA0d1XqV4eZnzgHdtEGcuFOT/VuA7ZxR555BE7YeoytVdjP9Wn0hAgKIJMjzybIP7hGUOWDIGgZ2WSniAmSWu2+1IE/iQ5Cc2ZKneATDECuoOcKPmuyiSSN2U7RtC17I735ptvmoMOOqjOuKWQDIH+Y7777rtWME1AH+acXoyLkhYoljoA3dvXcoga/KxL9d1JYg4q3/Vf65/feuutViSG3XbbbaZfv361jkT9LxIBhDpknudZb9999zUk/pIVn0Ap/C8EIRx66KFm9uzZmQ6FTTqQTaBIkj1EAMyvZJvf2HDDDc3dd99ttthii1AgC3XgJzlf4xrIPZxkjfzuEqCdzxC14Uvgt3nKlClLJRMJ69PhOEkLFBkLcO7py6OPPpqvK/bzNPh4os5n5erg/PnzrY+A6zHMfBb7ateuna1eT2BO1CC5XHN5zFE+9dRTNnjNK2DI1g/8GlT0i+q3CnUBaKVAAox3CWTBOF+HHXaYSIlAIgQefvjhTOUK3oe9XyZy8Areyeeff24TsCG89xp+l0r5fpZyzJPGe1E5++9iTZIYy7qxFmNign/z+fy812sh49hiCqroAwlU8fnRhzBW6HgxzD4LWacSg9OjBIgnMRYt9LvGeYgSIJ2kPyDKPGMh2xTj+xTl/MI6igCgkO9Kta/LszbPuTwnkexFJgJJECApDXMHJCwiXrZJkyZJ7Fb78BDw+wj5KOwcZTaQQfsMm7wkCYEi9wGEg8ylh51z8vaFsRW/aTzL5Jt/CprjJQ6EyrKML/NZUOVDtgmbyI51SRhD/DPCN2cU58F31bRp03xNiPx5qcaAQdU4STRCgj7GZ2GtlNeFv00kHiEmiDjpKMb1QJVNYmLDFNop91iQPhYyHiyGQBGfAtVMifGM8jtAH0hSx3VOUhtZ8gQ4N8zFUzQk7LNvEq2QQDEmxVIKFJ944gkrfsIQnTCYkBWXQCkc5PRg3rx5VtxGxl2v4eD2V6XI1+Ny3uBd27jR5BOjBfWDQScTgGTfdVkT3XphndmF3HD9bWASEgc8g4wwTtGgPuCUJ3MhE7y5xAjFmPxx7aEfBFIibg0jDg3qB0EbOB0LfeAMEigiNLjkkktyihNpQ9ysMPm+G7X6uRN6EBTD4LvQc1qr3NTvYAIEgiA8wFmM01iWm0CaBIofffSR4fcg6oNGIRNDQfdXAtu4LxV6fyXzFPcQHEneqln5JuqiBnRlEyj+8MMPdhKjUH5MXtB+xA3K9B7uFwNHNmPBL774wgafMT6QiUAUAmR443eDa4rJaRKnyJIjkG0SH85M2KbpN6/QYIRCgmT8RJOahC53gEwxA7orSaBIcoKjjz7avPjii5lTHUcs6c/u6aqO8nuVlECxXAHoACqnqME7H1LK4LI4c1DJ/SJX/54QlyBUxHCg5Kt4Vv1E1MOkCcydO9dWTmR807t3bys6k5WGQCn8L/6s1vSMeS0S+7Vs2TJnR4MEivwekRWb59VcFjYYKA3+HPrBcxPBNQTUFBJgzrYIJfCHHHjggXWQhPXpsFGSAsU4faEtBHkyZs13vymGjyfqfFbQtci1RQIo5gOjBoeQfOuCCy4wm2yyScE/CtlEIST4jOI/pAHMzZ144omhAoQKbrA2yEqA30v8nhgVW6iqIROBOAQIomXO7tdff7XVOQ8++OA4u6upbflt3Weffercq6MEjJYDWjnGPGm6F6Wh/4zXkhjLxh1ruesPMRj+sz322CNrXE0xxltxx75sT0wQsTSM+aMk/Y76Hay04HQSHsNpxIgRkbocZSxa6gDppPwBAIoyz1jINkl/n0otAIh0EVXpRghkGJPPmjXLxpS6QidV2l11qwQEiCWkghX24IMPqvhBkZgzHuT5x/k63GHiJBvheZ04Z6+F3V9cgSI+VKo/Uowkrp166qnmtNNOy1lBbfHixTYG4cknn8wcLl/cmLddQXPE7vOwMfpff/31Un5j5+utX79+XAxZty/FGJDEt4iY+A3w2p577mkT9YWtqFrq68Lb1oULF9rvQxLi/bAxL+UeCxY6hvzmm2/sio1rgQAAIABJREFU75ArdsR5nzhxYp1zToEpf4Em5v+J4/MbMSUkTYB7oT4F/74Qz1FUqnXr1kX7LtXqjpl/22uvvWzM7uDBg83f//73kqCQQDEm5lIJFD/88EObGZIvNDc1LhJZ8QmUwkHOOSVIbejQoXU6RFaFQjMGlvMG7xrPjZ7BSpwsBGTVQFhHRldnYZ3ZhUzA+K8gsg0SBB+22mC2K5DJVB4mqIaQzRgIuWqCTJKRwdl7XIQgDKKpfOeM/TKwX2211bLul+vp8ccfNwzcozqd3c532GEHK4bGsRHW/PxxKlECnf3kMq53Ajs6deoU9lBarwACCKAR3+J4uO+++wrYUquKwP8nMG3aNIMjAKOqWceOHYUnD4G0CBT5/hO8U6g4MKh7TEzysNqwYcNQ5z+J+xIPuVSyoOKQs3wTTVEDuoIEiggrcZKOHj06VJ/9KyF0Qdgb9LAeaYc1sBHOSq5ZjEoma665Zg30Wl1MmgC/G1RQJMCBzHmyZAlkc6JwFJ5t+Q6HqSyfbKvq7q0cgT9JTELHDfKJGyAT9/j5ArorSaC4wgor2GdZAqjDjkGyXdPM1+Bcu//+++0qjA94BqZicBLXTbkD0ONcN0mIGmAapw1sH+W7E2cOqpi/f9W4b76HZGlt27atGTVqVEkDAKuRp/pUl4AbN+J/IVO4rHQEiu1/YU7Cfy+nd2EDK/ztIyP2LrvsYoP/8jncmYPNl2Q0Df4ceNAOAoedvyLKFcD8PomGvBbWp8M2SQkU4/qnXPvL5eOJOp/lP2dJXluMka677jrTrVu3gi6NIFEICUrx+zG3HNUQyuHHy5UgNOq+tV12AgSjEeS43HLL2bFYFNGq+IqAI+DGXgTWM+8uC08gKAA57Lgm/FGSXzPJ+1KY4GXXg7Tci9LS/yTGsl999ZWtchPnXu69whhzMQalYkaQFSOmJqnxInN7JC0hDqNUyfoqKTg9Kd80/mASV22zzTZ5f5zKESCdxLyu61iUecZCtkny+1QOAUDeC6DGViB2hzEVxjMWcxUyEYhCYMGCBdZP9e2335ozzzzT3tdkxSMwduxYm9zcO69IbC3zl2FjsFzrEBoh2PMmWc8XR+XtWRyBIvNXzPEExWAwRiK2kMQqJInD10psNPoH5hOIhw+KzQ4jCCNpEkVvvIagrk+fPjlPWrY5YrcRfkri1WlrLnvrrbfs+fPOgRIj36tXr+JdNMbYRGq0z2uFzLvma9xvv/1mRYhBCfkKmYcr13VB/xDv0wfiGb3mrkeKIzCX1bhxY/sxfSYW7bnnnrMCO3+cvdePn4tfuceCtK2Q8aC/L0G/A/jI3Bgj37WD5oFkz/7CXFTcZB+M4anM656XvvzyS4NGA+avvfbaUruP+nuYr5363Nhz5BKEEcOaz3eVBDMJFGNSLJVAkTLG3KA1URvzhBW4ebEd5DQnmyiOmyJOv1xiNG93ynmDd+3I5chmcpFM1DvvvLO96ZBJjEoWY8aMsTdJynA74wZPiWRuSM7CDqqi3nCZTEXJ76+M5NpNgAqOWDcQJXvAhAkTDJVNgzJ+FVK+O8jpjJCMydg11lijoKv2mWeesRWqggbyXbt2Nfvuu68VTrrBVr6bPmIKsoSsvfbaodrh589x6J97sKJfDOrJeIAx0GMbBiEMpgt92ArVKK1kAzxwUDFRSABNoZVZhVAEIEC27TvuuMMwJuE3WZafQBoEigj+hwwZYn9v/RZ0b+b+RtUZJlG4vwUF3PE7Tvb0ML/ZucT/TEqRoaVLly6mUaNG5ueffzZTp041jz322FLH9ge65ZtYixrQ5b+PcZxmzZrVude7B2kCs1q0aGHHNNxPETASNO0d0zjmhYwL8l9ZtbHG8ccfbytWqYpibZzvpHt52WWX2TEsv3OM1/mNkSVPYMqUKYbK60HPHiRcoXLlfvvtZzbbbDMbxFhKK1fgT9xJ6HIHyCR1/FwB3VTlcc/QZGtjjOKd9GdbkuR4s4+TyAZxXz7HUJRrLGjex1slMag6QSET865NjA/4vjBRj3nHBnGvmySv9ygB6GkQNSR17RYaXBZ1DirKtaptjL2n8KzCd4k5JJkIJEGAa4lgR+4/PAfzOyArHYFi+1/wPxx11FGG43iNOS7GFvkETv72+f0WJGYgmSi+A8a7BNpwHXFvJ2CGuYxslgZ/Dm3LFYDixvT4qpxPJ9/8h7e/YX06bJOEQDHXmIS+4BthLgqxO+NKNw9FYFRQwk18GDjrwyRwTMrHE3U+y8s917XFev75OILEqCRLELnfV+f2G0aw6b/W/d8fODKnRjVk737xGxLIRZAQfiLmJmkLc2xBgSpk0SYAt02bNqX7sdKRLAGCVfmuMCdKIJFMBKIQQByBf4GkVlSwKPV8UZQ2p2WbX375xWa5Z4zhtVJU7IjDoJxjnjTci9LU/7hjWcaNxBkEBaLnCkClil4un2PYINQkxluMORmjkjTMb268SIA7vsH/x955QF1RXW34KKKgUkQQRaWJCqIgKKggoMTesLfYYuy9t8QUS9RoihprbDHWWLFHBRUssWEXRAFFERERSzQGjf7rOfnnZr5h5k6/M/fed691F4nfzCnvnJmzz9773Ru9JErgMn4I9Myws0Wa98i5t16C06v5pp21gm20e/fudmphsVdRq6kUESCd1q7rXhdJ7IxJ7qHPNO9TUQSALN6hRmuDmEIIQrwj3ljHRpur5pMfAsRiYPvAVkCcsiRfBCC2YUskXtqRpBXR/chyJHSi+MkSSywROpGkBMVqCQHQiVhTzh7vNwjsdxDJWG/ueLQoid/9fLZRzkN+1RfdYyOWmm8qRViqiZcgud5669k4SuxmeUqeOmDQ82A+JBHBJ17teTrzLnJdMIb33nvPEqzdRDl0es4uPKdqujrnFWxe3qIFUd6nonVB5p5UH+TeNARFnjnvhDeG+Nhjj7W+l2q+NhIvX3fddfZ75f4OqMhRnl8SY79XfE8gjz/44IP5dmYM790iuXeSooNSD4551YKgiKMFwhGVQ2BsRyWspcBdt/4/Ank6yHH6QTrlA+2taBRF4XI/pKI3eGcsEAqoluElM+BoOPXUUwMraKDooOQRSByUeTiqMzvphsthfa+99mqx9gmoZRPs2rVr4DvBc8ShSlCDNzA3SpZkGk5j/HEP7K233jKHHXbYQhkJULbINE/GG3eQp/veausRYgsZlKMcXvzwd/rhAALZwK8dnCpyQuX76WWNo/yBPxl5evTokW+Har2hEOAbQdAHh3aqtOI8kIQjUDRBMSh7IXoGh2v25yCSIboFwb84G/2I+BdddJElq1Y7SwSR/wl8J7sTSQv89iWnb5ztQVULa0VQdD9lnJNUiYa0EIQbegzZzQhw9UpUvSB8ZTXHFejJZHzj25O0emVzIKVZehHgDAf5GcHAUq2qudBLh0C1YGbv93PzzTc3m2yyiTUAd+vWLdes0kUG/qQxQhcdIFNEQLdfILqbHJhuhUa7O4ygOG/ePJv5D9K8I0nG6K1ycNJJJ1lbX6tWrVJVUCw6AL0MpIYi352kNqhoq1NXeRF48803K3s8TlGqJEuEQBoECATZY489bBPYpkeMGJGmOd2bAIE8/S9Buk0cJ7ff+Jxp/vSnP7W+Az9HO0kYCGgOspmUxZ/DXDhvQ/z2+mXCAoqy9OkwjrQERTC9/vrrrX/KK7znZFcPCqap5huhShP3hlXFycrHk5agWG1tjR492hJbBgwYELg2ea7orQS5ejOH840kaJHzXBSp9v7w3mCXxPcESclPggJVuBa7Ir6mksc4RIGprq5hfUBYJujr6KOPtucZiRCIiwCBz1T84du67777xr29qa8PCqq9/PLLKzpt2QAqWucpei8q8/yT6LIkECDo110xhj2dKiX77bdfaCwJyUOojOMluaOfkzCCIMlqklbfqmbDQodkbwvSSxgXPk+qvnqrjhOQTmKFQYMG5f4K1kNwepBvGpyIOUKXCIo74p0hkS06hjfJTFiC/6ICpNP4A7wLJomdMck99JvmfSqKAJD7C1anHXDOmzVrliX7UK1MIgTiIMD77FQxJuaXGBxJvggE7VfEZWHniCqQxals507kGLXim9NHUoJiUEI4YsPRpyhKEybY4m677TYDudBtkwxL/O5H8CT+AHsV3Iog8SaR9RZcATsSagwZMiSwDcaJndBdSZxnhq0t75jnLHVAdACSQ0DKI2lQUEXLuPyFItcFDw1ejePrcR5inBg9v7j7sLhE+ilaF2QMSfVB7k1DUPSzUVCVD50kCscp6HwWNblk2HdGf/dHgKrb7P/E/ZIYOE8RQTElurUgKGLIYHOFvMWhW1I7BLJ0kPNBRVGBxPbcc88FlqlldnEIYVxf9AbPGPwUQP57VOWzmoGWdvIkKPplHCTD0DXXXBOJxBU09qhBi2mMP87bgLOWalYXX3xxixeEQGAyQUTN1EGwF+vPnU0izgEmiKCIk4mDUZRqW7V7w5uvJwiKEBUhFbGnSIRAVAQ4YJPhhG/jjTfeGPW2pr+uSIIiexOOaW+gCPsBDjSCeaME8RCMBMGchBluiXIQJzCMPcUtrCH2pTBHI/cEObH4W1j/SQO6gvYxcLv00kttwGoYbgTrgLsXs1oZpxrpxSOD/ocffmiNkyKZNdKTzXcu6DkQXMk+iFFbki8CfPMgZvtlzg7qmfMFDi+qq1PlnQomWRnuiw78SWqELjpApqiA7nogKPo5C8P0EO/a9zqteAdw9jqO36TrpgwB6EWTGop+d9I4ffL9Ojdu65wxICXUKrtj4yKpmYEAzrcnn3zSJnwjeEJSewSy9L+4R885ksAeAoW9EtVmz31BQe3Y3LHDV0tsWA3NMvhzGB/BKCRiuvnmm1sMF+IYvoYwW35WPh06T0tQ9AuSpd2o/imu5XtAZmx3Isqo1fqy8PEwhqT2LOcBBq0tknGyf1YLunfa4LmSnANbsDcpJzZCvpck2QiToPcHXfj3v/+9/QYHJdR02kbXIwkYCTjdMmbMGBvs0r59+7Bh6O8ZI+CQU2iWag1RCasZD0PN1SkCjp+pZ8+e5u9//3udzqK4YUOOglTmrrbCaNjHqfhWRila5yl6Lyrr/JPossSiQETE7+gWCIckmgxL5uDcM2fOHOs39H4DSEK06667Vl3GafWtl156ySbmcOs36CX4TPfcc89IcwAHqoQwb7dErQKZ9j0te3B6kG86jm8YjDjPEddC1V23cAbD/+MnRQVIJ7Xr+s0hiZ0xyT30neZ9KooAkPb9adT70a84p3F29eoIjTpnzSs7BEikie2MxL/EdEpqg8DkyZNtshYIUY7EIfVwj1+cdtw2khAUgwiWSeKCg2w+1fZ7iJnYiLArORIl2YV3vyS5hlOgwWmHqtjYjYPES3Lkulqdxfx0wDxXa1wdueh1ARbe6pZxfflBcwh7xkXrgsw9qT7IvWkIipyrsFE8++yzleUYlePh3OBn05fdN8+3+7/rhcQxffv2tSTlPEUExZTo5k1QdKonQlJ0s+9TDlu3R0SgWla1iE3EvgyFDYMWVXqiSBk2eMbpV4GQrARkWm3Xrl2UqZhqgWVRN68kG66fsSpOoAKT++yzz6zxFRwciVrGO43xx+nLr2w7ihYkSwwRcWTChAnmwAMPbJH9LqpR1Q//OATHOOPUtfERQCl2KgxMmjQptDR9/B50R6MiQLa1p59+2h70886e0UgYFklQDEocEKXyofcZBBEFq2Ur99sX2Q8wcJLJL6pUqw583XXXGaox+knSgK4ggmKcACzGgw7Je+PO9oXTl8xdUTIFRcWn0a/DCHjZZZdZx/SFF17Y6NPV/DJAwKmCs9RSS1lHnIIVMwA1QhMEZkAkJpuZt8pGhNtt1RkyIpKQaeTIkWa55ZYLJYMHtVt04E9SI3TRATJFBXTXA0GRteZ33o4SOOWsUzJ/77bbbpUzttdJmHTdFB2AXgZSQ9HvThIbVJTvoq6pjgCV2Fn/tcjuqGfRuAgQEEsgApmVn3jiCdO6devGnWyJZ5YVQREbAHooyfceeughmxzSTy/FTk51uP79+0dCJcg/VC1QJqzhsvhzGCdrn2Bst+0ibpW8LHw6jCUtQdEvSVYS/xTEVm/ylbAAJcafhY8nqJ04ATV+OMR9powjiHwaJ7Fn0PsT1/fmpyuTqIB3uXfv3mGvnP6eAwJUDLjvvvtsFUzIzBIhEBUB9hyCn/jWqsJPVNT+d53f95C/otc6CZDit5rfHWXQeYrci8o8/yS6rN/6S6JjsOLYw4855pgWiw8fXFiywTT6VhDBEns2SRmiEiwZtF+S0lrFw5Q9ON3PxgxpADsqdv84gn+Yip2vv/565bZqVZWKCpBOatf1wyKJnTHJPWnPL0URAOKsn2a7lgrVM2bMsEkRSQoqEQJREYCc8Pnnn1tCeJ8+faLeputSIoAuARHfXRyA/fKmm24y66yzTqTW/eK0q8Vv+TWahKA4b948c9BBB9nEVo6kqSbtpzuQZAvbHPqVn/gR5avZ7vxIjWCNHdmdEAsbBxi2adPGt1/vnhvHRhbpoVa5qJY6IDF4kJfwZYclFnOGXIZ14cUo7jvFXHgnTj75ZLPSSiuZgQMHml69etmzdrXCQEXrgow7qT7ozJlYRrdEjYHwmzvJ/84444zAiuneZc4ZjzMZuj++G2y9cKX4FgZVXU/7Pul+Yxw/+z333FO1cmxarERQTIlg3gRFDti8fFQk4KMvqS0CtSQoolQ5VT6CFCy/2Zdhgw9SnCHHDR8+PNZDIxsWiuzEiRNb3JcnQdHP+R03qwhGZpTjcePGWeWEQxyVQFBSwp5nGmMqINE33whvFlmy27Dph1V68j4gPwPtKqusYkklYcEbfgoPFY+uuuoqkeFivQn5XYxxH+MC2QlPO+20/DpSyw2DAFmANtlkE5s1nawnWVU4ahiAqkykSIKin1Em7t7mnppfdZxqjiC/ILe4AUjOHkdw1VFHHdUC6bDgrCwJimF9+S2B2bNn2yAdsu87QqUw9sNOnTo1w/LPZI7vvvuuwRiCLkMmuQ4dOmTSrhppXAQwWPP9oaIDlXAktUUAsghVuu++++4WQc5xR4EzleQvnCWjGr6dPQPnOGdHt9QqayN9JjFClyFApqiA7nohKPolXoij13iDNrxOwiTrhvVWdAB60aSGMrw7aZw+cb+Nuv5/CNx66622ckO/fv0M5xSJEEiCAIkRsHGQKZwsr5JiEKi1/4VglZ133jmyvdxvfFHt5EGIlsGfw9gIzsF/QPCGW5IErKf16dB/GoKiXwLKpEHiflnsOU9wzmnbtm3gi5LWx+M0nNSexf1+OPDfb7jhhkT+5aBkFFHXiN/7460kHuXL461Gzj1JbHVR+tI10RDAX7Djjjvai5UIMxpmuuq/iX7R3xF0MCXxi78q6o2gWAadp8i9qKzzT6rL+vkc4wbBO6s+STA896bRt/zeH+J4CL7t3r177BfSL5kZMRgE10apNB27w/+/oezB6X52MmJSCHKPG2AcRPLF97DxxhsvBGFRAdJJ7bp+ayCJnTHJPWnfp6IIAEnfm2a4j2dy9dVX25jTX/3qV80wZc0xAwScpL/Et44dOzaDFtVEHAT8CIboERAXw+J8/XxjEHsohOScuaKMJYlO9vzzz9uEw+5kZ1GLnviNKUmMsl9Sgmo+W69e7tiU2MNJbuZItfhmPz00jp84yvOodk0tdECKKZEcghibzp07xxpyGdbFnXfeuVAFzK233trG1Hfr1i3WfOJcXLQuyFiT6oPcm6aCInYeeB4kTXIE2y8VTil+EifOJw7mujY9ApzlnVjcU089NX2DAS2IoJgS2jwJimQCgqnKBzLvUpopYWjY22vlIIcwcOKJJ5oBAwaEKplesMuwwftttGHZLIIWTZChKU+C4jfffGODWCENuIVMbYcffnhsY1ncFyKNMZW+/Db7JAcP97j9DkJRMgX7KTxhGUbi4qXr0yHwwgsvGA6Hq622mg3glwiBMAR4ryF6sFdxcJNER6AogqJfBihGHTWAyG+GfsFAQUFFQcT5IKdRGKJ+WbPCApGSBnT57WNRAtG8c/DDS9ndw560/9/RKamOhEFpgw02SNaI7moKBNyBTpyRVD2xuMc+d+5cmxADAgkVmJMKREWqMaC3RpEyBP4kMUIXHSBTZEB3vRAU/ewUYbqIs2a95Ea/jI1J1k3RAehlIDUU/e7wjNM4faJ813RNMAIEElIdDbtG1H1CeAoBB4EPPvjAZgUlGzJnDTlKi1sbtfK/YL8455xzbLXAONVR/MZHEp0rr7wyMbGiDP4cnrifTyFp5u8gO1BUnw7jSUNQhCy19957m2nTplUWc9IkXdhzcMp/9NFH1l/nJKIkwKvatyKtj8cZeFJ7Fvf74VAtuViUNx/fNIFnbokagOX3/jAeAmfjBDr52Tl5p7Ez8i2XFIMAvlMqJhAkx/snEQJhCDh+JoI++Q5I4iOQNUExqL04I6u2J5RB5ylyLyrr/JPqsu+88449O1Gh65VXXjGcqUjgkKR659SpU201e3QXR6LojWn0Lb+AZZLVnHLKKYkIhX7JzGqRtLvMwel+MVdJk4Y46yIOEbSoAOkkdt2g72wSO2OSe+g/6/epFgSAOPtTs13rxIBRTCGNT67ZcGv2+UKGQy+n8AXVhCW1RQC7E6RiiKKORLXh+CXXilu1jD6TEBT9KmFHiSeuhq5fmzfffLPZaqutfG/z28PWW289u579Kt29/PLLZrfddrO2PmTMmDHmT3/6k4Ho6LYnVrM1+ZEio1aZy2Jl5aUDUi1x1KhRZrPNNrMVeNu1a5douGVYF37vBZNhjpxbsRXDw4njG4gCRtG6IGNMqg8GfQeiru2gWAHaJUkkuGNfV9xWlJVU22vQF3k+eScCFkEx5XPNk6B46aWX2mA8XlYYq5LaI5CXg5yMA2zuKJZs8Gx+YdkvgmZfhg3eL2Pab37zG0vuSyJ+BtsoRsk0G65f5QHao9oRBDuMqzy3pM+pGg5pjD+06+d4TkoQdcbp1ybPk2xL1aqn+Sk8ED3JGCcpDwI47glofeaZZ0zPnj3LMzCNpJQIQEqkQuyhhx5qjjnmmFKOsayDKoqg6OeESZoV1Y2tt/oPf/MzNvkFzFczCIU9Pz+nVhgpIGlAl98+FlUHcc8jaf9hWDTj38kSR+IE1hqGQ4kQCELg9ttvtxWiFehUnjVCoPLHH39sCCTgPZ44caI19scRHAkEk2+zzTahZ7EyBP4kMUIXHSBTZEB3vRAUWbN+ATFRDPTe+xzHl9sYn2TdFB2AXgZSQ9HvThobVJzvoK71R4AgwrvuustWJ0hqfxS2zYsA2aRZQwTnXnTRRc0LRAlmnpf/xT01kl6cdtppiZJD+o0vbTK+MvhzwMcvMDxJgiYH66eeemqhwKE49pQ0BEU//1TUrPNZvQZpfTzOONLYk/x0o7SVfPwCsKIG3/u9P1HJjd7n4heIRXbuJKSIrJ55s7dz2223WT0MHzf7qkQIhCFwxBFHmDvuuMNWQieJqiQ+AvVGUCyDzlPkXlTW+afVZeOv3IXv8LNpRdEbk+pbQUldkyZVZUZ+bZKUjIR9JCvNS8ocnD579mwbV/Xkk09Wph9VbwzCy69NP9uq80z8KsTztzwDpJPYdYPmmyS4PMk99J/0feLeoggAeb1XjdIuMaiQb3gHiQuRCIEwBPg2YstBZ4GYJKktAn7EnqjEfr8Y52qEvqCZxSUoBulUV1xxhbUNJBXiB/bZZ58Wt4fFnfvtf0G6nVcvd2yGn3/++ULV34LIll7bY1i8WlIsgu7z0wHBfPjw4VW7euuttwLjM6iUSLEKdNg0UpZ1QTVOuDYUbggS4k5GjBhhyYqDBg0yXbt2TZ28smhdkLkm1Qe5N00FRe4niQ1E32oxQJwJKNQGV4aiS23btk2z5HRvBggQx0ViRmTWrFmp34OgIYmgmPJh5UlQhGBEFmhKnpJtRlJ7BPw+wHwkd9hhh6ofSpypZBZ99dVXFxo0m9wZZ5xhDVNpszOXZYP3IyykMej5OT2jGCXTbLgzZ840Bx54oN10gwRGP4Erm2yyiVljjTUyY/enMf4wVr8stpTcPvnkk6uSCau9UXPmzLFK6LPPPlu5LMjY524njcJT+ze8eXvk2T700EPm/PPPN3vttVfzAqGZR0LgqKOOMgQckCwBI5UkOgJFERSnT59uM52QCcoRCPdUCu7UqVP0CXiu9As28wt08tvH0xLnvbpGmMEnaUBXVvtY0v4TP5wGvvHCCy80JG45/vjjDWRFiRAIQoAsg/fcc48NkFP2/nKuk++//95wzsBQOW7cOGvvwGgbJjhkcAigh1RLGFOGwJ+4RugyBMgUGdBdTwRFvwQMYQHWfpUX/ZxqcdcN70zRAehFkxrK8O6ksUGFfff093AEICVwViURCjZIiRCIgwABD4888ohNgrDjjjvGuVXXZoxAXgRFMiNjB8GPQ1XApJmR4wbqhMFTFn8O40xLKPTO1U+fierToa00BEU//xRng1q+32l9PA6eaexJ+JJ//etft3g0URJqVFu3jAc/k5uAFjUJWpbvjwiKYV+X2v997ty5NkFUq1atbBBSHsldaz8r9ZgnAgqATo+un9+FVrHrhAWm+vWeZwXFsug8Re1FjTj/NCsY+xgB4FOmTDETJkwwnOep9uWWKHpjUn2LCtn4l2655ZZKl126dLFVdtZaa63EU7vpppsM43ZLEnJAnAGUOTjdj3hKshjGnLQaz9dff20xdtt9qiXELSJAOoldN+iZJ/FRJ7mH/pO+T9xbFAEgzrvSjNcS90UST5K5JtELmhGzZp8z8ctUSL7//vtNnz59mh2OQuYfp1KwM0A/X2XUyoveScbVlYPi3/IAj+SC/IJsDX56h1+yMr8xOzHtfjq7XzIPv+tIukOxhyWXXDKP6S/Upp8OGEV/pqGS7IGnAAAgAElEQVTvvvvOkhThK0yaNKlF2xTrOeuss8wuu+xillhiiURzKdO6gJAJ8dJ71giamONDgLA4ePDgRM+zaF2QuSXVB7k3LUGR9UVFUgoYRRHifkg4R4VUSLYrrrhiag5NlH51zcIIoAc4yeYpsJaHiKCYEtU8CYooD3w0CbKEFCepPQJ+H+CoAf4Y2t577z1DliYMUV5BoTn11FNN586dE0+sDBu8nxJWreR1lMn6ZeKPqlQl3XB5XhzUqQ6GkTKKOOx+DGsc1pIGOqQx/gQpGVHGH/cavkkYaqutWT/88zbExp2HrjfGIXtA9MAgLxEC1RDYfvvtLVmZQBRlpY63VooiKPoFjIcF0EeZmZ+Rx69dv+vSZmX1BuGLoBjliTXGNWTWptoFRjFVN2mMZ5rXLDAcYmwkMGCdddbJqxu1myECDmGRjK44Ax5//PHAsxgZ7f7617/abHZ+UpbAn7hG6DIEyBQZ0F1PBEXWXdyECfPmzbPZNx999FG7bIOCueOuG9oqOgC9aFJDGd6dIHtMWiJAhp/Zhm7qgw8+sOSjlVZayQbfSIRAHARwfL722mu2ig9nS0lxCCRNEOkdMf4IAgpIytSjRw8bAJsFWcZvfGEZvKuhWQZ/jjM+Pzv+5ZdfbvbYY49EC8JPr4vq06HDpARF/Dr44Pi5pdbV9dL6eJyxJyUo5oVD0DkrCr5xA92qLTwRFBO9lrnfRODzJ598YpMQpc24n/tg1UHhCOBTnzZtmiXTqapPssfht1fSUtIzaJ4ExbLoPEXtRWWefxpdttrKRRf58ssvzfz58y1xnUSqxEqxRxAIzX+vJlH0xqT6VtC7k+xNrH5XGn06ynjKHJyeV/IZLy79+/c31113nVlttdUWgqyIAOkkdt2gZ50k1i3JPfSf9H1yxl4EASDKO9LM1xD3dd9991mSwE477dTMUGjuERHAjoafBd96UiJ5xK50WQACEPGJ27zxxhsrV5Bo7ZprrrH2TT/xIzVSbODwww+PbQuNqyv7kSPzerhh8W1+Y/ErvOJN8uJNdOCNQ/Or/kx1WhJlE8fgSFClxbzwSKMDOmNCH4dE5k5C5vzNSRafhHBZpnXBfKj0TPx/tSJFfs8J/wKx8SS8w38U9btYtC7IXJLqg9yblqBIGySvuOyyy2yhnKi8C+cZsBcRlwzuVPRLW/Arr3ewEdtFX3z99detnS4oBivtvEVQTIlgngRFDtYYS55++mmz7LLLphypbk+CQBqCotMfRhCCZCEjej/Ao0ePttkUkhriy7DBJ3WYVnsefm1GMUqm3XAJkCUw5cQTTww1knrHT8AszH42y7hZmdMaf/wCSpOs97B7wsggQfhHcVaH9a2/Z4sAh1syo+y7774LBW9k25NaawQEyBIze/ZsM378eJu5RBIdgaIIin76S5gBJ8qsoh6s4xqyovTtbTNsT0qqn6Q5uLvnkbT/KFg02zUQpKlwouo4zfbk4893yJAhBrICRCB0c0n9IYCBHxIi5xu/oJVq2QjLEvgTda90nk7RATJ5BTJHXX31RlCkOvVuu+1mWKuOVAsERH/BuOvYgoIqSsddN3k9tzgB6EWTGop+d5znn5XuGPWd0XX/Q2DBggW20kHr1q3NzJkzBY0QiIXAgAEDDJWfyBy83HLLxbpXF2eLQBb+l2xH1LK1LBz07hbL4M/Jaw/zm1tUnw5jSkpQLMr25l13aX08TntJ7Ul54pCUHJilfTDpGPL8PqhtY6vUvvnmm+ahhx4yAwcOFCRCoCoCxEIQgEtALYF/kvgIBH3rCTI97rjjYjc4Z84cGxfB2SqKzJo1y1x55ZUtLg3yO5VF5ylqLyrz/JMSWr1rhLgaKiJChiH5HO923GBUd5tR9Mak+lZQ9dEo6z7uNVHmEbdN9/VlDk4nsDVpspO4mFSLP6p1gHRcu261uSaxMya5hzEkfZ/c4681ASDuOmm26/k+UHCA79ARRxzRbNPXfBMgQCGOr776Svp5AuyyvOX66683Rx55ZIsmb7jhBkNiZq/gGyTOnIp3jgQlRo0yxri6ci39clHi27zx0n5YPPbYY5b85IjXT+tNvu9XlMfr602DeZTn4ndNFjog7aKv/+IXv7D7hVcOPfRQ+7e4JMWyrQvmhe2BgjrMk2ccV4g1OvbYYw3VicMqSxatCzK3pPog92bl/+D7BNYkSrj33nsTnQ357rEG/RKRxH2Guj4cgZ133tkmcuVMn1cBABEUw59D1SvyJChCAsCww4ubtDJbyuk1/e1ZOch5jrfddps1DnsNc1Sj4sMMGzyulGGDT+owrTbXogiKzpgIbLr00kvNLbfcEpuoSBvDhg0zv/rVr8zQoUMjZSdJa/zxU0LjrqUo14eRQYIUHhEUo6Bb22tQLMh+QvYYMvlJhEA1BKhIQbAySuniiy8usGIgkGdwULVhiKDo71hJuo8lcdjmoR/FWHoNdSmZdrfcckvTs2dP88wzzzTU3DSZbBHo3r27+fbbb7VfZQtrIa298sor5qSTTloosx0VGYIqZJYl8CeuEbroAJmidBVnYdUbQdFvnQU5yfwchRdffLEl3Xsl7rrJ87lFDf5O4+zw+7DEJTUU/e44c8gah0I+unXcKQksPvvsM7v3d+7cuY5noqHXGoFu3boZvtOQKlq1alXr7tWfC4Gs/C95gZqVg76a7pPX2MMCebLew9L4dMBABMX/roSk9qQy6IfetRw30K3auxBVR83rfVK7/ggccMABluxP8CSVrSVCoBoCBJhRXY3q5+3btxdYCRH4/e9/b37961+3uJtktOedd55p27Ztwlaj3RbH71SGGBZmVdReVOb5J/F3uVcIcU8TJkywa45E+0kEG687+RdtRCH2JY2pyaJaaNR5RplH1Lb8ritzcLrf+SLNXKvdGxZ/VMsA6bh23WrzSnJGS3JP0LkDfe6qq64ynTp1ivzoakkAiDyoJr3wnHPOsdVFCeyHZCIRAmEIOBXOH3zwQdO7d++wy/X3nBCg4vT+++9vK1k6EmTT86vkVy25b9iQ4+rKZdFxnXl5iYP8d6+u6z0/eauJ+/km3dUR0SkgQqLjORKUjDYM7zR/z0oHZAwff/yxrTB4//33LzQkzpqQ3ONwVcq2LtyTorDUq6++am6//XZzzz332ErvcSQKabNoXZD5JNUHuTdr/wdtkhx03LhxNq7niSeeiAO55dBceOGFZvjw4bHu08XxERg5cqQhcRX7T14Fa0RQjP9cWtyRJ0Fx7bXXtguAlxQjjaT2CGTpIGfDg4hIFjuvbL311gblJm7G5jJs8EkdptWeZhpndpoN1zsmHCU416g2R5nuOFnflllmGfO73/3OVlRcZJFFqi7epMZUp1ERFGv/baj3HinXzqELB/KZZ55Z79PR+HNGYIMNNjDvvvuukWEqPtB5BgdVG00cR3GcWUU9WMc1ZEUZgyooRkGpMa/B2X3ggQcaDse33nprY05Ss8oEgf79+9ugVgIjll122UzaVCPFIfDWW29Zh8zrr7/eYhBex4HzxzKcjRlL1L3SGXfRATJF6SrVnltYMH3WqzKu3nTttddax40jQQkQvI7C1Vdf3XAO69ev30JTiLtu8nxuUYO/s7S9AEhcO1DR747zELPGIev13ejtsfdjb+W8GpbFtNGx0PziITB48GAze/Zsa+9dYYUV4t2sqzNFIEv/S6YD+//GsnbQl0VnZXpZ72Hs5SeffLLVdxyJE6AtguJ/UUvqbyuDfuh9B7O0D0bVUfP4DqjNYAS22247w9n9kUceMZyLJEKgGgLYdjnHkUA1SdJmoftfBPwqlJG4hcoQVHnIU+LYT8qi8xS1F5V5/mkIihCRqNpDDEwcIW5m1KhRZqONNjKbbLKJDQwmKaVbouiNSWNqymJDioNZ0LVlDk4vE0HRjV/eAdJx7brV1kGSM1qSe4LOHUkIis58akEAyOIdauQ28FkQz0MxBiqdS4RAGAI77bST9alDbCUmTFIMAhQLoCIiRDpHgvyJfmeBoGqLUWYTV1dOarOKMpYk18ybN88cdNBB5tFHH63cfvjhh9uiMhRfIM6b4h0UqEGojkgFeYoJOQIB8dxzz7U/R9x+aj8CY1CsQpI5RL0nSx2QPl966SWz9957L0TYAyM4DFRWC4t3d8ZetnURhCmJVmbNmmXXC34hODnz588PfQRnnHGGJW0GJbosWhdkAkn1Qe7N2v/hBZQz5KRJkyxhEewhjIbJuuuua6688kpDtVJJfgj07dvXJnL94IMPckvkKoJiyueXJ0Fx0003tcF4d955pyHgQlJ7BLJ2kJPV++ijjzZ33333QpNxiEJxyiSXYYP/5ptvbJYIMim5JSxrVbWnCU4okLThSBSjZNoNt9qYFixYYDOys1mioDz55JOhCxJHALi4FVu/m5IaU5220igZoZOIeYHfWNKshZjd6/KICOA4QJE79dRTzVFHHRXxLl3WrAjstttuNhsmTiucyJLoCOQZHFRtFFOnTjX77befrcLtSBbB/mQ33n777VsQ9v3ajXpddCSN1Yfpy5GwaohJdaSs9tSk/cfBpFmuJasSmbr22msvc/755zfLtDXPBAjgPKUKzl133WXWWGONBC3oligIfPXVV5YsDBmE8xHnQQyy6AlZBvj7ZSRkfJybzz77bNOmTZsWwy1L4E9cI3TRATJF6SrOw6u3CoqMG/0Kp820adMqa9CvMiJ2gz333LOiN1XLYhp33eT53KIGf2elMzkgxiU1FP3ulNEeE+Ub3kjX4HweNmyYzeruPvc00hw1l/wQIBj25Zdfto7bgQMH5teRWg5FIGv/S2iHMS/I2kFfJluB317uzhAeEyrfCohRfTr0lZSg6BfIRXu19kmk9fG4dSJs9iTFiGoD4zq/gKoscEjj/4sb6FZtzUXVUeOuW12fDgF8nwRzEVzUpUuXdI3p7oZHYNddd7VJgSHSUa1FkgwBvwortHTzzTebrbbaKlmjEe+KQ1Asi85T1F5U5vknJSgSWHr66acvFBPkXj4ENA8YMMD06tXLkBQGG32fPn3sud1dhSXpc0mqbyXVMyO+GjW9rMzB6Umfay0BzCNAOq5dt9p8k9hbk9zDGJK+T1GeV14EgCh9N/M1+CJefPFFG1Mhslkzr4Toc8f2ADkR4s2RRx4Z/UZdmTkCXn8iHXj9jv/+979thdTLL7+80j/JH6644orEhY/i7t1+NiL0P+LghwwZkjkuYQ362QRJhkE8LMmsvXs051DiuL3xDF7ip/s6r0+YIlPESVB4qpaStQ6IHZGqgpDbvQV7IIdBdocoG0XKti6ijJlrSK7w4YcfWqL2vffeG1i8qFoCYtrJUhf0Jkmm/Sjnt6T6IO1n7f8Iwx/SLzFdkBX5doCfn5x00knmlFNOyY04FzbORv/7s88+a/bZZx+z2mqrxa5yGQcbERTjoOVzbZ4ExYMPPtiWloXVv8cee6QcqW5PgkAeDnKySR522GEtSnMztiQZCMqywfspQWkM4WSwJvDUTQKM6sxOs+HGWSMYbHiWZFRASXGXWne3E6WUelrjj5e0Qf9U6jzuuOPiTCmTa0VQzATG3BuB5IOCzcF1zJgxufenDuobgRNPPNGQdYnvCoZNSXQE8gwerzaK6dOnWzIfAZeOpMl66LThl5HLb3/2O4DzraGSdPv27aMD6LoyarUi55akDuCs9Iik/ScCp8FvQs8kcOW0006TcbzBn3Xa6bFHPfbYY+ayyy4zo0ePTtuc7g9AwC9TYF7GeD/C+7777mvOO+8807Zt2xYjLMt3N64RuugAmaIDuuuRoOjNuMlC9J77wZVsm+xhjlRzIMRdN2UIQC+a1FD0u+M816x0R2068REgqR9Zngl4JJmYRAjEQcDxuxDUwTdcUhwCefhfspxN1g76svhzwMhvbjj9+UXNkO3GOo1Ph3bS7O1kmSexkVuwI+24445ZLoeqbaX18aS1Z3G/Hw5RgliqTczv/BeWNMxpL26gW7VxiKBYs6UcuSNIUptttpn1bQcFE0VuTBc2BQIkS73ttttstd3999+/KeacxyT9ApPp55BDDjFUdsizsnwcgmJZdJ6i9qIyzz+pbkC1Gd5jbwAzifZJmLrNNtuY5ZZbrgURMegdSPpckupbfsnRCSpHX+zdu3cer2pubZY5ON3Plh+UbDA3gGI2nEWAdFy7brUhJglKT2qbTPo+xYTYXp4VASBJ3810j5M85JlnnjE9e/ZspqlrrgkRwKZOgmj2cuJOJcUhgK4CUZT4Y0d23313W7WaMzfit9+kJfAk0ckuueQSG7fjFmJPi+I2eGPY3DEL3r8F6SVebN2VFr1787bbbmvj3jp27FjTBZO1DsjgqyUgIR4DP3fUQktlWxdJHs6XX35pzwfEoXjPPNXszH428SQFJIJ8/1HOb0n1QXDK2v8RB3uSWrzyyivWljF+/PgWt26++eaWbFzrdy3O+Ov5Wtb5NddcY3lMJCLKS0RQTIlsngTFG2+80ZxwwgnWwE9WBEntEcjDQV4tAwGOPV78qBkIQKQMG7wfQS5NOWsIFVTs+uijjyoPvWwERfdq5JnijDvzzDNtdgm3RDFupjX++OEVFLib91skgmLeCKdvH+cV2QsRMlIss8wy6RtVCw2NADoI3/Sf/vSnBgOHJDoCRREU/YKHVlllFfPXv/41cVVu9roLLrjAnHXWWS0A8Muu7+fsW2+99SzJjOrCcYUqxiTsQOdxJCwYKilRJc3B3T2vpP3HxaYZrsfpTeUDSGdU8JQIgSAE/vCHP1gyEOcIjFiSfBAIqqARxTgad0R+zhavQ8ZpsyyBP3EDEsoQIFNkQHc9EhRZc16HlDd7otcZEaa3xF03jKHoAPSiSQ1leHd4DlnpjnG/j7r+vxmEcQQ7jlJhIgTiIMC7e/TRR5uRI0faDLSS4hDIw/+S5WzycNCXwZ8DRlOnTrXB5O4qtEG6dhRM0/h0aD8NQTHrBI4EMKFrde3a1VZZpQoQwZ7VbFppfTwOxmnsSX6JxUhi+fOf/zxxtmk/PTUo47x3nSQJdAtaayIoRnkLa3vN9ddfb84++2xrq8NmJxECYQiMHTvWkuiGDh1q/RSS5AgQuEwwuVsIxCXGZPjw4ckbDrkzDkGRpsqg8xS5F5V1/klsuH5B8zxjzuMkiYgba/DUU08tVPEzSixQUn3Lz8fI+NGd8nxn8ngZyxyc/v7779tYAqpxOEJlJ3zDnTt3zgOOTNtMGiBddFB6Uttk0vcpC9CTEgCy6LtR2+C7SgKIfv36LRTg36hz1ryyQWDVVVe1RJyHH37Y9OjRI5tG1UoiBLx+R29yYM7g7kqX/P2mm24y66yzTqL+uCmJrkyyaG/MTpTiLUGDJA4NvZlKao4djrkNGzbMVuIOEz/9gxg2bJ7e+Da/2Dba94uv41rspFQa5dk4gh3k8MMPT5TcLWwu1f6ehw5If9OmTTMHHXSQb2EeyGG77rprpLkWvS7QLV577TUbBz158mT7L2uAuKE4QlIF4mMhB7ul2lkljU3b3YdfgmT+HuX8llQfDPoOROkT3Zn1M2XKFIs5REPkwgsvjK3745+A1EmxKEfCYiviPFdduzACW2yxhZkxY0bulbdFUEy5+vIkKM6cOdMQzA0rn0pXeWY8SwlDw96el4Ocwz4ZmtnIvRI3A0HRGzzj95az5r+lcWb7ZYaKYpSk37gbLoou5ZrJvM5m+eqrr5p58+aZ888/35awjSO0g9I2ceLEFrcRVI8DO0jSGn/8jF5h5aXD5vXiiy/aMt4YC9daay17COBQw69169aBt4ugGIZs8X9/8MEH7bMdMmSIrdIrEQJhCDiOYyVMCENq4b8XRVAMqoZEEC8l2pOInwPSnTnK3WZQ/xiVNt5449jd++1zYYfRpAFdcfWIOHt72JhjA9MkN1DxAF3z/vvvN4MHD26SWWuaSRDA6Mhehd46YcKEJE3onogI+AXYpHE+BHXrd86slnGuDIE/cYlmZQiQKTKgu14JitgOsN24DeVuPctrpwmrZBB33fDOFB2AXjSpoQzvThIbVMTPrC6LgADVE7Hl3XDDDYZq8RIhEAcB9h+ygyNUeWjfvn2c23Vthgjk5X/Jaoh5EBTL4M8BH7/gmzQ+BW+gFH1E9elwbZpgDj9y5JgxYyyRPe777ZegC/sXNi3s6XHsQOxPV111lenUqVPkJZnUnkUHfucngsKvuOIKQ3BXEvEjwUTNAp4k0C1ojCIoJnl6+d4DAeHJJ5+07xl6mUQIhCHA940AU4LY8KNTaU2SDIEgshhVS4hvaNeuXbKGQ+6KS1Asg85T5F5U1vlHCTb1LgU/XSuNvytpLFCamBq/PtNUHSIhNIlVwWaFFVaw58vu3btbwmO3bt1yeQdptMzB6X5B1ejRkCdGjRqVCBOSxFPVY7HFFrN7COQZ1h6xV+6KPkUGSKc5x7hBSRqUntSvnfR9KpIAkGgRNclNJJgmAQRJfyHTSIRAVASOPfZYc8stt1gSEkU5JMUh4Od3dIrDUOmOIkcUO3IkC798El3ZjxCYhiwZFGsdNbbMbz+DQEjCLn7EOyJewqf7SfvZArF9EQMOKfSFF16wlwfFx9Vi1eSlAzL2oErpcQotFb0u/M4rYb75oOfmd46LS1BMUsDB7xvAGKOc35Lqg7Sf1P/h56dP+i3w04PTnDdr8U7Wcx933XWXOeWUU0zv3r0NSS7yFBEUU6KbJ0GRocHiJrjy5JNPttlOJLVFIE8HeVYZCIre4HkifptE0g0nyKge1ZmdZMP1C2QlwImy3HEkiJCRN0ExKDAvadaOoGwQUbLtiqAYZ8UUcy1ZNQm+wkiFE1kiBMIQmDNnjqEaLPLEE08kDmgJ66cR/14UQREs/YLW2dcIGunYsWNsuMePH2/23ntvu+c7Ui1jut+hPakBwC8YKuwwmjSgK4ke4Qdm0v5jP5gGv2HSpEmGwIouXbrYJBISIRCGAAEA06dPtwGYBGJK8kGAZCZ77rlni4r3nP8wkFKJKCvx+yb/8pe/tA4FPylD4E8SolnRATJFBnTXK0HRzxnoBGovvvji9qxF1R1HwuwLSdZN0QHoZSA1FP3u8Hyz0h2z+m42SzskJdh5553NUkstZd55551mmbbmmTECEM3JDs45lWAcSTEI5Ol/yWJGSR301fougz+H8TkZyvG7uCWJTyGtT4f+0wT2knCSoKFHH320MpWk/qmPPvrIHHzwwebxxx+vtBWlYmDSAF/vWkljT/LTz2g/TBcNWq8EH5944onm5ptvbnFJUMZ5bztJAt2CxiKCYhZftOza4Nmyj0IMeOmll2ITgbMbiVqqNwQ4Nz/00EO2siu+BklyBEjmx97n9tfQGtXsjjjiCEvmyVriEhTLoPMUuReVdf5RAly9a8cvuRn7wHnnnWfatm0ba6n52dRoIEosUBp9y8/+ue6669rKo0kqRvlV+VhllVUsQchJhhMLmIgXlz043S/uKqlvmPMKSVAgXLnFL1F+kQHSfueYWgalJ7VNJn2fiiQARHxNmvKy0aNHm1mzZpn77rsvVTW1pgSvySeNb8rx61LggMRVkmIQIPkBxW4uv/zyygCc5Fu8396kqUl0uizsNsRGn3vuuTZpgluoqkjltDixaMQnE7+G798tcZNtefdC7HjYs0477TSbzAvZZJNNbCGhZZdd1vcBe2MM2MuJr+Ps6khYG3munDx1wGqFlg444ABLXnYnhvCbZ9Hrws+ey/cMP3Jc3dxPt6pmCwU/uD1/+ctfKtDETdLBu/CHP/zBxhd4Jcq7nlQfpK80/g+/hIXHH3+8fffi2CT8bPtR7PF5vnON3PbWW29tfetUCiXmK08RQTElunkTFDHSYqxdccUVVYY95bNKcnveDvKgDAQYwy699NJIin/RG7yDq9+GE7caJEYmNkwM6l6JYpTkniQbLoQbPrZuI36SLIN+Rpwohsikxh83Rn5zWHnlla0RdNCgQbGWP1lPMRRiOHckquIkgmIsqGt+MVkPILtTGZPS2osuumjNx6AO6xMBAnMwSBG0x/dBEg2BIgmKfgdwRn3RRRfZKoqLLLJItEkYYz7++GNbeRWnt1uqZRf16z8JeQWCLFmpIPu7RQTFyI+vri/ECHvrrbfaDKmnn356Xc9Fg68NAhixCailsgVBmJJ8ECAA+eijj7ZVRNyCMQsDbRZZ8P36CDuTlCHwJwnRrOgAmSIDuuuVoMi699pAHN2EdYrDhnM1EiXYKcm6KToAvQykhqLfnaQ2qHy+zM3VKnsQNnPshwTgSoRAEgSw+++www6mdevWNhlTUHBCkrZ1T3QE8va/RB+J/5VpHPRBfZfFn8P4/DIzxw3eQCe4/fbbrd3IS5KI6tNhLGkIikF6SVz/VNDeHqW6ThY+HvpPQ1D001H5byNGjLBBWHGq+QQ91zhVNoskhaR993V/dQQOPPBAm1yZoCOqOEiEQFQE8DHha8JuBBG8VatWUW/VdR4Egkjk2CRImLTLLrtk6gOeP3++DZakMrBbqlXVLYPOU+ReVNb5Rwlw9b5wfvEfUSsqe9vyS4bKNVESZafRt4KIkfgf8T0tscQSkb8ztMU93vchi0pGYYMoe3C63/mC7xK6KL6DOPLWW29Z36BTtci59+KLL7Z+bq8UFSBddFB6kvi4oHNHlArwRRIA4qyfZroWojWE8cGDBy8Uy9FMOGiuyRGg6uZ1111ntttuO1uNW1IcAl6SnBNzTOJgdBZHovgdo8wiqa7sl6iB/jjrEd/D3h8m1eyJcWPavAld6Z/zEOQ0R6iqSPVrksz6CQmw0W/xOyK0QSKOuXPnVi6PYh8Mm3fSv+epAzKmIL0LHIj9IGFoWIxhkesi6OxF4ZYzzjgj0poEB7/YyLDKmX4VOGkrKveg2rtAO1HOb0n1Qdr3+w441VvD1quf7g9fAd4L9uiwNUP7QfNPet4MG3Oz/34w4s8AACAASURBVB0uCbadNdZYw4wbNy53OERQTAlx3gRFhrf55pvbiiEoGmQ8k9QOgbwd5EHGK2YYNQMB1xa5wTtPI4gIETVTH5vNxIkTrZHJTYxz2o/qzE6y4fqNPYkB34/YFyV7hp8xNW5WrSBHxPrrr28VxX79+kV6cYIUzqhKkwiKkWAu7CIyypHRlkwxQZVnChucOi41AmQgJ6Ntr169bCCoJBoCRRIU2VfJrkVZdrcss8wyNgvKjjvuGOkwiOOZjFXubD+0FyVgzc8ZFCcJA4FtGLCuvvrqhQAXQTHaGqznq7755hszdOhQQ7Y4jLF9+/at5+lo7DVC4Pvvv7fZQdHvydK3xRZb1Kjn5usmKFM7GRLPOeecWMGvXvSCMiaGVQIuQ+BPEqJZ0QEyRQZ01zNB0c/ojpOAqr+8B46EOb24Lsm64T4/XauWAehFkxqKfnd4BklsUM23Y2Q7YwLTCPojmBnHfNeuXbPtQK01FQLY39FpsHsSoCCpPQJ5+1/SzigPgiJjKoM/h3Fw3iYLNkG+bsEnie2IgIIw8fOJOPdE9elwfRqCYpA+xX+P6p/iWj/fSNRKjFn4eBhDWoLizJkzDeQx1q5b0E8JNIySTIbzAbZgEtV5fXVxsmAnDXTzW3OqoBj2Jtbu7/fee68lJbZv395MmjTJVrSWCIE4COy0007m6aeftsT2Qw89NM6tutaDQLUgUpK6EFcUVukiDFRsrRCS2U95570SFjRYtM5T9F5UxvlHCXD1PmcSIG+11VYt/nMS+9Obb75pY968hDMaDltLQXpSnJgaP3IkMUHETfA9ikJSDLJb0w7BnlQxy1PKHpwOPgQ0c5Zwy6qrrmpjloYPHx7JNx2UOLfauisqQLrooPSktsmk55ciCQB5vlv12ja+dCqNEc8BUXHLLbes16lo3AUi8MEHH1giCeuJ2Bxs75JiEPCLXyYxM5Wu3GS7rIhySXVl9gKSRrNevEJsBtXTBgwYELjnY4+87bbbbHVCvl9uIRYAnYHCG1GFuDLsVbfcckvgLWE6cFgbYUmUo4416XV564DVigoR40eyCQiz1aTodRF09oJcScxj9+7dq46f4gmsae86ilId1K+wEJ2FkXbxc5P0hEQD3sR/zmDD1i7XJdUHudfvOxA1KXmQ7o9PgYQuYFftjIW9gURWfAu8hZSSJDhJ+n41y31w0CBvI1S+J244bxFBMSXCtSAoEpDrlNIkE+laa62VctS6PSoCtXCQYzymotnrr7/eYlgoNmSEwFAfJkVv8M74gipCHnXUUbbCRpDyiOJJ9Q2c4X7kRNqP6sxOsuGiZBHYxzjdwjOgBDPBKtUM+Nz/7LPPWmXX+xwpa061sWoZAfyMP3EyUDhjZr0yVi+GGPyYB9lugjZ95kAWEIgsXuc1SgPKEGTHMBFBMQyh4v5+2WWX2UMc6wHFOEqWiuJGq57LiMCwYcPMjBkzbHaWkSNHlnGIpRtTkQRFwAhy4ETZ39gXOJzgSPIjpZJlCAd3tSzHn3zyiQ00IHDFLZALycgyatSowCy+BFTh9Eb39RMRFEu33DMfEIYfDEUYxNEvJEIgKgLorRi8+vTpY+66667ATHhR29N1/ghgMOXs4CWwczWZWjHg8v4utthisSBk74BcylnYezaLYogsOvAnKdGs6AAZv3GDf94B3X6B6GPGjLGOLQJeayF+dp8oQVF+5DgSerRp08bqy47cfPPNCwVxeeeVdN0UHYBeBlJD0e9OEhtULdZ1I/ex1157meeff97a8MjuLBECaRDgzAsRC8HJzx4kqS0CtfC/pJlRXgTFsvhzwCaI3IAvAN/G2muv7WtHJoAAew8+HXQZP4nq0+HetATFoERdtB3mn2Iu2MsJhvD6d6JW1cnKx5OWoFgt6zYB85CxqwWJoeMS9AaZ0RskFjUgyVkLSQPd/NaSCIppvmTZ3UvgKsFFJEzFNgwZViIE4iJA5USSQ+B3J1t7p06d4jah610IVEsUkMY+x95I7ANBa17/jvsBhNlPitZ5it6Lyjj/KAGu3peM2BOqj7Am3IL/hsRcYcQ+1tMjjzxi432C9MawtUS/afUt7sdmjY3ZK3yXCKavFriMnoTNEtu1N4D4oIMOsnsjlXbylHoITp82bZoBDy8RlQS6kEF51tVir959912rl3u/PWHxc0UGSBcZlJ7UNpnmfSqSAJDn+1WPbeNHY68m5qIaMace56Yx1xaBW2+91cb1IMT+EosjqT0CfglleRaff/55JRY4aiKtKKNPoytXK8pD3xAVd9hhBzNo0CCb2BWZNWuW4fxCUgf2Eq/EiU/23su3EF3OT5xKlP37968KS7U2NtxwQxs7vcIKK0SBNvNr8tYBGXC12I+oum6R66La2Qs9FHsW1aKxi7Zr184+I+xbU6ZMsWcVYhO9tlDWJIUheP7V5LPPPrPcCPgPXmHdET+AXZZ3gbMRpGP65NvrjvPnneH/u/XoKOe3pPogYw2KEWHcJD5wsCLRyJAhQxaaX5Duz4XEGUM65j4Koiy66KJ2/sQ3UGAHzElg5ZU4hb0yf9kauEEIiXx79913X+v3qYWIoJgS5VoQFBkiB3Cqx1BFhE1aUhsEauEgzyIDgaMkEIiLMuQntVD8qhn12LB32203s+mmm9pgYTYcymCjeAZtNu55RHVmJ91wg0gUjIENFyWFTXO11VarBNmiOPPRJvDZj7wRNZsAffgpkhjZeG4OKZkATTAMykgaVvKZeey66642M5mz6aNoQUy86aabAquiRSGhOM9KBMXafJvi9kJVAYfozh5CZU+JEIiLAARXsrbwbfv9738f9/amvD6IoMjhfcUVV8wEk8UXX9wmMwiqHMI+RX/eACs699ub2RcI0uTgzN7ml6UnzmEwiDxP/45ussEGG9hDLc4jxvnAAw/4Hv7dgImgmMnyKXUjTtVfnCtOFp9SD1iDKxUCBJc/99xz9vsI0VqSDwJBwcxOb5yfSMbDGbBjx46Bg3AMkZwlSBzjl7QmquG76MCfpESzogNkigro9gtEj2rsz2pVJyUo0r/3/MsZnkAkbB1IVIdV0nVThgD0okkNRb87SW1QWa3fZmvnggsusARgHMo47/IO/Gs2fJt1vvhc8L1gb+UcHJZJt1lxymvetfC/pBl7XgRFxlRkwIYbkzCfAn4RfBIQFUnEgN3omWeesXoQxJJqEtWnQxtpCYphmDo2sI033rji4wnzjUDSZN+J+l3IwseTlqAIDiSRwI4bdBb22uM4j5GUjupIPNegILEoATnu9ZAm0M27rkRQTPMly+5eCIlUUiO4yI/ckV1PaqnREdhvv/3M3//+d2svguwjSY4A+/idd95pkyh7gynd9jn2chJz4EciRsNPaIuklyRPJyGZX6Cg+76wZAbOtUXqPGXYi8o2/ygBrt71EVQxjesg9pEMom/fvgutrS+++MKSGolf8oulcfdDkCQ+6LBzflp9KyixK2NxYnPQf53AZUdP4r0IslvHTeKQ/I33jymKo3NH6TuL4PRq5Gk/vZyqXVTYJG4MYqKfbzqKf6CoAOkig9LT2CaTvk9FEgCirOFmuYb3DPI4wrtDHKBECKRBgMIX7HXE4VCRs0OHDmma070JEcAmA5mJPc1PskzymlZXJtYaPSQLgjT6wR/+8Acbz5qk4AZzIS7ET4eIihn6Hnqgnxx33HHWh1AtgX/CRx7ptloQFBlIUBIC9OQoiaRpo8h1EXb2igT2/1/EnM855xwbbx0lIXc1/TdKv6w9koPzTrlt7lHOb2n0Qc5sFKcYO3Zs1WFiZyY5jZ+knbu7TewWVGPnmyDJDgG+X1SuhYfy8MMPZ9dwSEsiKKaEulYExQULFlgWNcoHTOlaMVhTwlP3t9fKQY4jlGxRZNb3StQMrUVv8M64MeoxF7+MAFEWBJsLAelkaHVLVMNamg03LMA2yvidazBEslniuI8ikDEw4FaT9dZbzxKVq23AkDs4KFLpIqj0c5TxONeQjZ4MD2HGYOd6ERTjoFuba2fPnm2V5Q8//NDg9EN5lgiBJAhAysbhyHeGwFACESTVEQgiKGaJWxhRj74IMOJbHpSZNM54cBKyx5BhKIpEcZCHtYPz3Km27FwbNu+kAV1p9Aj3PJL2H4ZFs/wdhzW6IDoPJDOJEIiLwOTJk81mm21m9yySbfAdkeSDQNQ9hireBHaQNMUx3jukeJ6XHynRGXGcxC/cE2Z8zjN5T1KiGeMuOkCmGm55BXQH6UpOJsOePXvaZbDSSiuZ7bbbLpeKqGkIikFZBZ21e9JJJ1lnQpjDKs26KToAvQykhiLfnax0x3y+0I3VKoREnGQITpSwjKWNNXvNJm8EDj30UGvL7tevn60cFvW8m/e4mqH9WvlfkmKZJ0GRMRUZsOHGhHMTCQzxBST1KaBjU13NnSArqk+HsWRBUMwS07j+HfrOwseTlT0J3Z6z8GWXXZZ0+VfuSxokljbQzT1wERRTP8bUDVAli6BDqgWgly277LKp21QDzYsAvibsdnz7jz32WHPIIYc0LxgZzJxzOQGM2B/CfEB809F53VUjiEOiesFrr71W1T7nDJVAzYMPPtgQpMv/jiJF6Txl2YvKNP8oAa5+z7Qa8YvrOUPht2vdurW9HVuv33rkOio0YQ92B7NTzQS/UFhV1Sz0LeZywgknmPHjx0dZvlWvSaIzpum0XoLT+S7dd9999nxRze4fFYs4vumiAqTT9ps0KD2NbTLN+xTmg4n6bLkuLgEgTtuNei2kWKrgoFNBEuddkwiBLBDYaqutrF5ItSviU8OqJGfRp9poiQDfV/SUG2+80Reaiy++2Oyzzz6ZwJaFrowdkQIHV1xxRWKbInGI6DgDBw5MPK958+bZxP2PPvroQm1wTuIXRnwMqhpOg8T0834UJbXSAdHhICqzt3glTiK3ItcFiXvOOuuswCJPUZ4h52baIDYhKMGPt500+i9cibPPPtv2RcGIWhIUmQeVc3nm1fwCkBN/9atf+cZqxLFJVMMfHLBnBxXoiPLsdM3CCLC2eK85q0NEpbJtrUQExZRI14qgyDBfeeUVy9InexAvvN9GkHI6ut2DQC0d5FlkIGD4RW7wDnwYWdmQ4lb7JGgV8i0GCNjwbonqzE5jgHHeM4IIefZJBTIxGd6othhVqlVwdNqgTDulncNIj2RyI7PYmWeeGeqICBofxmEyH1BxMUoWCKcdERSjPvHaXffjH//Ylv7GsH/DDTfUrmP11JAIQIDme0wAwv3336+gvZCnXBaCIsOcOnWqodJyWJbSavsCCQiohBWVtO605RzEITaGOci9/XP4JvsvBhcCRR0RQbEhPzF2UlOmTDFkMUMwfBdp6GtclJtjZhjuMeAjl156qdWFJPkggK0i7RkqaGSOQbZz586xBl9U4E8aohkTLDpAJivc4gTnXHLJJea0006r+nyjZreMtUj+/+I0BMVquh52DQL9R40aFTqstOum6AD0MpAainp30tqgQheHLrAIvPjiizYjuPPOySauhZE1AnxHSWiB/Yw9jLPn4osvnnU3as8HgVr6X5I8gLwJioypDP4cxpHGpxAUTBvVp0P/WREUs8AUsiW+lTj+HfrNwseTFUGR8ZDIguADghCCqmqFvRdgQYZlsivHlSwC3Zw+RVCMi36214M/NjoCpfBRKlFEtvg2a2sPPvig9TUgkJJGjBjRrFBkNm9ICuxffgmxs+qExKX4iSA4hgX4evssQucp015UlvknJSjyPF9++WXrr+PclETQK7ABsn6okIPP0JFVVlnFxhaR3K6aZKFv0f6cOXPs+xI3nsk9Nt4HEkPXsrpHPQWn4xsmASmEgEmTJiVZMjZuDEIrCaui+qaLCpAuKig9jW0y7ftUFAEg0WJqsJuwjVKNeqONNsp1328w2DSdCAiwP+KXJV4D/Rw9XVJ7BIj53WuvvRbqGLs1MXs9evTIZFBZ6crsgcS9/+lPfwqshOw3YHQoEgf+5Cc/MUsuuWSqOVHdF0IZZEmvRCUXBvl8oxSUSTX4CDfXSgdkKFkVWipyXWDnnjBhgo3ff/rppyMg/N9LiJcnMcaBBx5okycnkZkzZ9qY+yjncrgSVK+FCAkh3M8+HuX8lkYfZI74+YnXYJ0FkRSjxGqgWxKXxXcqji162LBhVudHrxExPsmqC76HAltUP0XgDdQ6Zk4ExZTPs5YERYZKBhunRDtZychOJskPgVo6yLPKQAAaRW7wztPA+YnCjOKHEhomVA/EINm9e3dLDiyKoMg4CUohEIXssnEyemEwxTiGQz6J4kxQIvdXI0dGVZqZB5v+X/7yFzuXqPPAyMf4UX54FnFFBMW4iOV3PYevww47zDz++ONm9dVXtxkQOnTokF+HarlpECAbE1mSOXxwOJEEI1AmgiKjZG/GWI3jL6oziAM4Rki+J0n2BTc6HMQxAFCZIiwjv/sgjvGAzH8iKDbH24bBB11o77331jemOR55rrMkaQoZ+wiYwRCGcUuSDwIYGcnaGNfgGDQanBJk0ccBk9QQWUTgT1qiGXgUHSCTFre4Ad1hGdjBJE/nTxqCImPzOwPz3zGi8/0h0VCYZLFuig5AL5rUUNS7k9bpE7Y29Hdj3nzzTRu4zD5DEq0LL7xQsAiBXBCgGiskRQJwIJez1qIGQOYyoCZptJb+lySQ1oKgyLjK4M9x8MF2g15PooUw2w02I0gKBBKRWNWb4bkogiJzQTd59tlnbXAFfqoogi0KnysJ/5L4d+gjrY8nS4Jikmfq3MPZmSAx/HRJz2Np/Hze5yWCYpQVnM81F110kX2PkOuuu24h320+varVZkGApMXoXB07djQE3UFakqRDIGkgZlivELFIoI59JmoFCb82a63zlG0vKsP8owS4VlsP2C1JfkCVjTBd0a1XeANO/Sq3Ra0IlFbfcsbF+/LUU0/ZYPo4yV2JCSJWj/ciqZ4U9s4F/b0eg9OJvSLGiWQHUeLGnLmnIUTTRlEB0rUOSk9rm0z7PiXdd7IgACR9j+r9PkgPxAGCIXEftSRJ1zt2Gn80BN59910bH/Tee++ZkSNH2rjfdu3aRbtZV2WCwOzZs62Njeq8bkH/IIlUq1atMuknS13ZGdDcuXPN888/byvA4dt59dVXKzqjU8198ODBlgC7zjrrZGp/f+yxx2zMs1vCEt97gfRLqlutclwmDyJCI7XUARkOlVSJ1/LGmxNXToIPivfEkaLWBXoKcQjPPPOMjUGjsAPr0xGnCjxVYyFusTaT2oTdeHDu+/DDD+0Zg6qer732WgVL7B5Dhw41W2+9tdlggw1avANFERQZO2MGn9tuu83Gmrtx4u8kK4O0vsIKK4Q+ekiu3I9tntjUyZMnt1hLYIAdnu/AJptsYlZcccVUdobQATXpBU7COaaPHWCbbbapORIiKKaEvNYERYaLA8Apzw6Z6cgjj0w5C90ehECtHeSfffaZOfroo23gvlfIRgaBL041O9ooaoN3xr9gwQKb6fzhhx+2G72jeKKwoGiyefHx69u3b2Wj8cOdQzYKX5ikNcC428cZTDUQxsOm+dZbb7Wo/MRGCfFr+PDhVvHq06dP7OfjnQ8GOrJG4jQn+5xX0fvjH/9oHf5xxJkHmSGYh3vT5zmw6a+xxho2YJvDZZcuXeI03+JaERQTQ5fpjTxzyERkASGjBwYqnrFECGSBwPTp023A9bfffmvOP/98m8lF4o9A2QiKzijJfvPOO++Y8ePHW+ebe39z9gUO4Oxv7A1ZGhw51BL4icGcQy16gVNVkX2Vg/hmm21mD/9Ov344hhEVkgZ0ZaVHJO2/2d8lDsUXXHCBdaY88cQTmRokmx3bZp4/iTeoGoExEfLcoEGDmhmO3Of+wQcf2IADqirErZrL4Ajw2G+//czOO+9sOnXqlHq8tQ78yYJoxqSLDpCpdUA3+gi2kKA1A8mPNbX22munXhPeBtISFP2eOX3gJKSKa5SKAlmtG/qNQypwsMgiAN1pK07/WZIanP5r/e5kpTtmvrAbpMEZM2ZYciKOPALTnCyPDTI9TaOECLDmIClijyV4geQ+aRP1lHCapRpSrf0vcSdfK4Kie1xF+3OcsTAO7Db4Kry2G/wJW265pbXdODq7XwBFkQRFZx5OQAj+qYkTJ1p9k/kgjg1s/fXXt3PJKjAqjY8nT3sS/kcCQ8DCGySGTY7nir0Nuy//Pw0BBXyzDHQTQTHu1yub608//XSbkAWBvLHTTjtl07BaEQIuBA455BCbYBXfNLbhfv36CZ8MEOBsTJwB7/Dtt98eq3qB0z02OpLE7LjjjtZeH8W+EWfotdB5yrwXFTX/tARFnrHXz+fWr/g7/kUqUaNjbbzxxr4Bp5y5SMyPbuLIVlttZSDGR4lVSaNvedepoy8SV0Fguzdw2YkJYl7E0qAzxY3ZivNuVLu2noPT8U1DUMQO7PVNe9cNunm3bt0y+e4UESBdy6D0LGyTWbxPRREAsnq36qUdYnOcinbEgBFTIRECeSBAXCmJ6/H5EhdLBSb2Q4kQEAJCQAgIASFQfgTgGt133312oCQGw7ZThIigmBL1IgiKDJnspSwihIwJZCmVCIFGQQCDFAZIt2RhLG0UfDQPIVANAQL32BNwPK2yyiqW1A55ViIEskQAggdBRssuu6zNnkI2E4kQyAsBgrMgGGFodwTnFAb4LMgreY1b7cZD4OWXX7bBwAjfGIIdJUIgKwQgPuGoJXCATI/eau1Z9aN2/ocAAQfopQSZkBWOH1mLnWBgrnQCgnv16mUDVsgSx//OK8CjFoE/WRLNwKjoAJlaBnQT1H7PPffYIHjWDdXS3EIiJ4Kaspa0BEUqF/7iF78wl19+eWVorG0yybOuo0jW64Y+ax2A7p1nrUkN3v5r9e5kEQQUZY004zVkNMX2PW/ePJtBk6ysEiFQCwTIDk6gPOeTrl27WpIipCWJEBACQkAICIFmQQBb7LHHHmtJGpzPL7vsskKybDcL3pqnsSQlqqlBRiEeQD7NbFcFyaRJUkkVDGwgJBZ6/fXXW9hdIFxRCWGttdayui8J3tCF05LVs52JWhMCQkAICAEh0LwIUMwAvRwhRoLKSxIhkCcCs2bNMoceeqgthEHFc0iKFCGRCAEhIASEgBAQAuVEYM6cOYZqu/AG2rdvb3XHuBVPs5yZCIop0SyKoMiwCXaigiJCkPZ5552XaYWblNDodiGQGAEqbhAI4hYqLUUN7kvcsW4UAnWOAOTeU045xVYnI8so5ERleq/zh1ri4ZMx65FHHrEVcK+++mrTuXPnEo9WQ6tnBCC0EKRA5n5HqCZ8zjnnqMJePT9Y19inTJlinzHPmm8L5xqJEMgaAUgOJPpBINmz1iRCQAgIASEgBIRA+RCAkEyCEoRgGwjAeZHXyzd7jagMCEDMIAAHezTyq1/9yuyxxx5lGJrGIASEgBAQAkIgVwQIYGHfI4kKZKUrrrjCVsKSCIG8EXD8Tfg0qQ609tpr592l2hcCQkAICAEhIASEQF0gcMEFF9gkDsill15qdthhh7oYtwZZ/whQHRUbKclFEXztBx10UP1PTDMQAkJACAgBIdBgCBDDfcYZZ1jeANWPISfCHyhSRFBMiX6RBEWGTqA21SBYVFTKOvfccw0ZziRCoJYIELTxy1/+0mbfGzhwoCVErbnmmja73hJLLBFrKH7VB2gLopXKxceCUhc3GQI33HCDOfPMM+2sqQpEeeYOHTo0GQqabi0R+Oqrr2yAHhmz+PZDUmzXrl0th6C+SowAmXh//vOfW52gf//+ZrXVVrNBBSuvvHLsUb/44otmzz33NB999FHlXto+4YQTzCKLLBK7Pd1QLgRmzJhhyYlk4aOCNt8SiRDICwGceGR4RFh3J510Ul5dqV0hIASEgBAQAkIgAQIEwVPtGDnggAMqdo4ETekWIZAaAXRFp3rn9ttvbwkbbdu2Td2uGhACQkAICAEhUEYEqMQCMQxZd911zZ/+9CfTo0ePMg5VY2pABH744QfrAyD2pVWrVnYtqjJQAz5oTUkICAEhIASEgBCIjMB3331nTjzxRFtpGiEGbNddd418vy4UAlkh8Otf/9omEUQ23nhjGyNMQhuJEBACQkAICAEhUDwCv/3tbyuxlptuuqm56KKLbPXjokUExZRPoGiCIsN///33LUnxmWeesbOhehZVZSRCoFYIQFA89dRTzbXXXlvpcr311rMfvbhEhJdeesnsvffedl07MmbMGOsIo+ysRAgIgZYIfP755+bss882Y8eOtX847LDDzOmnny6YhEBNEJg3b54lKb722mtm6NCh9ru/+OKL16RvdVJuBCAoQpZ2y29+8xtz+OGHxxo4iQsgX1988cUt7qPaMmQ2SX0j8OGHH1qS2PTp083o0aPNjTfeWN8T0ujrAgHWGQRnhIA7nCiQqCVCQAgIASEgBIRAcQjMnj3bEOjw2GOP2UGQkCTu2aG40avnRkbglltusf4Wzqa9evWyNrfhw4c38pQ1NyEgBISAEGgyBNDDsNs+/PDDduYHH3ywJeVLhEARCGCzc2zEqtBSxBNQn0JACAgBISAEhEAZEHjvvfcsOfGVV16xAeaXXHKJ9aVLhEBRCNx///02Nnju3Ll2Tf7iF79QQpGiHob6FQJCQAgIASFgjHnzzTdt1UQ4Nwj79FFHHVUabERQTPkoykBQdKZw8sknm+uvv97+34022sgGcsQlh6WEQ7c3MQJkNyeQyC0wsffZZ5/I1Y2oBHrMMccYDjVugZRAOxIhIARaIoDD+KyzzjJz5syx1UpxIpNhVCIEaokABCNIilOnTjUjR440f/7zn2vZvfoqKQIQzkiY8fLLL1dGOGLECHPllVeabt26RRo1WZNvv/12qxv885//rNyDnktlleWXXz5SO7qonAhAcIacOHnyZBvgC+m0devW5RysRtVwCDz55JPWOPPOO+/YS3WP5wAAIABJREFUrOw4UXbfffeGm6cmJASEgBAQAkKgHhDADogD5bPPPjPLLbecOeecc5SMpB4eXBONEXsHJEUnQSQ2EALm27Vr10QoaKpCQAgIASHQiAgQV/C73/3OfPPNN2aZZZYx5557rtluu+0acaqaUx0hQHUg1iKC3kWCCOx3EiEgBISAEBACQkAINAMCVJT+2c9+Zj755BOz1lpr2YIOSrTaDE++/HMkrve0006rxPWSUPy4445TfHr5H51GKASEgBAQAg2GwB/+8IdKdePVV1/d+tY32GCDUs1SBMWUj6NMBEWmcs8991gjLQph27ZtbTaVH//4xylnqduFQDgCVEraaaedWhAIIMiyHrfffntLngoSCAhvvfWWrV7y0EMPtbhs/fXXt2SX7t27hw9CVwiBJkGAoL0//vGPlsyBkCmLCmO9e/duEgQ0zbIhABkNR/HMmTMNpcIpHb7kkkuWbZgaTw0R8KuuTPc777yz3e/D9nXu/+tf/2qJ1/Pnz28xcoITDjnkkMgJEGo4bXUVEYFZs2bZgF6y+Kyzzjp2P1Nwb0TwdFlmCFAFB5Kio08RgIcTZYUVVsisDzUkBISAEBACQkAIBCPwxRdfGBwoN910k71o6623tg6ULl26CDYhUEoELrjgAkviQDp37mzPNDvuuGMpx6pBCQEhIASEgBCohgA2ORLPPvfcc/ayMWPGWH/uiiuuKOCEQCkQuPPOO80RRxxhiCFYddVVbWJuYgYkQkAICAEhIASEgBBoZATOP/98c9VVV9kpQv6CnEj8r0QIlAkBkpITx4OvnUQi+NcPOOCAMg1RYxECQkAICAEh0JAIUNAIm+6MGTPs/CgeQhLgxRZbrHTzFUEx5SMpG0GR6VCNBCfCXXfdZWe37rrr2sozQ4YMSTlb3S4EghH48ssvLSHWCfB1X8ka3HbbbW11nF69eplFF13U/png9ClTplhSIj93dST+vvTSS9tKSwQoSYSAEPgvAjfeeKMlJxLIh/C9P+ywwwSPECgcAcqGQ1IkSQIOYwJLyegmaV4Exo8fb/bee++F9neycW+++eZmm222MQMGDKgQ08jU/fbbb5tnn33W3H333eaNN95YCDySHpBBuWPHjs0LbJ3PfMKECZYURtbHNddc0+qOBPdKhEBRCECKYE0uWLDAJlXBibLffvsVNRz1KwSEgBAQAkKgKRC47bbbLDkROzZCEhOSkEiEQNkRwPZBAM64cePsUEeMGGHXLvZviRAQAkJACAiBsiOA7f6KK64wN9xwgx0qSeSozqKqiWV/cs05vldffdWuzxdeeMECAGHxyCOPbE4wNGshIASEgBAQAkKgoRFA7znrrLPMK6+8Yud50kknmWOPPbah56zJ1TcCxPwSE3bHHXfYiRD3g64+cuTI+p6YRi8EhIAQEAJCoIQIvPPOO+bSSy+tVDHGJ0mc27Bhw0o42v8OSQTFlI+mjARFZ0oQFM877zzz3nvv2f8EaQBFcNlll005a90uBPwRoAoiRCnHUZAGJ8iJHGT23HPPUrK708xN9wqBJAg8//zzlpjovF+Qe04++WTTr1+/JM3pHiGQCwJk5yApApmXIaPzHYdQJmlOBL777jub1Y9g4yyE7x7VKqjQLKlPBK699lpDBUxkiy22sPtahw4d6nMyGnVDIcCZmT1r7Nixdl6DBg2yRMWhQ4c21Dw1GSEgBISAEBACRSMAuYvMjhMnTrRD+dGPfmQdKP379y96aOpfCMRCgARiEBU//fRTex/EDoiKq6yySqx2dLEQEAJCQAgIgVog8O2335rLL7/ckhP53wj71mmnnWZat25diyGoDyGQGAF0rosvvtjev95669l127dv38Tt6UYhIASEgBAQAkJACJQJgauvvtr89re/tUMi/uvss882G2ywQZmGqLEIgUAEKEiCj33q1Kn2mtGjR5uDDjrI+tolQkAICAEhIASEQDoESDZHka+//vWvtiGS7uNXP/jgg9M1XIO7RVBMCXKZCYpM7fvvv7ckxYsuuqiyOA888EDDr02bNilnr9uFwMIIcOCgohsHkKRC5S2C1wlSWmSRRZI2o/uEQEMgMHnyZKtkPPDAA3Y+ZLQ95ZRTzA477NAQ89MkGhMBKuo6WZgxPh1//PGNOVHNKhSBf//73+b666+3hvT58+eHXh90wQEHHGB+/vOfG6ovSuoTAZ4flXKQo446yh6YJUKgbAjcd9991okyffp0O7SddtrJGnZ69OhRtqFqPEJACAgBISAE6goBqmcTEM/ZAFluueWsPrj77rvX1Tw0WCHgRuCrr76yfhfH98Lf9t13X/PTn/7UdO3aVWAJASEgBISAECgFAtjp0cMIaEG23XZbc/TRRytBRCmejgYRFYHx48fbaorvvvuuvQV7Heu4VatWUZvQdUJACAgBISAEhIAQKBUCTz/9tE3m61RN/MlPfmJjKhQnWarHpMFERODCCy+0SUWwlyIksidWTMncIgKoy4SAEBACQkAIuBD45ptvrD0X3gAFQpC9997b2sJWXHHFusBKBMWUj6nsBEVnehBcLrjgggrBpVOnTpakuP/++6dEQLcLgYUR+Prrr83dd99tqya98cYbkSGiIhIHbgI5OnfuHPk+XSgEGhGBmTNnWgXDIXNQje6II46wVRP53xIhUHYEWL9O5TwI5xA+VCmt7E8tn/H98MMPNmMaQZvoB//85z8jd0SVPb59w4cP17cvMmrlupCgEYLPJ02aZANGcLTsvPPO5RqkRiMEPAiwZ7kDzTmjEPgkkrSWihAQAkJACAiBeAgsWLDAOlDc1XrYV9EP27VrF68xXS0ESorA+++/b3VHJ1ETw9xrr73MPvvso0QXJX1mGpYQEAJCoNERIHCFzNokh/jwww/tdLGvEsQyYsSIRp++5tegCBB/cOaZZ5rrrrvOzpC4AtY0pFuJEBACQkAICAEhIATqBQESueEvd2LBIHCRpH6bbbaplylonELAF4HPPvvMkhQvvfTSyt9JUAihok+fPkJNCAgBISAEhIAQCEGAmFp8jX/5y1/Mp59+aq/ebrvtzJFHHmnWXHPNusJPBMWUj6teCIrONJ988kmrCE6YMMH+p5VWWsk6y/m1bt06JRq6XQi0RAAHGATFp556yv4gXL366quVi6iU2Lt3b7PuuuuakSNHmoEDB5q2bdsKRiHQ1AhMmzbNOo5vvvnmCg6QyVEyll9++abGRpOvPwQef/xxc8wxx5g5c+bYoLwTTjjBbLbZZvU3EY04MwTmzp1rnn/+eTNu3Djz1ltvmddff71SWXHppZc2AwYMML169TIbb7yxGTZsmOnWrZuyBGaGfu0bwrHy29/+1nzxxRemX79+1tnCM5YIgXpAAJ2Ms/Ott95qh9umTRtLUqQizhJLLFEPU9AYhYAQEAJCQAgUigDOE4iJ8+bNs+MgcBjbxlprrVXouNS5EMgLAezeBOCMHTu20gXJWSAqrr766nl1q3aFgBAQAkJACFQQIIgFUiK/+fPn2/8+ePBgW7lizJgxQkoINAQC//jHP8x5551n+BcZPXq09UNJ32qIx6tJCAEhIASEgBBoaASwl1Jpzqkyd/zxx9sYGokQaCQEiA/Gx+5O5oZvAKIiscESISAEhIAQEAJCoCUCxFbDGWDv/Ne//mX/OGrUKOtXJ+lcPYoIiimfWr0RFJ3pPvTQQ1YRpJIJ0rFjR0tSRBHkf0uEgBAQAkKgtgi88sorVsm49957Kx3vuuuuVslQJqHaPgv1li0Cs2bNss5hkiQgZPXA0CrCbbY4qzUhUCYEIJ/+7ne/M0888UTlvYecqEQUZXpKGktUBF566SV7dn7wwQftLe3bt7fnZs7PnTp1itqMrhMCQkAICAEh0BQIfPPNN9a2wQ9nCkKVnqOOOspsuOGGTYGBJikESNh31VVXmVtuuaUCBsmadtllF5ukTyIEhIAQEAJCIGsE3n77bVuB5W9/+1sliIXglQMOOMBsscUWWXen9oRAKRCgkiJERSq1IFRnYc1TWVEiBISAEBACQkAICIEyIXDPPfeYP//5z2bq1Kl2WFtvvbU5+eSTDYUdJEKgUREgZuTqq6+2vgJHSC6Cj71eyRaN+qw0LyEgBISAECgGgenTp9t98qabbqoM4Ec/+pFNnE9xj3oWERRTPr16JSg60ybIEkWQ6nbIYostZpVAMvvqEJRyceh2ISAEhEAEBB577DFbmYd/HeE7jJLRt2/fCC3oEiFQHwhcfvnl5je/+Y359ttvLUkJkiIED4kQEAKNhcCf/vQnS+ZCunTpYk477TQbHCIRAvWOAFWBL7vsMjNhwgQ7lVatWlWIigp8qvenq/ELASEgBIRAWgQ++eQTm9URJwqVe5B1113XHHLIITbgRiIEmhEBHIsQFa+99trK9LH1QVTkp6rczbgqNGchIASEQLYIjBs3zhIT3f4lglggaW200UbZdqbWhEAJEYCceO655xqqETnyk5/8xL4DnTt3LuGINSQhIASEgBAQAkKgmRB45JFHLDGRhPUIdqHjjjvOUE1OIgSaBQGS2hOfzm/BggV22gMGDLDx6fzwuUuEgBAQAkJACDQTAthyb7/9dvPoo49Wpj1mzBjLGRgyZEhDQCGCYsrHWO8ERWf6VDVCCaSyoiM4LlACN91005Qo6XYhIASEgBBwI/Dll19aBQPH8bRp0+yfCEraf//97W+llVYSYEKgIRGYOXOmOfvssw0Z4pD11lvPnHDCCdb4JBECQqC+EZg4caK54IILzJQpU+xE9tlnH/Ozn/3MVpuTCIFGQoDkPtdcc4154IEHKtPi3EyQ+dprr91IU9VchIAQEAJCQAiEIoDuh30DcuIPP/xgrx81apR1oMimHAqfLmgSBObOnWuzn954443m/ffft7Necsklrf6Iw7F///5NgoSmKQSEgBAQAlkgQGKIe++9t4V/iYDOPffc0/z4xz82AwcOzKIbtSEE6goBqrNccskl9r1AWrdubUmKBx54oFlqqaXqai4arBAQAkJACAgBIVD/COA3J2nVP/7xDzuZHj16mMMPP1wJvOv/0WoGKRD4/PPPbXw6yUU+/vhj2xKxJDvttJONUe/Tp0+K1nWrEBACQkAICIFyI/DFF19Ynzo/hzPAiLHn4lfv169fuScQc3QiKMYEzHt5oxAUnXm9/PLL1ll+8803m++++87+5549e1olkOwtyy+/fErEdLsQEAJCoHkR4Bt71113WSXD+cb27t3b7LHHHrZ6bceOHZsXHM28qRC4++67LVHxgw8+sPM+6KCDrEG2TZs2TYWDJisEGgEBgm2pmEg1YGTNNde0xERlaW+Ep6s5VEOAbKc4UZzAJ64lkxVOlB122EHgCQEhIASEgBBoaARIcodtg2AbR6iUSNKlYcOGNfTcNTkhkAaBsWPHWqKi+90hycV2221n/S9K8JIGXd0rBISAEGhsBKi+AjHx73//e2Wi+JcIYoGcKP9SYz9/zS4aAvhhISred9999gaSQvCO8FthhRWiNaKrhIAQEAJCQAgIASGQEIGHH37Y2n0cYmKXLl1sHMzBBx+csEXdJgQaEwF8C8SoP/PMM5UJbrzxxmb77bc3W2yxRWNOWrMSAkJACAiBpkTg+eeftzZd9r7//Oc/FoNevXpZey6/Tp06NSQuIiimfKyNRlB04ICp6xAVp06dWkFp5MiRZssttzRbbbWVSAQp145uFwJCoDkQmDFjhnnwwQftz/093WSTTSwxke+pRAg0IwILFiywJMUrr7zSTr9Dhw6VKqKLL754M0KiOQuBukLg008/tVXk+DkH6JNOOskce+yxdTUPDVYIpEWAzFY4G0ny89lnn9nmOnfubJP88Ft55ZXTdqH7hYAQEAJCQAiUAgESU9xxxx3WgeJUgePshvME+8aAAQNKMU4NQgjUAwIEz5Po4s4776zokIwbkiI/KpFKhIAQEAJCQAhQrfqee+6xQSxOhQlQwa9EgiT5l7RGhIA/Ak8//bQlKo4fP75ywa677mrPLo2WkV5rQAgIASEgBISAECgeAWw8+AonT55sB0PyEEiJkBOp7CwRAkLAH4FJkyZZHzs/J+YEosY222xjfwMHDhR0QkAICAEhIATqDgGKtpA8i9/bb79dGX8zcQZEUEy5bBuVoOiGhewuHKScTHP8jcMTREV+o0ePTomibhcCQkAINBYC8+fPt4TEBx54wJABwRGyc5IRfffddzd9+/ZtrElrNkIgIQJkj/vjH/9onnjiCdsCxiaqbvBr1apVwlZ1mxAQAnkhAAHLISZ+++23thsCaI877jjtbXmBrnbrAoHvv/++kuQHZ4ojVBPFgcJ7IhECQkAICAEhUI8IUK0HuzBVEx0hqBdSIr+ll166HqelMQuB0iAASZHfuHHjKmNabrnlzGabbWZ/6623XmnGqoEIASEgBIRA/ghMnz7d4Jvn98Ybb1Q67N+/vyUl7rjjjqZr1675D0Q9CIEGQOC5554z1113nbnrrrsqs0G/oqLi+uuv3wAz1BSEgBAQAkJACAiBohD4+uuvLSmRAiAffvihHUbPnj3NT37yE7PffvsZJeUu6smo33pE4PPPPze33nqr1dtJ7OYI52CHrIi9VCIEhIAQEAJCoKwIEDPmkBKdOGjG2q1bN2vPJcH96quvXtbhZz4uERRTQtoMBEUHIhTBsWPH2kyNTz31VAU5qkM4VRUHDx6cElHdLgSEgBCoTwR++OGHCimR4D1H2rRpY0mJ/H70ox/V5+Q0aiFQAwTIZHv55ZebiRMn2t7QLxyi4iKLLFKDEagLISAEqiFAhfVrr73WkhO/+eYbe+nWW29tDjnkELPuuusKPCEgBFwIkKWdTI9UmHKkffv2FQfKOuusI7yEgBAQAkJACJQaAYLhcaJQrYfKiY6g/1F1RAnrSv34NLg6RWDmzJmWqHj33Xebt956qzKLFVdc0Wy++eaWrDho0KA6nZ2GLQSEgBAQAtUQIKv23//+d0tKdAdjLrPMMta3RBDL0KFDBaIQEAIJESBbPURF7Nv4cxH0Kt4tfosttljClnWbEBACQkAICAEh0GwIvP7669Z+w+9f//pXRa+AlEjFZokQEALpEHjllVcsUZHfxx9/XGlsxIgRZtNNN7U/Et9LhIAQEAJCQAiUAQG4As6PBBaO7LDDDoYf+1YzigiKKZ96MxEU3VC9++67lqgIYfHNN9+s/KlPnz4VsmLv3r1ToqvbhYAQEALlRwDCNtUS+f3zn/+sDBjFAsfxmDFjbNVZiRAQAtEQePTRR81ll11mIHcgZIOGqIhBVyIEhEDtEfjqq68qFROdg/QWW2xhiYmq5FH756Ee6wsBqmo7DpQXXnihMniyYpHtEX2xV69e9TUpjVYICAEhIAQaFgEyfeNAuf/++w1BAI6sueaa1oHCb4UVVmjY+WtiQqBMCEBO4V3kN2PGjMrQevToYajQvfHGG5sNNtigTEPWWISAEBACQiAmApDRH3/8cfubNGlS5e6lllrKJgXjBzldIgSEQHYIfPLJJ5ak+Je//MXMmzfPNkxFeEiKVCjt27dvdp2pJSEgBISAEBACQqChEMDfBymRCs2OYJ8hjkV6e0M9ak2mRAg88MAD1tdOMkW3jBo1yvrZefc6dOhQohFrKEJACAgBIdAMCFCIhURz+NXdnAESzDk+9Wbfn0RQTPkmNCtB0Q3bSy+9ZMmK/JyS9fwdAy6ZK/gpeDnlQtPtQkAIlAYBKkhR4W3ChAn2X8eBxQCpIAUhEWLicsstV5oxayBCoB4RIGM0FRX/8Y9/2OEvu+yyFSexyBz1+EQ15npDgKo5d9xxh/05FRMx8h566KEKhK23h6nxlgIBMqo6zsuPPvqoMqa111674kDp3r17KcaqQQgBISAEhEDzIMCe5GR1fPbZZysTp1qP40BRtezmWQ+aaTkRIPANoiIBOVTYcqRjx46WrOj82rZtW84JaFRCQAgIASFQQYBvukNKnDZtWuW/k+TSISXy7yKLLCLUhIAQyBmBv/3tb+aWW24xzzzzTKWnYcOGWT/Utttum3Pval4ICAEhIASEgBCoBwTQ2SEl4i8nKSnSrl07s/vuu5vddtvN9O/fvx6moTEKgbpH4PPPP7e2UYpH4M9wC0Th0aNHG0iLJMCXCAEhIASEgBDIGoEFCxZYm+4TTzxhiYlwCBwZNGiQ2WqrrexPhd3+h7wIiilXoQiKLQF87LHHLFERh/mXX35Z+SNMYIesyL+QDCRCQAgIgXpBgEy2DinRHbDH+KkcCyGRH9VwJEJACGSLAAYmiIruTHQ/+tGPbDZb/pUIASGQLQLo8jhZHHIwrfOuUTFxww03zLYztSYEmhQBSPhOkDlVSh0ZPHiwzfQIGXillVZqUnQ0bSEgBISAEMgbgblz51onPg4UdzDuYostZrbccksbHE/yJYkQEALlQwDbyKOPPmp/kydPrgwQIgtBOCSKXH/99c0aa6xRvsFrREJACAiBJkRg9uzZ1sbG78knnzRUb3OkS5cuZpNNNqn8Fl988SZESFMWAsUjQPV4iIq33nqr+de//mUH1KlTpwppmEAziRAQAkJACAgBIdA8CFAFByIUfjy3v5wkbpASISdiR5UIASFQDAKQhXlH+VHByi342rGR8uvXr18xA1SvQkAICAEh0BAIkOTXISVCTPzPf/5TmdfAgQOtTx1S4qqrrtoQ8816EiIopkRUBMVgACHzQFjkN2XKlBYXrrPOOhXC4pprrpnyKeh2ISAEhEC2CKBM8A1zfu+9916LDkaOHGmcDDyrrbZatp2rNSEgBHwRgByMk5ifIz179rRERX5KfqCFIwSSI/D+++9XqiV+/PHHtqGlllrK7LHHHtbJouyPybHVnUKgGgI//PBDxYGCE8WpVso9AwYMqDhQ1lprLQEpBISAEBACQiAVAlOnTrVZHfk9//zzlbYgNeE8cZwoqsCWCmbdLARqigDvtUNWdJONGQSkF4iK/CAtrrzyyjUdmzoTAkJACDQrAgQzO4RE/n377bdbQEHAikNKpFKbRAgIgfIggF3OISq+/PLLlYHhByaJC+em7t27l2fAGokQEAJCQAgIASGQKQLjxo2rEBPx3yEkEdlll10sMXHIkCGZ9qfGhIAQSI8ASYAeeughw/vL79tvv600SjyZQ1YcPnx4+s7UghAQAkJACDQ8Am+88UbFn+62DTHxoUOH2gIPJJ3v27dvw2ORdoIiKKZEUATFaABOnz7dEhXJWsG/zkGOu7t161YhK6IMLrnkktEa1VVCQAgIgQwR+OCDD1qQEinL7EjXrl0tIdEhJS699NIZ9qymhIAQiIPAp59+WiEqugM8dthhB0tUlGE4Dpq6ttkRINMP1RKpnuPI2muvbUmJkBOVub3ZV4jmX0sEvvvuO0PVYIiKOFLcZEWqKeJA2WijjQyJMiRCQAgIASEgBKIgQFC8Q0qcNm1a5ZZFF13UOk8IsOVHYgqJEBAC9Y0AlVEnTJhgq3M99dRThiQ0bundu3eFsAhpsUOHDvU9YY1eCAgBIVAiBEish97Fvy+++GKLkaFnbbjhhgb/N/+qgkOJHpyGIgSqIEBVxbvvvtuMHTvWUAnVEYjFOkdp6QgBISAEhIAQaBwE2POdaonYVhzBHzdmzBiz/fbbmzZt2jTOhDUTIdDACEBOJJmbQ1ak8pUjvMcbbLCBQZ/nX1W7auCFoKkJASEgBGIgQBEHEoA+/fTT9t85c+ZU7iZmEkIiyeb4Fw6BJDoCIihGx8r3ShEU4wP473//u0JUhLA4a9asFo1QKYIKi86vU6dO8TvRHUJACAiBEAQIzsNZ7Py8gTuDBg2qEBL5HkmEgBAoHwKPPPKIJStiNHaEoDuCbfmp6lv5nplGVDwCL7zwgiUk8nMHV5D9EWKisrcX/4w0AiHw/fffV5wnOFLcZ2YS+kBSdBwoytyu9SIEhIAQEAIOAjjcHQfKxIkTzfz58yvgUE0N54nzU6VErRsh0NgIUF0RoqJDWPz8889bTJjENFRWdKosQlyWCAEhIASEQDQE3nzzTUtGdColuhMM0QLBjhAS+fGdlQgBIVDfCGCbg6zI7z//+U9lMk6AGv+2b9++viep0QsBISAEhIAQaCIEICWyv/Oj4IYjxJZASuQn31sTLQhNtWEReP755+17TjGd1157rcU8V1555RaExY4dOzYsDpqYEBACQkAI/A8Biqs5vnT+pWKiW9gfSFTh+NMXW2wxwZcQAREUEwLn3CaCYkoAjTGvvvpqpbric889t1CDq6++egvC4gorrJC+U7UgBIRA0yGA09hNSCT7gVs4bJLB1qmUqG9N0y0RTbiOEXj33XfNzTffbG6//Xbz4YcfVmay2mqrVciK6BMSIdCsCLz88ssVUqKbkN+nTx8DMZFqiQStS4SAECgnApMmTaoQFnGcuoX32J3xUYSTcj5DjUoICAEhkAcCBMe6nSiTJ09u0U3fvn0rDhT2CokQEALNiwCJahyyIv+6pXXr1pZAQ7I2kkcOHDhQQfbNu1Q0cyEgBDwIELSCH5sf53GIiV7f0hprrNGiSiKJhSRCQAg0HgJff/11paoilavdgm8ZoiI/BTc33rPXjISAEBACQqD+EcDP5lRWI7bEkeWXX95su+22lpSoxPX1/5w1AyEQhADJHdHhSezIz10hi3uwia677rr2N2TIENlGtZSEgBAQAg2CALZd/GP8IK7zL0XWHFliiSXMiBEj7I9E8fjWJdkgIIJiShxFUEwJoOd2skxCUsTBw7/8FixY0OKqnj17tiAs8v8lQkAICAEvAi+99FILQqI3UziGpqFDh9ofGcPXXHNNgSgEhEADIIAxiYqK/NzBIgSKOJUVV1lllQaYqaYgBKoj8Prrr1dIiTNmzKhc3KNHD7P11lubrbbaSo4WLSIhUIcIvPfeexUHCo4Ur44LAYUfDhSXT46/AAAgAElEQVQ5U+vwAWvIQkAICIEQBMj0iwOFij2QE7/99tvKHZDUcZ44jhQStkiEgBAQAl4EcL66qytCuvHKqquuWiErEqDTr18/ASkEhIAQaAoEZs2aZYmIblLid99912LuK620UoWQSJVEJbtsiqWhSQqBFggQ0PzQQw/Z3+OPP97ib6NGjbKJYsi437VrVyEnBISAEBACQkAIFIQAMafjx4+3xER3At8VV1zRbLHFFmbLLbe0Vc8lQkAINB8CnPsdsqI3+QhorLXWWhWyIj73Dh06NB9ImrEQEAJCoA4RgJDoEBGdf70cJHxeji+dfxdddNE6nGn5hyyCYspnJIJiSgAj3O4QFR3S4hdffNHiLhw/BF6iGEI+4Lf00ktHaFmXCAEh0CgIUDGNCon8qBJFpUQIz26BzOwQEvmXQBuJEBACjY3AY489Zu6//35LVpw/f35lshw0yGQ7bNgwqz9IhECjIECmHwJNH3nkEfP2229XpoWjBUIixERI+RIhIAQaBwHOy07GR/63WyCquLM9irDYOM9dMxECQqB5EHAIiU5mR69ddO21127hRGkeZDRTISAEskJg7ty5lvBMsjcqCvCvl4xDNTAqK2JPcaosdunSJashqB0hIASEQCEI4ENyExH531RV8AqZs6kyyw/f0uqrr17IeNWpEBAC5UTgk08+qZAVx40b12KQznmNRDLoUBIhIASEgBAQAkIgPwRI6AnhCJ8ZP3d8SPfu3S0pkR9JPiVCQAgIAQcBiCskhHT/ILi4haIXxJY5ttE+ffoIQCEgBISAECgBArNnzzb40rHr8i+8AXdyX4bYv39/Gyu5/vrr2598W7V5cCIopsRZBMWUACa4nQ+Ju8KiuzqS01zv3r0rZEWHtKhMFgnA1i1CoIQIkNnKISM6/+L88QpOYzchceWVVy7hbDQkISAEaoXAww8/XKms+OWXX1a65dABUZHsePyrQ0itnoj6yQIB9kQCSflBTHSv7eWWW65SKXHDDTfMoju1IQSEQMkRwPmK05VvAk6UKVOmtBhxmzZtzJAhQyxpcfDgwdaJwn+TCAEhIASEQDkQ+M9//mMdKJCDyOrIz63fMUpsnjhPOLuQ1RGdTyIEhIAQyBIBAnDcZEX+94wZMxbqguA+h6zoBOco02yWT0JtCQEhkDUC06dPr1RHpFrCG2+8sVAXnTp1sudlyIjOv/IvZ/0k1J4QaFwEPv30U0tWJIEgFZvcWfpJug1R0al6v8QSSzQuEJqZEBACQkAICIEaIUDCXoeQiF/MLauttpqtagwpkdgxiRAQAkIgCgIQW7yExe+//77Fre3bt6+QFR3iYufOnaM0r2uEgBAQAv/X3p3/yFEcbAAe4/vCGAMGG2PHDkRAIiUkCoqSH6L840mkRJ+SkENAIDYB+cABx9gYn9j4+PROVKva3p6j3XvM8ZTU6p6jZ3qe7t3p6aq3isBTCtSdzZVQYgY2apYEEksYMXP/n58SvOdqAoo9AQUUewKuw+rnzp0bZKSI/MMpU7OH37zNyZMn14QWU9GkECAwuwLnz59fE0ase7kqW37kyJFhTzWZ0pt3Li4JGc3ufrVlBLZaICMq/u53vxterL5w4cKqzUnPVyWsmB8pCoFZEsjF0AQRSyixHiUx25ke3NPA4Te/+c3g17/+9Sxtum0hQGALBK5cubKqAqUZWMwmpUOf0qA859KpsFUIECBAYHMEEvgpPTqW0XuaPfOeOXNmVSXKq6++ujkb510IECBQCaSTyGZo8fbt26uMtm/fPkiHcTmfzG/TzDO5RutQIkBgswXu3r07SN1xprNnz64s37hxY82mpD6pDiMaBWGz95b3I7C4AmmvkpDib3/72+H84sWLKx82503pcCYdz6Qeysisi3sc+GQECBAgsL4Cd+7cWan3+sMf/jBIJyR1KfXkqSt//fXX1/fNvRoBAkspkDY677333vDa6D/+8Y/h/PPPP19jkbbpJaxY5jt27FhKMx+aAAEC6yGQa7sliJh69Axm1CzpWC7XdjP9+Mc/Hvz0pz8dJEugbL2AgGLPfSCg2BNwg1YvQcUPP/xwJbR4//79Ne+WRj1lhMVUlqfRz6lTpzZoq7wsAQKjBFJhnAtHmT7++OOVUOLNmzfXrJLRAUoYMUGiLKfHboUAAQJPI5BGKqVXvczrHm337ds3rCDOlB6z33zzzad5C+sQ6CWQHt3/+te/roySWPfOlp7ZSq/Lmeeip0KAAIFRAmlYXnp8/Nvf/jYcOaJZDh48uFJ5UoKLGpU7pggQINBfIJ0tNcOIbR0w5TplKlFKz44Cif3tvQIBAhsjkJHH0iCnBBfbOsPIO6d32jqwWIKLu3bt2pgN86oECCyVQDp8KGHEMk/Hl23l2LFjq8KIOefas2fPUnn5sAQIbJ1Afg+WsGI6365LRlese/d/+eWXt25DvTMBAgQIEJgxgdSTp27r//7v/wZ/+ctfVm1drjkkjFim1HEpBAgQ2GiBjNhVwoplngB1XbZt2zbsJLgOLZ4+fXqjN83rEyBAYC4F0paphBHL/NatW2s+SzqbSxCxhBJ1wD67u1tAsee+EVDsCbiJqyc9nX9cdWgxoahmSc8VCSrmhLBM5fbu3bs3cYu9FYHFE7h27dpKEDFhxE8//XR4+/Lly60fNhUyzTDi8ePHFw/GJyJAYCYEEvyqw4ppbFeXAwcODEdpzQ+dTFlOTywKgfUSuHr16jAwlIuYmbJch2bzPuntp4QSjfK5XvJeh8ByCuT/S2lUXipP6t7ci8qJEydWVaCkMmXnzp3LieZTEyBAYAqBjIJY9+iY5WZv3nmZXPMoPTqWipT9+/dP8Q6eQoAAgdkTSGVxQorpfC5TWf7mm29aNzajlJWwYhl1USh79varLSIwKwLp2KE5ImJu37t3b80mZmSydDSXKSO7lmWBn1nZm7aDAIE0vPv9738/yMhPmdLAuS7535Vr/7/4xS+Gc2FqxwwBAgQILJPAv//975XONhNKvH379qqP/+677w5+9atfDUcjzrJCgACBWRBI2/S63r3Z3izbePjw4cHbb789HOE110PLXJv0WdiDtoEAgc0SSGbgk08+GV7rzTz1SZcuXVrz9hm0qIQRy9z/y83aS/3fR0Cxp6GAYk/ALV49oyaV0GL5Z9c2BHfZzPzDawsuPvfcc1v8Sbw9gdkSyN9RGRGxDiJev369dUMTDM6PrjRMSWVxGRlRhfFs7VdbQ2DZBBKeTmDxj3/84yAjTaVH7mbJRaMSVsw8/8cUAtMK5CJlCSJm3tbDe0aaSCgxFS0JJh45cmTal/c8AgQIdBb48ssvV3p8LJUozcrfvGjp7TFhxdKwPOf0CgECBJZRoIzWU4cSHz58uIoiDUrrHh2znAC4QoAAgUUXSMVyHVjMcupl2kpGOsi5Za6tnDx5ctVkxMVFP1J8PgL/E0jd0oULF1amXI/N/4z8Vm0rCTbXIcSyzJMAAQLzJJB6ghJWzLwZvk6HNj/72c+G9QSZGx1qnvaubSVAgACBSQI5388oiZnee++9Nef+qSv/5S9/OQwkpr48nUorBAgQmHWBjKhYOghOnXuWmx2TlM+Q9uh1YDFtaL/3ve/N+ke0fQQIEBgrcOXKlVVBxJLRuX///pr1cp2jGUaUHZjvA0xAsef+E1DsCTiDq+fkML3xJJmdeb2ckZXaygsvvDAcdTGV5qkMywhvZXrppZdm8FPaJAL9BNLQLsGdMqXSOMsllNjWa23e8dlnnx02MClhxDLP349CgACBWRdIQ5hcGE9YsVwkbzY8To9XGVkxYesS2BBanPU9u/Hb9+jRo2HPP2VKg4OMjpjzzrpkxJx33nln2NCgTDmmFAIECGylQBqRl4qTzD/88MPWzWn29pjvQeGbrdxz3psAgfUWSOVx6dGxVKJknnO9ZknDmXp0xAS6FQIECBD4n8B3333XOtpiKqxHldS7NEOL5XZGS1MIEJgfgS+++GJVCLEOJD548KD1g+SaWduoiDqQnZ/9bksJEJheIJ1mlsBighrNko5+S1gxc50aTm/rmQQIECCw9QKpYyphxMyvXbu2aqPSzjJBxDKpZ9r6fWYLCBBYH4G0r01boX/961+rpidPnqx5g717964ZaTF18S+++OL6bIxXIUCAwDoJpO1jPSJiaRs5ajCjDBSWTubqKdd9lcUSEFDsuT8FFHsCztHqORFsCy0mwNg2okT5aBlStg4sNpedNM7RQbBEm5rGdXUAsbmcCuRxJb0X1EHEsvzKK68skaKPSoDAogvk3KAEFUtoMf8vm2Xnzp0rYcUSWsxcJwaLeYTkGKjDiGW57dOm17M0ICihRA3XF/OY8KkILJrA3bt3V3p8TNg6lSj5rdxW0pNtCS7WPT8KXy/aUeHzEFgsgVu3bq2cz9WBxG+++ab1g+acLpUoOZcrocRDhw4tFopPQ4AAgU0QuHr16nC0xdS5ZNS0emprqFM2KRXao8KL27Zt24Qt9xYECDQFEjiug4f18rfffjsSLHVIObeqpzRQMXKAY4wAgWUVSDuUP//5z4M//elPwynLzfOidJCTeoZ0npnJ/8xlPVp8bgIECMyeQDq3Tz1SpnSAmeB9rr3WJR0Svfvuu4Of//znw3m+1xQCBAgsi0Da6DYDi7mdMGNbyUA6dZ17lnNtVAdOy3LE+JwEtk4g13QvXrw4rL+pO/LNfW0lbYKaQcTcziBHyuILCCj23McCij0BF2T1nBDmn+758+eHJ4eXLl1amb766quxn3LPnj1rAozHjh0b5GQy4cVMGb5WIbCeAjku0+Aj8//+979rwoijhpQv25CGHemlqp5y0ShDzieM6EfPeu4tr0WAwDwJ5BwgYcVcMEqjuszTAGfUhaM6tJGLRvm/Ksw9H3u8nO9l/5YQYhqwj2q4nu/HNKgqP77TYODo0aPz8WFtJQECBCYIZJSLUnlSvv9yO6MPt5V0aNIWXEyoXyFAgMBmCaRRZ12BUpbHVfyWc7n6vG7fvn2btcnehwABAkspkP/XzcBiuZ06mVEl17ATXEynkbnWkinnofXc//ClPKR86J4CaTyXTizze69tnmtl6Tl7VEmnbc0QYrmdkRIVAgQIEBgtkGtwJahY5vfv31+1QkZULGHFdKSTZf9fHVUECBAgsBkCn3322Uog8f333x/885//XPO2aVdWwogJJArWb8ae8R4ECMybwI0bN1qDi6PaIyUIVHfiVpYz13HwvO1920tg6wTSuUQCh7m+W+ZledSgRmnjUwcR09lEbqdeRlleAQHFnvteQLEn4BKsntEl6sBiWS5BxmvXrk1USIixhBVLcLE5z+O5b/v27RNfzxMWUyDHWh08LAHEzOvlPOfx48cTERI4bIYQc7vcr/fpiYSeQIAAgaFAegGsA4tlOReU2squXbtW/v+2/S/eu3cv2U0QyH5rdjxRn9ON+i7NOVlpsF43XM/5nEKAAIFlE8jv3brXxxJeHNVYNWHuU6dOralAcfFy2Y4cn5fA+gqk8XxbZUoCiW3ndLt3717To2PO63Qusb77xasRIEBgPQQePnw4MryY3/CTSjraK6HFtgBjHtOJxiRFjy+aQDq1HBdAzOiIk0rCMSV0mAbIdSBRp6yT9DxOgACBbgIJKmZEqnSemamtw7D8pk1QsQQWcw1OIUCAAAECfQRu3rw5+OCDD4aBxIQRM79+/fqal/zJT34yeOedd4ZTgolp/6AQIECAwNMJ5HpnXfeeTtTTkVtGXh9Vcv0znbjVocXcziS8+HT7wVoE5lkgIcSEDusQYqlHH9UBeT7vjh07htd4z5w5syaQOM8etn1jBAQUe7oKKPYEtPrw5LAZWszodakALNO4E8gmYSr96tEXn3/++eGQuJkOHTrUOhdqnL0DMcMh52JOej3JvF4u9zXDiF2Pk/RSW6a2AMwzzzwzezC2iAABAgskkPBbuXB09uzZlR9/+f4fV/K/uwTI01Cu7rQgy5kOHDiwQFLr/1HyvVp/j5blNL4q52VtFSj1liQsUy7g1SPpZP8oBAgQIDBeICPd1JUnWc534aiS8P6oihPhRUcbAQIRSIVJW2+OuS8VLaNKKlFKT47lnC4jvCoECBAgMP8CGU0oDXRS33L58uXhvDnlOvykko6ImiMwph4mU+pfyrJ6lkmSHt9qgXSWlk5kMuW6V+Y5h2qOhJjg76Ry7NixQab8HivLZZ5OZ9L4TSFAgACBrRHI7+ASVvz73/8+XM6I1HXJKNJvv/32cHrrrbeGc6HFrdlf3pUAAQLzIJC69YyGmOmjjz4azlPP0yz57VzCiJknnJjO4BQCBAgQ2FiBdCaV/8u5Ftqcp3P2USXtyes6+LKctsS5JqoQIDCfAskYpC6kOQpirheM63wunTUmhJjru2VelvP/QSEwrYCA4rRSI54noNgT0OpTCWR0iRJWzEh4dXixudy8uDzNGyTEMCnEWMKNGbUpU0YBas6NqDcYpOI2jRrS+K05z36cFDos4cM0nuhask/q0OG4ZY0luup6PgECBDZPIN8XbT8QS+8133333cSNSeVyW3Cx3Jfv/Xz/19O8fjfEIyH9esr3aUKHbSHE3DfN92wMSwCxeUEutxOWUQgQIEBg/QTy/zxBxbbKk3E9teX/cVuPj7lPT7zrt3+8EoFZEEhnEm3nyblvXAgxlah1RUqpUHnjjTcGOedTCBAgQGB5BXKNoIQWR4UY20bbbRNLIKsZXKwDjPVyrssoBPoK5PynBA3r0OGo5UePHk31ljl3aoYO69sJJaoPnIrSkwgQIDATArnmVoKKCStmhKv8jm4WocWZ2F02ggABAlsuMG0YMXUzGZm3HiEx9TIKAQIECMyWQNqXjwov5n/+qJKgUjrNL1NC6PXtLOdaqEKAwOYKpH1k6sxLx3PNDuhyO21PR5Wcw7XVm6f+3Lnc5u7LRX43AcWee1dAsSeg1dddoBlYTOVkGumnZ9TM25anrWCftLEJyJXgYluIsXlfnpswRKaM1leW63mX+/PcVLA2p3y+p7k/YcO2oOG4+6YJjUxyzOPpQSoNGhIMLfPmciqJM5UgYh5XCBAgQGDxBdJgroQV86Oy7rygLN+9e7czRCqfm6HF5u38SN2xY0fnKRuT79WuU4KEJXiYXr2aQcTcnma0gybGwYMHh9+f9fdoGREh4cNMR48e7WxoBQIECBDYGIFcQG3r8TH3jQsvpuIk/9MTVEwlSVvFSX6XKgQIbL1ArqfUo/fUlSoZeTznv+PO+3Iul4qTtl4dXS/Z+v1rCwgQIDDPAm0jL5ZOkep5l84jc57aHIHx8OHDg1yvaJsSaCz3px5EWSyB0rllrn2NmlLH1wwjjmto0iaUuqZ0XpYpx1/m+Z3UDB8a4WSxji+fhgABAm0COYf54IMPBu+///5wnmlUaPEHP/jBIB38ZF6mnJcoBAgQIDD/AqljOXfu3ODs2bPDKctt3wcljPijH/1oUKYf/vCH8w/gExAgQGDJBdLGrC28eOnSpUE6wJpUcg1pUogx1zwVAgSmE0h7z7bwYV2HPm5U1PIu+c2ea77NevPcPnHixHQb41kEeggIKPbAy6oCij0BrT4TAmVUv0lBxjyecN6oqUsF/Ex88A3YiIQrE/AoI03W8/37968KHI4KHuZ+jWQ3YOd4SQIECCyRQIJ7zdGXS3gx83z3Nxs8rVeHBZvNnMBkflgnTFka66UReh1AbAYRjZSz2XvJ+xEgQGDjBHKRtg4v1su5eDupZCSbcT0/5jGj5k5S9DiB8QLpNGpU+LDcn8aRk0rO79oqUtLLo5GoJul5nAABAgQ2WiCNdtqCi233T9OIYNT2pp5hmiBj/ZzSuWTmaThUbgs7Pv1RkY4T0rFW5mUqHW3V19zarsGt1zW57McSOKxDh6PuSzBWIUCAAAECowRyHlMHFkeFFrN+OgOrA4sJMJ4+fRouAQIECMyoQH6X1CHEspz2f80ijDijO9FmESBAYJMFcp2r2XFb6t7r+77++uuJW5X203VdfK5bpX4+U92BW267djWR0xPmVCB1BOl8rnRAVy/XIyAmozGppH4g4cN0zl06nquXc59680mKHt9oAQHFnsICij0Brb5QAqOCi2kw2vZYKm3bRjZ82vsSrGgbhbHPfaPChjlxbntMw9WFOqR9GAIECCyVQHpdrxtIJeTYbDD14MGDVaMgZqSbelTEUbcDmQtJ9eiL426Xx9Jorm5QV4cQy/35TlYIECBAgECbQH6HJrCYXh5TWdKsNMl9+e6aVMrIIm2jMCYEnwoTPcdPUvT4ogrkHDKVKGnIOKpHxytXrkz8+Ll2M6oS5fjx48Ngor+ziYyeQIAAAQJzIpAGPs0wYxr0pNHouCnXadazg6lcfxkVXmyGGdtupz4kIcdSB1OWu97X9vxt27at1B/lM6feqMzr5Wkeaz4/vwHqUGEzZDjN7fU81HK9K41GmlPOfcp9baMfOjdaz73gtQgQIECgTSC/9z/++OPBRx99NJyXKecyzZJzhddff31w5syZVVM6FVIIECBAYHME8nvy008/XTN9/vnnrRuQ665vvvnmyvTWW28NA+gKAQIECBCYRiDtwktgsVkPX25PE7gq75XrYG3Bxfq+ejnXDxUCWyGQc6620OGoIOK0gz/ld3WpL2+GEMtto5JuxR73nl0FBBS7ijWeL6DYE9DqBAgQIECAAAECBAgQIECAAIEtEsiIw23Bxfq+NGieVBKqb/b22FaBUnqCzMVlhcAsCqRDimkrVPK8NOCfptSVKW0VKgkAKwQIECBAgMBkgdKZ1KQwY3k8z8/3dTrvqIN3ub2eYcfJW75YzyjBznScVYc8R4UN2wKI5T4jWS7WseHTECBAYBkEzp07tyqwmADjqPBLOjRohhbLbQ2Kl+Fo8RkJENgIgVyXbQsijuooLr9Z6iBiWU4dhkKAAAECBDZSIJ3j16Mulk7b8l2W5TLP8jR18vW2tgUX607ws6wj/I3cu/P92qkTbxu8oTmYQzoWbI58OE0n2LVO2ohkSsfYzXnqyEs9eh5TCCyCgIBiz70ooNgT0OoECBAgQIAAAQIECBAgQIAAgRkW+PLLL0f2/nj16tVhxUkuXncp+/fvb+0BsgQYS4VKXXGi4XIXYc8tAnUlSipPmhUoJYxY5nl+l7Jv376VipRmCLEOImp02EXVcwkQIECAwOYIpBHGqPBiHWYc9Zysn4ZDzdEN1+N2epUuIzNmXo+y2Pd2c+TIZsiwvj3qsc3ZQ96FAAECBAjMj8CNGzcGCS5+8sknK/Msjwou5jrB6dOnB6+99trgxIkTw3k95fteIUCAwDIL5DruxYsXh9OlS5dWli9cuDCsk2gr+f2S0WzfeOON4bxM3//+95eZ0mcnQIAAgTkRSBCsDiw2Q4z1Y/mefNqyY8eOQR1kbAsxlsebj6VetHRWlg6Mlc0XSDjw/v37K9e1m4HC3J4meJjXeNqSjufawoajQojaeTyttPXmVUBAseeeE1DsCWh1AgQIECBAgAABAgQIECBAgMCcC2QEmlGVJG0VKU9zwTuhxmavj9NUntQVJ3POvHSbf+fOnUFbpco0FSul4qUrWhrsj6tQqR/LciriFAIECBAgQIAAAQIECBAgQIBAm0CuTzRDiwkynj9/fixYHVpsBhgTwFEIECCwCALpHLEZQCyhxJs3b478iGkUXwcQSyDx5MmTi8DiMxAgQIAAgYkC6dysbTTGfH+mHjXz5nK5nXr99SjpdCUhxQQWy3ya5UnPTV1t6axt1LzuwG3Sc/P4NB3J1p3OPX78eFWndF1vl07t0vFdCROOWp70eL1entt1pM1R+3rXrl3Dthc5rypTfbssl46l6zryrKsQIDBaQECx59EhoNgT0OoECBAgQIAAAQIECBAgQIAAgSUTSMVIKk3G9QKZnh/rypNc+O9TUvFQj8iY5TIiTFtFyKTKkVEVLMvQw332xTQVKl2ek8qwZm+Offd5jpe6QiUVKG3hw/q+Q4cO9TnMrEuAAAECBAgQIECAAAECBAgQmCiQhqWfffbZMKjYnBLOGVeOHj26arTFOsDousZEek8gQGCTBUYFEHN/rh+PKrmue+rUqVVTAoi579ixY5v8KbwdAQIECBBYHIGMwNcWYJwUbMw66Vw239+lDnheVBJSrIOMaTfQDB3Oy2dJgLOMYpm2DqMChrl/XAAxr6EQILAxAgKKPV0FFHsCWp0AAQIECBAgQIAAAQIECBAgQGCiQKkUmaZypK13yKy3GaVUCpSAY6ns6NqTY54/7TqpQGlWojxNL4/j1im9N2b+4MGDzaAcZNTMth4bmxUq4ypXNmVDvQkBAgQIECBAgAABAgQIECBAYJ0Ecn2mLbh44cKF4f1pUDyqHD58eFV48bXXXhu8/PLLwynBRqMvrtNO8jIECKwIpCPCjISY6fLly8MREetpXCd0L7744qCEDksYsdxOp3IKAQIECBAgMLsCGcWxhBXTEW1ZHjWf9JzyeH7vlHrvuu562uW252VbJ5W6Xn7ccpfnlSBh5qXj5Pq+aR5vrrcMnSVP2lceJzDrAgKKPfeQgGJPQKsTIECAAAECBAgQIECAAAECBAhsuEAqMupwY0KM01aEtFWkjFo3lR6LXhK6bFaejKtUGfVY8/5mD48qWBb9SPL5CBAgQIAAAQIECBAgQIAAga4Cly5dWgkwltBiCTRmRJNx5bnnnlsVWKzDiyXEeODAga6b5PkECCyowJUrV4bBwzJvWx4Xmg7L8ePHh6MetgURcz1YIUCAAAECBAhstECzo98EFpudBW/0Nnh9AgSWR0BAsee+FlDsCWh1AgQIECBAgAABAgQIECBAgACBhRHI6IJ1oLFPb45Zd9z65bEySmM9WmOX3hvbRnlsrl9GhEwwMcsKAQIECBAgQIAAAQIECBAgQIDAbAkkRNQMLX7xxReDMuW61aRy8KBlo6wAABUQSURBVODBsSHGBBmFiiYpepzAbAukkX4Z9XBc+HDc6IflEx45cmTwyiuvDKdXX311TRDRteTZPhZsHQECBAgQIECAAAEC6ysgoNjTU0CxJ6DVCRAgQIAAAQIECBAgQIAAAQIECBAgQIAAAQIECBAgQIAAAQIECBAgsIECX3311TCs+J///GcltFjCi+W+e/fuTdyC/fv3D44ePboqyJjbzz///Krp8OHDE1/LEwgQWD+BdJx3/fr1VVP+7uuRDxNIzDRNeemll1bChyWEeOzYsVX3pUM7hQABAgQIECBAgAABAgT+JyCg2PNIEFDsCWh1AgQIECBAgAABAgQIECBAgAABAgQIECBAgAABAgQIECBAgAABAgQIbLHA119/vRJeHBVkvH379lRb+cwzz6wEFhNWbAYY225P9cKeRGBJBBIYbgYOczt/p23337lzZ2qZEjgcFTzM/Tt37pz69TyRAAECBAgQIECAAAECBAQUex8DAoq9Cb0AAQIECBAgQIAAAQIECBAgQIAAAQIECBAgQIAAAQIECBAgQIAAAQIEZl7g5s2bq0ZgTJAxI7Jdu3ZtZcqobTdu3Oj0WbZt29YaYmwLN+a+gwcPDnbv3t3pPTyZwFYJPHnyZHDr1q3h1BYubLvv7t27nTY3fw9HjhxZNb3wwguD5qiHCR8mQKwQIECAAAECBAgQIECAwPoKGEGxp6eAYk9AqxMgQIAAAQIECBAgQIAAAQIECBAgQIAAAQIECBAgQIAAAQIECBAgQGCBBB49ejQMLCasWIcXm8vl8YwK17VkhLcEFTMdOHBg1bztvvKc+rF9+/Z1fVvPXzKBhw8fDoOFGT20bT7NfdOOPFrT7tmzZ03gsA4gJnxY385xrRAgQIAAAQIECBAgQIDA1gkIKPa0F1DsCWh1AgQIECBAgAABAgQIECBAgAABAgQIECBAgAABAgQIECBAgAABAgQILLHA48ePJwYa6zBjQmH379/vLbZ9+/apwo179+4dJDCWUeqmnRulrvfu6fQCDx48GB4T33777ap5233lOSV0OC6AeO/evU7b0fbkjBCaAOGzzz47NnRYAocJHyZQqxAgQIAAAQIECBAgQIDA/AgIKPbcVwKKPQGtToAAAQIECBAgQIAAAQIECBAgQIAAAQIECBAgQIAAAQIECBAgQIAAAQKdBBJIu3nz5nBUuzKvl6d57O7du53es8uTd+3a1RponDbkmPUTckyIsp633dd8zqjb06z75MmTQQKjGQXzaeZPs05GKUyQcFyYsBk8LLfLOnnfjSg7duxYCReWETsTNOy6vBHb5jUJECBAgAABAgQIECBAYHYEBBR77gsBxZ6AVidAgAABAgQIECBAgAABAgQIECBAgAABAgQIECBAgAABAgQIECBAgACBTRdICG9cuLEEHhNkTCBu3FSCcuU5GxWY23SkOXnDBDozuuW0U4Ki04QM9+3bNycCNpMAAQIECBAgQIAAAQIEtlJAQLGnvoBiT0CrEyBAgAABAgQIECBAgAABAgQIECBAgAABAgQIECBAgAABAgQIECBAgMBCCWSEx0mhxnGPZ/0yGmHbaIb1fev5eEZZbI602DYiY33fejw+bbBw1POyzQoBAgQIECBAgAABAgQIENgqAQHFnvI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Nhztwko9gS0OgECBAgQIECAAAECBAgQIECAAAECBAgQIECAAAECBAgQIECAAAECBAgQIECAAAECBAgQIECAAAECBAjMpYCAYs/dJqDYE9DqBAgQIECAAAECBAgQIECAAAECBAgQIECAAAECBAgQIECAAAECBAgQIECAAAECBAgQIECAAAECBAgQIDCXAgKKPXebgGJPQKsTIECAAAECBAgQIECAAAECBAgQIECAAAECBAgQIECAAAECBAgQIECAAAECBAgQIECAAAECBAgQIECAwFwKCCj23G0Cij0BrU6AAAECBAgQIECAAAECBAgQIECAAAECBAgQIECAAAECBAgQIECAAAECBAgQIECAAAECBAgQIECAAAECcykgoDiXu81GEyBAgAABAgQIECBAgAABAgQIECBAgAABAgQIECBAgAABAgQIECBAgAABAgQIECBAgAABAgQIECBAgAABAuMEtuEhQIAAAQIECBAgQIAAAQIECBAgQIAAAQIECBAgQIAAAQIECBAgQIAAAQIECBAgQIAAAQIECBAgQIAAAQIECHQVEFDsKub5BAgQIECAAAECBAgQIECAAAECBAgQIECAAAECBAgQIECAAAECBAgQIECAAAECBAgQIECAAAECBAgQIECAwEBA0U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YQUOxMZgUCBAgQIECAAAECBAgQIECAAAECBAgQIECAAAECBAgQIECAAAECBAgQIECAAAECBAgQIECAAAECBAgQIEBAQNExQIAAAQIECBAgQIAAAQIECBAgQIAAAQIECBAgQIAAAQIECBAgQIAAAQIECBAgQIAAAQIECBAgQIAAAQIECHQWEFDsTGYFAgQIECBAgAABAgQIECBAgAABAgQIECBAgAABAgQIECBAgAABAgQIECBAgAABAgQIECBAgAABAgQIECBAQEDRMUCAAAECBAgQIECAAAECBAgQIECAAAECBAgQIECAAAECBAgQIECAAAECBAgQIECAAAECBAgQIECAAAECBAh0FhBQ7ExmBQIECBAgQIAAAQIECBAgQIAAAQIECBAgQIAAAQIECBAgQIAAAQIECBAgQIAAAQIECBAgQIAAAQIECBAgQEBA0TFAgAABAgQIECBAgAABAgQIECBAgAABAgQIECBAgAABAgQIECBAgAABAgQIECBAgAABAgQIECBAgAABAgQIdBb4fxUuCO/CoV37AAAAAElFTkSuQmCC"/>
          <p:cNvSpPr>
            <a:spLocks noChangeAspect="1" noChangeArrowheads="1"/>
          </p:cNvSpPr>
          <p:nvPr/>
        </p:nvSpPr>
        <p:spPr bwMode="auto">
          <a:xfrm>
            <a:off x="368300" y="168275"/>
            <a:ext cx="8629650" cy="1914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8" descr="data:image/png;base64,iVBORw0KGgoAAAANSUhEUgAADigAAAMkCAYAAACYokmNAAAAAXNSR0IArs4c6QAALeV0RVh0bXhmaWxlACUzQ214R3JhcGhNb2RlbCUzRSUzQ3Jvb3QlM0UlM0NteENlbGwlMjBpZCUzRCUyMjAlMjIlMkYlM0UlM0NteENlbGwlMjBpZCUzRCUyMjElMjIlMjBwYXJlbnQlM0QlMjIwJTIyJTJGJTNFJTNDVXNlck9iamVjdCUyMGxhYmVsJTNEJTIyJTIyJTIwcGxhbnRVbWxEYXRhJTNEJTIyJTdCJTI2JTIzMTAlM0IlMjAlMjAlMjZxdW90JTNCZGF0YSUyNnF1b3QlM0IlM0ElMjAlMjZxdW90JTNCJTQwc3RhcnR1bWwlNUNuJTVDbmFjdG9yJTIwU3lzdGVtJTVDbmFjdG9yJTIwVXNlciU1Q24lNUNuU3lzdGVtJTIwLS0lMjZndCUzQiUyMChSZWdpc3RlciklNUNuU3lzdGVtJTIwLS0lMjZndCUzQiUyMChMb2dpbiklNUNuU3lzdGVtJTIwLS0lMjZndCUzQiUyMChTZWxlY3QlMjBNb2RlbCklNUNuU3lzdGVtJTIwLS0lMjZndCUzQiUyMChQcmVkaWN0aW9uKSU1Q25TeXN0ZW0lMjAtLSUyNmd0JTNCJTIwKEdlbmVyYXRlJTIwUmVzdWx0cyklNUNuU3lzdGVtJTIwLS0lMjZndCUzQiUyMChWaWV3JTIwUmVzdWx0cyklNUNuJTVDblVzZXIlMjAtLSUyNmd0JTNCJTIwKFJlZ2lzdGVyKSU1Q25Vc2VyJTIwLS0lMjZndCUzQiUyMChMb2dpbiklNUNuVXNlciUyMC0tJTI2Z3QlM0IlMjAoU2VsZWN0JTIwTW9kZWwpJTVDblVzZXIlMjAtLSUyNmd0JTNCJTIwKFByZWRpY3Rpb24pJTVDblVzZXIlMjAtLSUyNmd0JTNCJTIwKEdlbmVyYXRlJTIwUmVzdWx0cyklNUNuVXNlciUyMC0tJTI2Z3QlM0IlMjAoVmlldyUyMFJlc3VsdHMpJTVDbiU1Q24lNDBlbmR1bWwlNUNuJTI2cXVvdCUzQiUyQyUyNiUyMzEwJTNCJTIwJTIwJTI2cXVvdCUzQmZvcm1hdCUyNnF1b3QlM0IlM0ElMjAlMjZxdW90JTNCc3ZnJTI2cXVvdCUzQiUyNiUyMzEwJTNCJTdEJTIyJTIwaWQlM0QlMjIyJTIyJTNFJTNDbXhDZWxsJTIwc3R5bGUlM0QlMjJzaGFwZSUzRGltYWdlJTNCbm9MYWJlbCUzRDElM0J2ZXJ0aWNhbEFsaWduJTNEdG9wJTNCYXNwZWN0JTNEZml4ZWQlM0JpbWFnZUFzcGVjdCUzRDAlM0JpbWFnZSUzRGRhdGElM0FpbWFnZSUyRnN2ZyUyQnhtbCUyQ1BEOTRiV3dnZG1WeWMybHZiajBpTVM0d0lpQmxibU52WkdsdVp6MGlkWE10WVhOamFXa2lJSE4wWVc1a1lXeHZibVU5SW01dklqOCUyQlBITjJaeUI0Yld4dWN6MGlhSFIwY0RvdkwzZDNkeTUzTXk1dmNtY3ZNakF3TUM5emRtY2lJSGh0Ykc1ek9uaHNhVzVyUFNKb2RIUndPaTh2ZDNkM0xuY3pMbTl5Wnk4eE9UazVMM2hzYVc1cklpQmpiMjUwWlc1MFUzUjViR1ZVZVhCbFBTSjBaWGgwTDJOemN5SWdhR1ZwWjJoMFBTSXhPREZ3ZUNJZ2NISmxjMlZ5ZG1WQmMzQmxZM1JTWVhScGJ6MGlibTl1WlNJZ2MzUjViR1U5SW5kcFpIUm9Pamc0Tm5CNE8yaGxhV2RvZERveE9ERndlRHRpWVdOclozSnZkVzVrT2lOR1JrWkdSa1k3SWlCMlpYSnphVzl1UFNJeExqRWlJSFpwWlhkQ2IzZzlJakFnTUNBNE9EWWdNVGd4SWlCM2FXUjBhRDBpT0RnMmNIZ2lJSHB2YjIxQmJtUlFZVzQ5SW0xaFoyNXBabmtpUGp4a1pXWnpMejQ4Wno0OElTMHRaVzUwYVhSNUlGTjVjM1JsYlMwdFBqeG5JR2xrUFNKbGJHVnRYMU41YzNSbGJTSSUyQlBHVnNiR2x3YzJVZ1kzZzlJak0xTnlJZ1kzazlJakUwSWlCbWFXeHNQU0lqUmpGR01VWXhJaUJ5ZUQwaU9DSWdjbms5SWpnaUlITjBlV3hsUFNKemRISnZhMlU2SXpFNE1UZ3hPRHR6ZEhKdmEyVXRkMmxrZEdnNk1DNDFPeUl2UGp4d1lYUm9JR1E5SWswek5UY3NNaklnVERNMU55dzBPU0JOTXpRMExETXdJRXd6TnpBc016QWdUVE0xTnl3ME9TQk1NelEwTERZMElFMHpOVGNzTkRrZ1RETTNNQ3cyTkNBaUlHWnBiR3c5SW01dmJtVWlJSE4wZVd4bFBTSnpkSEp2YTJVNkl6RTRNVGd4T0R0emRISnZhMlV0ZDJsa2RHZzZNQzQxT3lJdlBqeDBaWGgwSUdacGJHdzlJaU13TURBd01EQWlJR1p2Ym5RdFptRnRhV3g1UFNKellXNXpMWE5sY21sbUlpQm1iMjUwTFhOcGVtVTlJakUwSWlCc1pXNW5kR2hCWkdwMWMzUTlJbk53WVdOcGJtY2lJSFJsZUhSTVpXNW5kR2c5SWpReklpQjRQU0l6TXpVdU5TSWdlVDBpTnpndU56TTBOQ0klMkJVM2x6ZEdWdFBDOTBaWGgwUGp3dlp6NDhJUzB0Wlc1MGFYUjVJRlZ6WlhJdExUNDhaeUJwWkQwaVpXeGxiVjlWYzJWeUlqNDhaV3hzYVhCelpTQmplRDBpTkRVd0lpQmplVDBpTVRRaUlHWnBiR3c5SWlOR01VWXhSakVpSUhKNFBTSTRJaUJ5ZVQwaU9DSWdjM1I1YkdVOUluTjBjbTlyWlRvak1UZ3hPREU0TzNOMGNtOXJaUzEzYVdSMGFEb3dMalU3SWk4JTJCUEhCaGRHZ2daRDBpVFRRMU1Dd3lNaUJNTkRVd0xEUTVJRTAwTXpjc016QWdURFEyTXl3ek1DQk5ORFV3TERRNUlFdzBNemNzTmpRZ1RUUTFNQ3cwT1NCTU5EWXpMRFkwSUNJZ1ptbHNiRDBpYm05dVpTSWdjM1I1YkdVOUluTjBjbTlyWlRvak1UZ3hPREU0TzNOMGNtOXJaUzEzYVdSMGFEb3dMalU3SWk4JTJCUEhSbGVIUWdabWxzYkQwaUl6QXdNREF3TUNJZ1ptOXVkQzFtWVcxcGJIazlJbk5oYm5NdGMyVnlhV1lpSUdadmJuUXRjMmw2WlQwaU1UUWlJR3hsYm1kMGFFRmthblZ6ZEQwaWMzQmhZMmx1WnlJZ2RHVjRkRXhsYm1kMGFEMGlNamdpSUhnOUlqUXpOaUlnZVQwaU56Z3VOek0wTkNJJTJCVlhObGNqd3ZkR1Y0ZEQ0OEwyYyUyQlBHY2dhV1E5SW1Wc1pXMWZVbVZuYVhOMFpYSWlQanhsYkd4cGNITmxJR040UFNJMU55NHdPRE16SWlCamVUMGlNVFU0TGpBNU5UWWlJR1pwYkd3OUlpTkdNVVl4UmpFaUlISjRQU0kxTVM0d09ETXpJaUJ5ZVQwaU1UTXVOVGsxTmlJZ2MzUjViR1U5SW5OMGNtOXJaVG9qTVRneE9ERTRPM04wY205clpTMTNhV1IwYURvd0xqVTdJaTglMkJQSFJsZUhRZ1ptbHNiRDBpSXpBd01EQXdNQ0lnWm05dWRDMW1ZVzFwYkhrOUluTmhibk10YzJWeWFXWWlJR1p2Ym5RdGMybDZaVDBpTVRRaUlHeGxibWQwYUVGa2FuVnpkRDBpYzNCaFkybHVaeUlnZEdWNGRFeGxibWQwYUQwaU5UWWlJSGc5SWpJNUxqQTRNek1pSUhrOUlqRTJNUzQ0TXpjM0lqNVNaV2RwYzNSbGNqd3ZkR1Y0ZEQ0OEwyYyUyQlBHY2dhV1E5SW1Wc1pXMWZURzluYVc0aVBqeGxiR3hwY0hObElHTjRQU0l4TnprdU1qTTBJaUJqZVQwaU1UVTRMakE1TlRZaUlHWnBiR3c5SWlOR01VWXhSakVpSUhKNFBTSXpOaTR5TXpRaUlISjVQU0l4TXk0MU9UVTJJaUJ6ZEhsc1pUMGljM1J5YjJ0bE9pTXhPREU0TVRnN2MzUnliMnRsTFhkcFpIUm9PakF1TlRzaUx6NDhkR1Y0ZENCbWFXeHNQU0lqTURBd01EQXdJaUJtYjI1MExXWmhiV2xzZVQwaWMyRnVjeTF6WlhKcFppSWdabTl1ZEMxemFYcGxQU0l4TkNJZ2JHVnVaM1JvUVdScWRYTjBQU0p6Y0dGamFXNW5JaUIwWlhoMFRHVnVaM1JvUFNJek5TSWdlRDBpTVRZeExqY3pOQ0lnZVQwaU1UWXhMamd6TnpjaVBreHZaMmx1UEM5MFpYaDBQand2Wno0OFp5QnBaRDBpWld4bGJWOVRaV3hsWTNRZ1RXOWtaV3dpUGp4bGJHeHBjSE5sSUdONFBTSXpNVE11T0RnM09DSWdZM2s5SWpFMU9DNHhOemMySWlCbWFXeHNQU0lqUmpGR01VWXhJaUJ5ZUQwaU5qTXVPRGczT0NJZ2NuazlJakUxTGpFM056WWlJSE4wZVd4bFBTSnpkSEp2YTJVNkl6RTRNVGd4T0R0emRISnZhMlV0ZDJsa2RHZzZNQzQxT3lJdlBqeDBaWGgwSUdacGJHdzlJaU13TURBd01EQWlJR1p2Ym5RdFptRnRhV3g1UFNKellXNXpMWE5sY21sbUlpQm1iMjUwTFhOcGVtVTlJakUwSWlCc1pXNW5kR2hCWkdwMWMzUTlJbk53WVdOcGJtY2lJSFJsZUhSTVpXNW5kR2c5SWpnMElpQjRQU0l5TnpFdU9EZzNPQ0lnZVQwaU1UWXhMamt4T1RjaVBsTmxiR1ZqZENCTmIyUmxiRHd2ZEdWNGRENDhMMmMlMkJQR2NnYVdROUltVnNaVzFmVUhKbFpHbGpkR2x2YmlJJTJCUEdWc2JHbHdjMlVnWTNnOUlqUTNNaTR3TXpZM0lpQmplVDBpTVRVNExqRXdOek1pSUdacGJHdzlJaU5HTVVZeFJqRWlJSEo0UFNJMU9DNDFNelkzSWlCeWVUMGlNVFF1TVRBM015SWdjM1I1YkdVOUluTjBjbTlyWlRvak1UZ3hPREU0TzNOMGNtOXJaUzEzYVdSMGFEb3dMalU3SWk4JTJCUEhSbGVIUWdabWxzYkQwaUl6QXdNREF3TUNJZ1ptOXVkQzFtWVcxcGJIazlJbk5oYm5NdGMyVnlhV1lpSUdadmJuUXRjMmw2WlQwaU1UUWlJR3hsYm1kMGFFRmthblZ6ZEQwaWMzQmhZMmx1WnlJZ2RHVjRkRXhsYm1kMGFEMGlOekFpSUhnOUlqUXpOeTR3TXpZM0lpQjVQU0l4TmpFdU9EUTVOU0klMkJVSEpsWkdsamRHbHZiand2ZEdWNGRENDhMMmMlMkJQR2NnYVdROUltVnNaVzFmUjJWdVpYSmhkR1VnVW1WemRXeDBjeUklMkJQR1ZzYkdsd2MyVWdZM2c5SWpZME1DNDVNemcwSWlCamVUMGlNVFUzTGprNE56Y2lJR1pwYkd3OUlpTkdNVVl4UmpFaUlISjRQU0kzTlM0ME16ZzBJaUJ5ZVQwaU1UY3VORGczTnlJZ2MzUjViR1U5SW5OMGNtOXJaVG9qTVRneE9ERTRPM04wY205clpTMTNhV1IwYURvd0xqVTdJaTglMkJQSFJsZUhRZ1ptbHNiRDBpSXpBd01EQXdNQ0lnWm05dWRDMW1ZVzFwYkhrOUluTmhibk10YzJWeWFXWWlJR1p2Ym5RdGMybDZaVDBpTVRRaUlHeGxibWQwYUVGa2FuVnpkRDBpYzNCaFkybHVaeUlnZEdWNGRFeGxibWQwYUQwaU1URXlJaUI0UFNJMU9EUXVPVE00TkNJZ2VUMGlNVFl4TGpjeU9Ua2lQa2RsYm1WeVlYUmxJRkpsYzNWc2RITThMM1JsZUhRJTJCUEM5blBqeG5JR2xrUFNKbGJHVnRYMVpwWlhjZ1VtVnpkV3gwY3lJJTJCUEdWc2JHbHdjMlVnWTNnOUlqZ3hOUzQzT0RJM0lpQmplVDBpTVRVM0xqYzFOalVpSUdacGJHdzlJaU5HTVVZeFJqRWlJSEo0UFNJMk5DNHlPREkzSWlCeWVUMGlNVFV1TWpVMk5TSWdjM1I1YkdVOUluTjBjbTlyWlRvak1UZ3hPREU0TzNOMGNtOXJaUzEzYVdSMGFEb3dMalU3SWk4JTJCUEhSbGVIUWdabWxzYkQwaUl6QXdNREF3TUNJZ1ptOXVkQzFtWVcxcGJIazlJbk5oYm5NdGMyVnlhV1lpSUdadmJuUXRjMmw2WlQwaU1UUWlJR3hsYm1kMGFFRmthblZ6ZEQwaWMzQmhZMmx1WnlJZ2RHVjRkRXhsYm1kMGFEMGlPRFVpSUhnOUlqYzNNeTR5T0RJM0lpQjVQU0l4TmpFdU5EazROeUklMkJWbWxsZHlCU1pYTjFiSFJ6UEM5MFpYaDBQand2Wno0OElTMHRiR2x1YXlCVGVYTjBaVzBnZEc4Z1VtVm5hWE4wWlhJdExUNDhaeUJwWkQwaWJHbHVhMTlUZVhOMFpXMWZVbVZuYVhOMFpYSWlQanh3WVhSb0lHUTlJazB6TXpVdU5ESXNOVEl1TVRNZ1F6STRNaTR3T1N3M01pNHlNaUF4TkRrdU5qZzBPU3d4TWpJdU1EZzFNU0E1TUM0ek56UTVMREUwTkM0ME1qVXhJQ0lnWm1sc2JEMGlibTl1WlNJZ2FXUTlJbE41YzNSbGJTMTBieTFTWldkcGMzUmxjaUlnYzNSNWJHVTlJbk4wY205clpUb2pNVGd4T0RFNE8zTjBjbTlyWlMxM2FXUjBhRG94TGpBN0lpOCUyQlBIQnZiSGxuYjI0Z1ptbHNiRDBpSXpFNE1UZ3hPQ0lnY0c5cGJuUnpQU0k0TkM0M05pd3hORFl1TlRRc09UUXVOVGt5TXl3eE5EY3VNVEV3T1N3NE9TNDBNemt4TERFME5DNDNOemMyTERreExqYzNNalFzTVRNNUxqWXlORE1zT0RRdU56WXNNVFEyTGpVMElpQnpkSGxzWlQwaWMzUnliMnRsT2lNeE9ERTRNVGc3YzNSeWIydGxMWGRwWkhSb09qRXVNRHNpTHo0OEwyYyUyQlBDRXRMV3hwYm1zZ1UzbHpkR1Z0SUhSdklFeHZaMmx1TFMwJTJCUEdjZ2FXUTlJbXhwYm10ZlUzbHpkR1Z0WDB4dloybHVJajQ4Y0dGMGFDQmtQU0pOTXpNMUxqRTNMRFUzTGpnMklFTXlPVGt1TXpRc09EQXVOaUF5TXpNdU9ETTBPQ3d4TWpJdU1UZ3pNaUF5TURFdU1qYzBPQ3d4TkRJdU9EWXpNaUFpSUdacGJHdzlJbTV2Ym1VaUlHbGtQU0pUZVhOMFpXMHRkRzh0VEc5bmFXNGlJSE4wZVd4bFBTSnpkSEp2YTJVNkl6RTRNVGd4T0R0emRISnZhMlV0ZDJsa2RHZzZNUzR3T3lJdlBqeHdiMng1WjI5dUlHWnBiR3c5SWlNeE9ERTRNVGdpSUhCdmFXNTBjejBpTVRrMkxqSXhMREUwTmk0d09Dd3lNRFV1T1RVeE55d3hORFF1TmpNeE15d3lNREF1TkRNd055d3hORE11TXprNU15d3lNREV1TmpZeU5pd3hNemN1T0RjNE1pd3hPVFl1TWpFc01UUTJMakE0SWlCemRIbHNaVDBpYzNSeWIydGxPaU14T0RFNE1UZzdjM1J5YjJ0bExYZHBaSFJvT2pFdU1Ec2lMejQ4TDJjJTJCUENFdExXeHBibXNnVTNsemRHVnRJSFJ2SUZObGJHVmpkQ0JOYjJSbGJDMHRQanhuSUdsa1BTSnNhVzVyWDFONWMzUmxiVjlUWld4bFkzUWdUVzlrWld3aVBqeHdZWFJvSUdROUlrMHpORE11TURRc09EQXVOamtnUXpNek5DNDVOU3d4TURFdU9UVWdNekkzTGpNMU16Y3NNVEl4TGprd01qSWdNekl4TGpRMk16Y3NNVE0zTGpNNE1qSWdJaUJtYVd4c1BTSnViMjVsSWlCcFpEMGlVM2x6ZEdWdExYUnZMVk5sYkdWamRDQk5iMlJsYkNJZ2MzUjViR1U5SW5OMGNtOXJaVG9qTVRneE9ERTRPM04wY205clpTMTNhV1IwYURveExqQTdJaTglMkJQSEJ2YkhsbmIyNGdabWxzYkQwaUl6RTRNVGd4T0NJZ2NHOXBiblJ6UFNJek1Ua3VNek1zTVRReUxqazVMRE15Tmk0eU5qa3hMREV6Tmk0d01EQTRMRE15TVM0eE1EZ3hMREV6T0M0ek1UWTRMRE14T0M0M09USXNNVE16TGpFMU5UZ3NNekU1TGpNekxERTBNaTQ1T1NJZ2MzUjViR1U5SW5OMGNtOXJaVG9qTVRneE9ERTRPM04wY205clpTMTNhV1IwYURveExqQTdJaTglMkJQQzluUGp3aExTMXNhVzVySUZONWMzUmxiU0IwYnlCUWNtVmthV04wYVc5dUxTMCUyQlBHY2dhV1E5SW14cGJtdGZVM2x6ZEdWdFgxQnlaV1JwWTNScGIyNGlQanh3WVhSb0lHUTlJazB6TnpndU5qTXNOalV1TWpVZ1F6UXdNaTR6TVN3NE9DNDFNeUEwTXpVdU1qTXdNeXd4TWpBdU9EYzBPQ0EwTlRRdU56WXdNeXd4TkRBdU1EWTBPQ0FpSUdacGJHdzlJbTV2Ym1VaUlHbGtQU0pUZVhOMFpXMHRkRzh0VUhKbFpHbGpkR2x2YmlJZ2MzUjViR1U5SW5OMGNtOXJaVG9qTVRneE9ERTRPM04wY205clpTMTNhV1IwYURveExqQTdJaTglMkJQSEJ2YkhsbmIyNGdabWxzYkQwaUl6RTRNVGd4T0NJZ2NHOXBiblJ6UFNJME5Ua3VNRFFzTVRRMExqSTNMRFExTlM0ME1qTTVMREV6TlM0eE1Ea3NORFUxTGpRM016WXNNVFF3TGpjMk5UWXNORFE1TGpneE5qa3NNVFF3TGpneE5UTXNORFU1TGpBMExERTBOQzR5TnlJZ2MzUjViR1U5SW5OMGNtOXJaVG9qTVRneE9ERTRPM04wY205clpTMTNhV1IwYURveExqQTdJaTglMkJQQzluUGp3aExTMXNhVzVySUZONWMzUmxiU0IwYnlCSFpXNWxjbUYwWlNCU1pYTjFiSFJ6TFMwJTJCUEdjZ2FXUTlJbXhwYm10ZlUzbHpkR1Z0WDBkbGJtVnlZWFJsSUZKbGMzVnNkSE1pUGp4d1lYUm9JR1E5SWswek56Z3VOeXcxT0M0MUlFTXpPVEF1TURrc05qVXVOekVnTkRBMExqUTJMRGMwTGpJeElEUXhPQ3c0TUM0MUlFTTBOemN1TURJc01UQTNMamt5SURVME1pNDVPVEF5TERFeU9TNHhNRGswSURVNE9DNDRPREF5TERFME1pNDBPVGswSUNJZ1ptbHNiRDBpYm05dVpTSWdhV1E5SWxONWMzUmxiUzEwYnkxSFpXNWxjbUYwWlNCU1pYTjFiSFJ6SWlCemRIbHNaVDBpYzNSeWIydGxPaU14T0RFNE1UZzdjM1J5YjJ0bExYZHBaSFJvT2pFdU1Ec2lMejQ4Y0c5c2VXZHZiaUJtYVd4c1BTSWpNVGd4T0RFNElpQndiMmx1ZEhNOUlqVTVOQzQyTkN3eE5EUXVNVGdzTlRnM0xqRXlNRGNzTVRNM0xqZ3hPVElzTlRnNUxqZzBNRElzTVRReUxqYzNPVFVzTlRnMExqZzNPVGtzTVRRMUxqUTVPRGtzTlRrMExqWTBMREUwTkM0eE9DSWdjM1I1YkdVOUluTjBjbTlyWlRvak1UZ3hPREU0TzNOMGNtOXJaUzEzYVdSMGFEb3hMakE3SWk4JTJCUEM5blBqd2hMUzFzYVc1cklGTjVjM1JsYlNCMGJ5QldhV1YzSUZKbGMzVnNkSE10TFQ0OFp5QnBaRDBpYkdsdWExOVRlWE4wWlcxZlZtbGxkeUJTWlhOMWJIUnpJajQ4Y0dGMGFDQmtQU0pOTXpjNExqWTBMRFU1TGpVZ1F6TTRPUzQ0T1N3Mk5pNDRPU0EwTURRdU1UWXNOelV1TWpRZ05ERTRMRGd3TGpVZ1F6VTFNUzQyTWl3eE16RXVNeklnTlRrekxqY3NNVEV6TGpBM0lEY3pOQ3d4TkRBdU5TQkROelExTGpJMkxERTBNaTQzSURjMU1TNDBPVGN4TERFME15NDVOREF6SURjMk1pNDROamN4TERFME5pNHlNakF6SUNJZ1ptbHNiRDBpYm05dVpTSWdhV1E5SWxONWMzUmxiUzEwYnkxV2FXVjNJRkpsYzNWc2RITWlJSE4wZVd4bFBTSnpkSEp2YTJVNkl6RTRNVGd4T0R0emRISnZhMlV0ZDJsa2RHZzZNUzR3T3lJdlBqeHdiMng1WjI5dUlHWnBiR3c5SWlNeE9ERTRNVGdpSUhCdmFXNTBjejBpTnpZNExqYzFMREUwTnk0MExEYzJNQzQzTVRJeExERTBNUzQzTURnMkxEYzJNeTQ0TkRjMkxERTBOaTQwTVRZNUxEYzFPUzR4TXpreUxERTBPUzQxTlRJMExEYzJPQzQzTlN3eE5EY3VOQ0lnYzNSNWJHVTlJbk4wY205clpUb2pNVGd4T0RFNE8zTjBjbTlyWlMxM2FXUjBhRG94TGpBN0lpOCUyQlBDOW5QandoTFMxc2FXNXJJRlZ6WlhJZ2RHOGdVbVZuYVhOMFpYSXRMVDQ4WnlCcFpEMGliR2x1YTE5VmMyVnlYMUpsWjJsemRHVnlJajQ4Y0dGMGFDQmtQU0pOTkRNMUxqYzFMRFUxTGpnMElFTTBNalV1TXpRc05qTXVPVEVnTkRFd0xqVTFMRGMwTGpJMElETTVOaXc0TUM0MUlFTXlPREl1Tmpjc01USTVMakkwSURJME5TNHhOeXd4TVRJdU5qSWdNVEkxTERFME1DNDFJRU14TVRRdU5EY3NNVFF5TGprMElERXdPQzQ0TmprMkxERTBOQzR5TmpBeklEazRMalF6T1RZc01UUTJMamd3TURNZ0lpQm1hV3hzUFNKdWIyNWxJaUJwWkQwaVZYTmxjaTEwYnkxU1pXZHBjM1JsY2lJZ2MzUjViR1U5SW5OMGNtOXJaVG9qTVRneE9ERTRPM04wY205clpTMTNhV1IwYURveExqQTdJaTglMkJQSEJ2YkhsbmIyNGdabWxzYkQwaUl6RTRNVGd4T0NJZ2NHOXBiblJ6UFNJNU1pNDJNU3d4TkRndU1qSXNNVEF5TGpNd01Ea3NNVFE1TGprM05qa3NPVGN1TkRZNExERTBOeTR3TXpZNUxERXdNQzQwTURnc01UUXlMakl3TkRFc09USXVOakVzTVRRNExqSXlJaUJ6ZEhsc1pUMGljM1J5YjJ0bE9pTXhPREU0TVRnN2MzUnliMnRsTFhkcFpIUm9PakV1TURzaUx6NDhMMmMlMkJQQ0V0TFd4cGJtc2dWWE5sY2lCMGJ5Qk1iMmRwYmkwdFBqeG5JR2xrUFNKc2FXNXJYMVZ6WlhKZlRHOW5hVzRpUGp4d1lYUm9JR1E5SWswME16VXVPVFVzTlRRdU9UY2dRelF5TlM0MExEWXlMamd6SURReE1DNHpOU3czTXk0eU55QXpPVFlzT0RBdU5TQkRNell4TGpRNExEazNMamc1SURJMk1DNDRPRFF6TERFek1DNDROekExSURJeE1TNHdNelF6TERFME5pNDRNekExSUNJZ1ptbHNiRDBpYm05dVpTSWdhV1E5SWxWelpYSXRkRzh0VEc5bmFXNGlJSE4wZVd4bFBTSnpkSEp2YTJVNkl6RTRNVGd4T0R0emRISnZhMlV0ZDJsa2RHZzZNUzR3T3lJdlBqeHdiMng1WjI5dUlHWnBiR3c5SWlNeE9ERTRNVGdpSUhCdmFXNTBjejBpTWpBMUxqTXlMREUwT0M0Mk5pd3lNVFV1TVRFeE1Td3hORGt1TnpJMU15d3lNVEF1TURneE9Td3hORGN1TVRNMU5Dd3lNVEl1TmpjeE9Dd3hOREl1TVRBMk15d3lNRFV1TXpJc01UUTRMalkySWlCemRIbHNaVDBpYzNSeWIydGxPaU14T0RFNE1UZzdjM1J5YjJ0bExYZHBaSFJvT2pFdU1Ec2lMejQ4TDJjJTJCUENFdExXeHBibXNnVlhObGNpQjBieUJUWld4bFkzUWdUVzlrWld3dExUNDhaeUJwWkQwaWJHbHVhMTlWYzJWeVgxTmxiR1ZqZENCTmIyUmxiQ0klMkJQSEJoZEdnZ1pEMGlUVFF6TlM0NU5pdzFOUzQyTnlCRE5ERXdMalU0TERjMkxqYzJJRE0yTVM0NE1UVTBMREV4Tnk0eU56WXhJRE16TkM0NE9EVTBMREV6T1M0Mk5EWXhJQ0lnWm1sc2JEMGlibTl1WlNJZ2FXUTlJbFZ6WlhJdGRHOHRVMlZzWldOMElFMXZaR1ZzSWlCemRIbHNaVDBpYzNSeWIydGxPaU14T0RFNE1UZzdjM1J5YjJ0bExYZHBaSFJvT2pFdU1Ec2lMejQ4Y0c5c2VXZHZiaUJtYVd4c1BTSWpNVGd4T0RFNElpQndiMmx1ZEhNOUlqTXpNQzR5Tnl3eE5ETXVORGdzTXpNNUxqYzBPRGtzTVRRd0xqZ3dOakVzTXpNMExqRXhOakVzTVRRd0xqSTROVEVzTXpNMExqWXpOekVzTVRNMExqWTFNak1zTXpNd0xqSTNMREUwTXk0ME9DSWdjM1I1YkdVOUluTjBjbTlyWlRvak1UZ3hPREU0TzNOMGNtOXJaUzEzYVdSMGFEb3hMakE3SWk4JTJCUEM5blBqd2hMUzFzYVc1cklGVnpaWElnZEc4Z1VISmxaR2xqZEdsdmJpMHRQanhuSUdsa1BTSnNhVzVyWDFWelpYSmZVSEpsWkdsamRHbHZiaUklMkJQSEJoZEdnZ1pEMGlUVFExTnk0eE5DdzRNQzQyT1NCRE5EWXhMak0yTERFd01pNHpOQ0EwTmpVdU1qazFMREV5TWk0MU5UQXpJRFEyT0M0eU9EVXNNVE0zTGprek1ETWdJaUJtYVd4c1BTSnViMjVsSWlCcFpEMGlWWE5sY2kxMGJ5MVFjbVZrYVdOMGFXOXVJaUJ6ZEhsc1pUMGljM1J5YjJ0bE9pTXhPREU0TVRnN2MzUnliMnRsTFhkcFpIUm9PakV1TURzaUx6NDhjRzlzZVdkdmJpQm1hV3hzUFNJak1UZ3hPREU0SWlCd2IybHVkSE05SWpRMk9TNDBNeXd4TkRNdU9ESXNORGN4TGpZek9Td3hNelF1TWpJeU1TdzBOamd1TkRjMU9Dd3hNemd1T1RFeE9TdzBOak11TnpnMkxERXpOUzQzTkRnM0xEUTJPUzQwTXl3eE5ETXVPRElpSUhOMGVXeGxQU0p6ZEhKdmEyVTZJekU0TVRneE9EdHpkSEp2YTJVdGQybGtkR2c2TVM0d095SXZQand2Wno0OElTMHRiR2x1YXlCVmMyVnlJSFJ2SUVkbGJtVnlZWFJsSUZKbGMzVnNkSE10TFQ0OFp5QnBaRDBpYkdsdWExOVZjMlZ5WDBkbGJtVnlZWFJsSUZKbGMzVnNkSE1pUGp4d1lYUm9JR1E5SWswME5qUXVNRFFzTlRJdU16RWdRelE1TlM0NE15dzNNUzR4TWlBMU5qZ3VOVFUyTVN3eE1UUXVNVE0wTnlBMk1Ea3VOVGMyTVN3eE16Z3VOREEwTnlBaUlHWnBiR3c5SW01dmJtVWlJR2xrUFNKVmMyVnlMWFJ2TFVkbGJtVnlZWFJsSUZKbGMzVnNkSE1pSUhOMGVXeGxQU0p6ZEhKdmEyVTZJekU0TVRneE9EdHpkSEp2YTJVdGQybGtkR2c2TVM0d095SXZQanh3YjJ4NVoyOXVJR1pwYkd3OUlpTXhPREU0TVRnaUlIQnZhVzUwY3owaU5qRTBMamMwTERFME1TNDBOaXcyTURrdU1ETXhNU3d4TXpNdU5ETTBOU3cyTVRBdU5ETTJPQ3d4TXpndU9URTBMRFl3TkM0NU5UYzBMREUwTUM0ek1UazNMRFl4TkM0M05Dd3hOREV1TkRZaUlITjBlV3hsUFNKemRISnZhMlU2SXpFNE1UZ3hPRHR6ZEhKdmEyVXRkMmxrZEdnNk1TNHdPeUl2UGp3dlp6NDhJUzB0YkdsdWF5QlZjMlZ5SUhSdklGWnBaWGNnVW1WemRXeDBjeTB0UGp4bklHbGtQU0pzYVc1clgxVnpaWEpmVm1sbGR5QlNaWE4xYkhSeklqNDhjR0YwYUNCa1BTSk5ORFkwTGpNMUxEUTRMalF6SUVNMU1UWXVOelVzTmpRdU5qRWdOamt6TGpFME56RXNNVEU1TGpBMk9Ua2dOemN5TGpZMU56RXNNVFF6TGpZeE9Ua2dJaUJtYVd4c1BTSnViMjVsSWlCcFpEMGlWWE5sY2kxMGJ5MVdhV1YzSUZKbGMzVnNkSE1pSUhOMGVXeGxQU0p6ZEhKdmEyVTZJekU0TVRneE9EdHpkSEp2YTJVdGQybGtkR2c2TVM0d095SXZQanh3YjJ4NVoyOXVJR1pwYkd3OUlpTXhPREU0TVRnaUlIQnZhVzUwY3owaU56YzRMak01TERFME5TNHpPU3czTnpBdU9UY3dOeXd4TXpndU9URXlPQ3czTnpNdU5qRXlOU3d4TkRNdU9URTBPU3czTmpndU5qRXdOU3d4TkRZdU5UVTJPQ3czTnpndU16a3NNVFExTGpNNUlpQnpkSGxzWlQwaWMzUnliMnRsT2lNeE9ERTRNVGc3YzNSeWIydGxMWGRwWkhSb09qRXVNRHNpTHo0OEwyYyUyQlBDRXRMVk5TUXoxYlVFOTFiakpwT1RBME5FNTRSbE5OUzAxclIwRnFXazlCWVZnemVGQldRemt3ZG1scGNEaDNPR3B3VlRsdFdsbHVYMFZmYm5WVFRXRklVVmg0VEZOTFMzVmFVbmN5VjJSWVYzZFlaa3BrU0dWRFZrRnZka1ZhWldaUGJYbFZla2RZT0c5aVZHOTFNMmx3UzNGdFV6VTRhMnQ1VTFCRGIwZG5aelJNZWxCQmRGVjBXR0pHUTNNMGFuTnVVMUF0WDA5UGVUTk9ObFp5YTBOZlpsVlBVMjV5YkYwdExUNDhMMmMlMkJQQzl6ZG1jJTJCJTNCJTIyJTIwdmVydGV4JTNEJTIyMSUyMiUyMHBhcmVudCUzRCUyMjElMjIlM0UlM0NteEdlb21ldHJ5JTIweCUzRCUyMi0yMCUyMiUyMHklM0QlMjIxNjAlMjIlMjB3aWR0aCUzRCUyMjg4NiUyMiUyMGhlaWdodCUzRCUyMjE4MSUyMiUyMGFzJTNEJTIyZ2VvbWV0cnklMjIlMkYlM0UlM0MlMkZteENlbGwlM0UlM0MlMkZVc2VyT2JqZWN0JTNFJTNDJTJGcm9vdCUzRSUzQyUyRm14R3JhcGhNb2RlbCUzRX5QZa0AACAASURBVHhe7N1viKdV3T/wj7elY7WKsU4lbeCINNmQxoQ90EWlqXwgijP+wYUNKn0gC6shLCyuqLnLwoKQS4sP3BJccFHbCUFIbEBlFETaaGWUIWiEtqTGrUBDV838cX25lfv+3VflmTNzfb/fc15fkHlyPtc5n9fn8uyjN9cJ4UeAAAECBAgQIECAAAECBAgQIECAAAECBAgQIECAAAECBAgQIECAAAECBAgQIECAAAECBAgQIECAAAECBAgQSBQ4IXG95QQIECBAgAABAgQIECBAgAABAgQIECBAgAABAgQIECBAgAABAgQIECBAgAABAgQIECBAgAABAgQIECBAgACBEFD0E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gYEPKL7//vvvGxMBAgQIECBAgAABAgQIECBAgAABAgQIECBAgAABAgQIECBAgAABAgQIECBAgAABAgQIECBAgAABAgQIEKhN4IQTThjoDOBAH655WQQUa/tfRr8ECBAgQIAAAQIECBAgQIAAAQIECBAgQIAAAQIECBAgQIAAAQIECBAgQIAAAQIECBAgQIAAAQIECBAg0AgIKGa+Bw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KFCCwtLcVvfvObePnll+N3v/tdHD16NF577bV4/fXX4+233+51efLJJ8epp54aZ5xxRmzYsCHOPvvsOPfcc+P888+PsbGxQiS0QYAAgeEWcJ8P9/ycngABAgQIECBAgAABAgQIECBAgAABAgQIECBAoFsBAcVMbwHFTEDlBAgQIECAAAECBAgQIECAAAECBAgQGGKBubm5ePLJJ+Ppp5/uBRJzfk1g8ZJLLolvfetbMTU1lfMotQQIECCQKOA+TwSznAABAgQIECBAgAABAgQIECBAgAABAgQIECBAgMB/CwgoZr4KAoqZgMoJECBAgAABAgQIECBAgAABAgQIECAwZALNl7UeeuihePTRR2N5efnD069fv773JcTmi4jNlxE///nPx+joaO+Lic2XE5tf8yXF5ouKTd0f/vCH3pcWmy8uNl9ePHbs2IfPauquueaa2LRpky8rDtn74bgECAyPgPt8eGblpAQIECBAgAABAgQIECBAgAABAgQIECBAgAABAoMrIKCYORsBxUxA5QQIECBAgAABAgQIECBAgAABAgQIEBgSgcXFxbjvvvvikUce+fDE4+PjvS8eXnzxxTExMZHVycLCQjzzzDO9LzI2e33wu/baa+Omm26KZi8/AgQIEMgXcJ/nG3oCAQIECBAgQIAAAQIECBAgQIAAAQIECBAgQIAAgQ8EBBQz3wUBxUxA5QQIECBAgAABAgQIECBAgAABAgQIEBhwgTfeeCP27NkT+/fv//Ck09PTcfXVV8fk5OSanP7w4cPxs5/9LGZnZz98/g033BDbtm2LdevWrcmeHkqAAIHSBdznpU9YfwQIECBAgAABAgQIECBAgAABAgQIECBAgAABAv0QEFDMVBdQzARUToAAAQIECBAgQIAAAQIECBAgQIAAgQEWaAKCd911VywvL/dOef3118f3vve9+MIXvtDJqY8ePRo/+clP4uDBg739RkdH44477ogmIOlHgAABAh9dwH3+0a2sJECAAAECBAgQIECAAAECBAgQIECAAAECBAgQIJAiIKCYotWyVkAxE1A5AQIECBAgQIAAAQIECBAgQIAAAQIEBlSg+VrhgQMHeqfbuHFj3HLLLTExMdGX0y4sLMSPfvSjmJ+f7+2/efPm3lcd/QgQIEDgPwu4z/+zkRUECBAgQIAAAQIECBAgQIAAAQIECBAgQIAAAQIEViogoLhSuf+uE1DMBFROgAABAgQIECBAgAABAgQIECBAgACBARNYWlqKrVu3xuHDh3sn27FjRy8QOAi/JjC5c+fO3lEmJydj7969MTY2NghHcwYCBAgMnID7fOBG4kAECBAgQIAAAQIECBAgQIAAAQIECBAgQIAAAQIFCggoZg5VQDETUDkBAgQIECBAgAABAgQIECBAgAABAgQGSOCFF16IG2+8MZaXl2N8fDx27drVt68m/iuW5muKt912WywuLsbo6Gjcf//9ccEFFwyQoqMQIECg/wLu8/7PwAkIECBAgAABAgQIECBAgAABAgQIECBAgAABAgTqEBBQzJyzgGImoHICBAgQIECAAAECBAgQIECAAAECBAgMiMD8/Hx85zvfiePHj8fU1FTcc889MTIyMiCn+9/HaM546623xtzcXO+MDz74YGzcuHEgz+pQBAgQ6FrAfd61uP0IECBAgAABAgQIECBAgAABAgQIECBAgAABAgRqFhBQzJy+gGImoHICBAgQIECAAAECBAgQIECAAAECBAgMgEDzpa3rrruuF06cnp6O3bt3D8Cp/vMRtm/fHrOzs72Q4sMPP+xLiv+ZzAoCBAoXcJ8XPmDtESBAgAABAgQIECBAgAABAgQIECBAgAABAgQIDJyAgGLmSAQUMwGVEyBAgAABAgQIECBAgAABAgQIECBAoM8CS0tLcdVVV8Xy8vJQhRM/YPsgpDg6Oho///nPY2xsrM+itidAgEB/BNzn/XG3KwECBAgQIECAAAECBAgQIECAAAECBAgQIECAQN0CAoqZ8xdQzARUToAAAQIECBAgQIAAAQIECBAgQIAAgT4LXH755XH48OGYmpqKffv29fk0K9t+y5YtMTc3F5OTk/H444+v7CGqCBAgMOQC7vMhH6DjEyBAgAABAgQIECBAgAABAgQIECBAgAABAgQIDKWAgGLm2AQUMwGVEyBAgAABAgQIECBAgAABAgQIECBAoI8C27ZtiwMHDsT4+Hg8/PDDMTIy0sfTrHzr48ePx3XXXReLi4uxefPm2LNnz8ofppIAAQJDKOA+H8KhOTIBAgQIECBAgAABAgQIECBAgAABAgQIECBAgEARAgKKmWMUUMwEVE6AAAECBAgQIECAAAECBAgQIECAAIE+CczOzkbz5cHmd+jQoZiYmOjTSVZn24WFhZiZmek9rPkS5PT09Oo82FMIECAw4ALu8wEfkOMRIECAAAECBAgQIECAAAECBAgQIECAAAECBAgULSCgmDleAcVMQOUECBAgQIAAAQIECBAgQIAAAQIECBDog8Abb7wRF110USwvL8eOHTt6Xx0s4dd8DXLnzp0xOjoazz77bKxbt66EtvRAgACBfyngPvdyECBAgAABAgQIECBAgAABAgQIECBAgAABAgQIEOivgIBipr+AYiagcgIECBAgQIAAAQIECBAgQIAAAQIECPRB4Pbbb4/9+/fHxo0be39L+t1www0xPz8fzd+77767pNb0QoAAgf8j4D73UhAgQIAAAQIECBAgQIAAAQIECBAgQIAAAQIECBDor4CAYqa/gGImoHICBAgQIECAAAECBAgQIECAAAECBAh0LLC4uBiXXnppb9dDhw7FxMRExydY2+0WFhZiZmamt8lTTz0V4+Pja7uhpxMgQKBPAu7zPsHblgABAgQIECBAgAABAgQIECBAgAABAgQIECBAgMD/EBBQzHwdBBQzAZUTIECAAAECBAgQIECAAAECBAgQIECgY4Gbb745Hnnkkbj++uvjzjvv7Hj3brZr+jp48GBce+21ce+993azqV0IECDQsYD7vGNw2xEgQIAAAQIECBAgQIAAAQIECBAgQIAAAQIECBBoERBQzHwtBBQzAZUTIECAAAECBAgQIECAAAECBAgQIECgQ4GlpaW48MILezvOzc3Fhg0bOty9u61+//vfxze/+c3ehs8991yMjY11t7mdCBAg0IGA+7wDZFsQIECAAAECBAgQIECAAAECBAgQIECAAAECBAgQ+AgCAoofAenfLRFQzARUToAAAQIECBAgQIAAAQIECBAgQIAAgQ4Fdu7cGfv27Yvp6enYvXt3hzt3v9X27dtjdnY2tmzZEjt27Oj+AHYkQIDAGgq4z9cQ16MJECBAgAABAgQIECBAgAABAgQIECBAgAABAgQIJAgIKCZgtS0VUMwEVE6AAAECBAgQIECAAAECBAgQIECAAIEOBc4777xYXl6Ohx56KCYnJzvcufutDh8+HJs2bYrR0dE4cuRI9wewIwECBNZQwH2+hrgeTYAAAQIECBAgQIAAAQIECBAgQIAAAQIECBAgQCBBQEAxAattqYBiJqByAgQIECBAgAABAgQIECBAgAABAgQIdCQwNzcXmzdvjvHx8Xjsscc62rW/21x55ZWxuLgYBw4ciKmpqf4exu4ECBBYJQH3uft8lV4ljyFAgAABAgQIECBAgAABAgQIECBAgAABAgQIEFgFAQHFTEQBxUxA5QQIECBAgAABAgQIECBAgAABAgQIEOhIYNu2bb2g3tatW2PLli0d7drfbfbt2xd79+7tBTP37NnT38PYnQABAqsk4D53n6/Sq+QxBAgQIECAAAECBAgQIECAAAECBAgQIECAAAECqyAgoJiJKKCYCaicAAECBAgQIECAAAECBAgQIECAAAECHQlccMEFcfTo0Th06FBMTEx0tGt/t1lYWIiZmZnYsGFDvPDCC/09jN0JECCwSgLuc/f5Kr1KHkOAAAECBAgQIECAAAECBAgQIECAAAECBAgQILAKAgKKmYgCipmAygkQIECAAAECBAgQIECAAAECBAgQINCBwNLSUlx44YWxfv36eO655zrYcXC2aPo+duxYr++xsbHBOZiTECBAYAUC7nP3+QpeGyUECBAgQIAAAQIECBAgQIAAAQIECBAgQIAAAQJrKCCgmIkroJgJqJwAAQIECBAgQIAAAQIECBAgQIAAAQIdCMzOzsaWLVtiamoq9u3b18GOg7NF0/fc3Fyv7+np6cE5mJMQIEBgBQLuc/f5Cl4bJQQIECBAgAABAgQIECBAgAABAgQIECBAgAABAmsoIKCYiSugmAmonAABAgQIECBAgAABAgQIECBAgAABAh0I7Ny5sxfQ27p1ay+oWNOv6Xvv3r29vnfs2FFT63olQKBAAfe5+7zA11pLBAgQIECAAAECBAgQIECAAAECBAgQIECAAIGhFhBQzByfgGImoHICBAgQIECAAAECBAgQIECAAAECBAh0IPDd7343nnjiibj33nvjsssu62DHwdmi6fvmm2/u9f3AAw8MzsGchAABAisQcJ+7z1fw2ighQIAAAQIECBAgQIAAAQIECBAgQIAAAQIECBBYQwEBxUxcAcVMQOUECBAgQIAAAQIECBAgQIAAAQIECBDoQGBqaipeeumlOHToUExMTHSw4+BssbCwEDMzM/HlL3855ubmBudgTkKAAIEVCLjP3ecreG2UECBAgAABAgQIECBAgAABAgQIECBAgAABAgQIrKGAgGImroBiJqByAgQIECBAgAABAgQIECBAgAABAgQIdCBw3nnnxfLycszPz8fo6GgHOw7OFk3fGzdu7PV95MiRwTmYkxAgQGAFAu5z9/kKXhslBAgQIECAAAECBAgQIECAAAECBAgQIECAAAECayggoJiJK6CYCaicAAECBAgQIECAAAECBAgQIECAAAECHQicddZZcfz48V5Ab2RkpIMdB2eLpu8m0NP0/corrwzOwZyEAAECKxBwn7vPV/DaKCFAgAABAgQIECBAgAABSsdC6AAAIABJREFUAgQIECBAgAABAgQIEFhDAQHFTFwBxUxA5QQIECBAgAABAgQIECBAgAABAgQIEOhA4Mwzz4z3338/FhcX44QTTuhgx8HZoul7fHy81/err746OAdzEgIECKxAwH3uPl/Ba6OEAAECBAgQIECAAAECBAgQIECAAAECBAgQIEBgDQUEFDNxBRQzAZUTIECAAAECBAgQIECAAAECBAgQIECgAwGBFoGWDl4zWxAg0IGA+9x93sFrZgsCBAgQIECAAAECBAgQIECAAAECBAgQIECAAIEEAQHFBKy2pQKKmYDKCRAgQIAAAQIECBAgQIAAAQIECBAg0IHAWWedFcePH48jR47EyMhIBzsOzhZN3+edd16v71deeWVwDuYkBAgQWIGA+9x9voLXRgkBAgQIECBAgAABAgQIECBAgAABAgQIECBAgMAaCggoZuIKKGYCKidAgAABAgQIECBAgAABAgQIECBAgEAHAk1Ab3l5Oebn52N0dLSDHQdni6bvjRs39vpuApp+BAgQGGYB97n7fJjfX2cnQIAAAQIECBAgQIAAAQIECBAgQIAAAQIECJQoIKCYOVUBxUxA5QQIECBAgAABAgQIECBAgAABAgQIEOhAYGpqKl566aU4dOhQTExMdLDj4GyxsLAQMzMz8eUvfznm5uYG52BOQoAAgRUIuM/d5yt4bZQQIECAAAECBAgQIECAAAECBAgQIECAAAECBAisoYCAYiaugGImoHICBAgQIECAAAECBAgQIECAAAECBAh0IPDd7343nnjiibj33nvjsssu62DHwdmi6fvmm2/u9f3AAw8MzsGchAABAisQcJ+7z1fw2ighQIAAAQIECBAgQIAAAQIECBAgQIAAAQIECBBYQwEBxUxcAcVMQOUECBAgQIAAAQIECBAgQIAAAQIECBDoQGDnzp2xb9++2Lp1a2zZsqWDHQdni6bvvXv39vresWPH4BzMSQgQILACAfe5+3wFr40SAgQIECBAgAABAgQIECBAgAABAgQIECBAgACBNRQQUMzEFVDMBFROgAABAgQIECBAgAABAgQIECBAgACBDgRmZ2d7Ab2pqaleULGmX9P33Nxcr+/p6emaWtcrAQIFCrjP3ecFvtZaIkCAAAECBAgQIECAAAECBAgQIECAAAECBAgMtYCAYub4BBQzAZUTIECAAAECBAgQIECAAAECBAgQIECgA4GlpaW48MILY/369fHcc891sOPgbNH0fezYsV7fY2Njg3MwJyFAgMAKBNzn7vMVvDZKCBAgQIAAAQIECBAgQIAAAQIECBAgQIAAAQIE1lBAQDETV0AxE1A5AQIECBAgQIAAAQIECBAgQIAAAQIEOhK44IIL4ujRo3Ho0KGYmJjoaNf+brOwsBAzMzOxYcOGeOGFF/p7GLsTIEBglQTc5+7zVXqVPIYAAQIECBAgQIAAAQIECBAgQIAAAQIECBAgQGAVBAQUMxEFFDMBlRMgQIAAAQIECBAgQIAAAQIECBAgQKAjgW3btsWBAwdi69atsWXLlo527e82+/bti71798bmzZtjz549/T2M3QkQILBKAu5z9/kqvUoeQ4AAAQIECBAgQIAAAQIECBAgQIAAAQIECBAgsAoCAoqZiAKKmYDKCRAgQIAAAQIECBAgQIAAAQIECBAg0JHA3NxcL6g3Pj4ejz32WEe79nebK6+8MhYXF3vBzKmpqf4exu4ECBBYJQH3uft8lV4ljyFAgAABAgQIECBAgAABAgQIECBAgAABAgQIEFgFAQHFTEQBxUxA5QQIECBAgAABAgQIECBAgAABAgQIEOhQ4Lzzzovl5eV46KGHYnJyssOdu9/q8OHDsWnTphgdHY0jR450fwA7EiBAYA0F3OdriOvRBAgQIECAAAECBAgQIECAAAECBAgQIECAAAECBBIEBBQTsNqWCihmAionQIAAAQIECBAgQIAAAQIECBAgQIBAhwI7d+6Mffv2xfT0dOzevbvDnbvfavv27TE7OxtbtmyJHTt2dH8AOxIgQGANBdzna4jr0QQIECBAgAABAgQIECBAgAABAgQIECBAgAABAgQSBAQUE7DalgooZgIqJ0CAAAECBAgQIECAAAECBAgQIECAQIcCS0tLceGFF/Z2/OUvfxlf+MIXOty9u62OHj0aU1NTvQ2fe+65GBsb625zOxEgQKADAfd5B8i2IECAAAECBAgQIECAAAECBAgQIECAAAECBAgQIPARBAQUPwLSv1sioJgJqJwAAQIECBAgQIAAAQIECBAgQIAAAQIdC9x8883xyCOPxPXXXx933nlnx7t3s13T18GDB+Paa6+Ne++9t5tN7UKAAIGOBdznHYPbjgABAgQIECBAgAABAgQIECBAgAABAgQIECBAgECLgIBi5mshoJgJqJwAAQIECBAgQIAAAQIECBAgQIAAAQIdCywuLsall17a2/XQoUMxMTHR8QnWdruFhYWYmZnpbfLUU0/F+Pj42m7o6QQIEOiTgPu8T/C2JUCAAAECBAgQIECAAAECBAgQIECAAAECBAgQIPA/BAQUM18HAcVMQOUECBAgQIAAAQIECBAgQIAAAQIECBDog8Dtt98e+/fvj40bN/b+lvS74YYbYn5+Ppq/d999d0mt6YUAAQL/R8B97qUgQIAAAQIECBAgQIAAAQIECBAgQIAAAQIECBAg0F8BAcVMfwHFTEDlBAgQIECAAAECBAgQIECAAAECBAgQ6IPAG2+8ERdddFEsLy/Hjh07YvPmzX04xepveeDAgdi5c2eMjo7Gs88+G+vWrVv9TTyRAAECAyTgPh+gYTgKAQIECBAgQIAAAQIECBAgQIAAAQIECBAgQIBAlQICipljF1DMBFROgAABAgQIECBAgAABAgQIECBAgACBPgnMzs7Gli1bersfOnQoJiYm+nSS1dl2YWEhZmZmeg/bt29fTE9Pr86DPYUAAQIDLuA+H/ABOR4BAgQIECBAgAABAgQIECBAgAABAgQIECBAgEDRAgKKmeMVUMwEVE6AAAECBAgQIECAAAECBAgQIECAAIE+Cmzbti2arw6Oj4/Hww8/HCMjI308zcq3Pn78eFx33XWxuLjY+xrknj17Vv4wlQQIEBhCAff5EA7NkQkQIECAAAECBAgQIECAAAECBAgQIECAAAECBIoQEFDMHKOAYiagcgIECBAgQIAAAQIECBAgQIAAAQIECPRZ4PLLL4/Dhw/H1NRU78uDw/hrvgQ5NzcXk5OT8fjjjw9jC85MgACBbAH3eTahBxAgQIAAAQIECBAgQIAAAQIECBAgQIAAAQIECBBIFhBQTCb73wUCipmAygkQIECAAAECBAgQIECAAAECBAgQINBngaWlpbjqqqtieXk5pqenY/fu3X0+Udr227dvj9nZ2RgdHY2f//znMTY2lvYAqwkQIFCIgPu8kEFqgwABAgQIECBAgAABAgQIECBAgAABAgQIECBAYKgEBBQzxyWgmAmonAABAgQIECBAgAABAgQIECBAgAABAgMg8MILL8R1110Xx48fH6qQ4gfhxJGRkXj44YfjggsuGABNRyBAgED/BNzn/bO3MwECBAgQIECAAAECBAgQIECAAAECBAgQIECAQJ0CAoqZcxdQzARUToAAAQIECBAgQIAAAQIECBAgQIAAgQERmJ+fj+985zu9kOLU1FTcc8890QT/BvHXnPHWW2+Nubm53hkffPDB2Lhx4yAe1ZkIECDQuYD7vHNyGxIgQIAAAQIECBAgQIAAAQIECBAgQIAAAQIECFQsIKCYOXwBxUxA5QQIECBAgAABAgQIECBAgAABAgQIEBgggebLWzfeeGMsLy/H+Ph47Nq1KyYmJgbohBELCwtx2223xeLiYoyOjsb999/vy4kDNSGHIUBgEATc54MwBWcgQIAAAQIECBAgQIAAAQIECBAgQIAAAQIECBCoQUBAMXPKAoqZgMoJECBAgAABAgQIECBAgAABAgQIECAwYAJLS0uxdevWOHz4cO9kO3bsiM2bNw/EKQ8cOBA7d+7snWVycjL27t0bY2NjA3E2hyBAgMCgCbjPB20izkOAAAECBAgQIECAAAECBAgQIECAAAECBAgQIFCigIBi5lQFFDMBlRMgQIAAAQIECBAgQIAAAQIECBAgQGBABbZt2xZNILD5bdy4MW655Za+fU2x+Wrij370o5ifn++dpwlM7tmzZ0DlHIsAAQKDJeA+H6x5OA0BAgQIECBAgAABAgQIECBAgAABAgQIECBAgEBZAgKKmfMUUMwEVE6AAAECBAgQIECAAAECBAgQIECAAIEBFpidnY277rorlpeXe6e8/vrr4/vf/35s2LChk1P//ve/j5/+9Kdx8ODB3n6jo6Nxxx13xPT0dCf724QAAQKlCLjPS5mkPggQIECAAAECBAgQIECAAAECBAgQIECAAAECBAZNQEAxcyICipmAygkQIECAAAECBAgQIECAAAECBAgQIDDgAm+88Ubva4X79+//8KRNQPDqq6+OycnJNTn94cOH42c/+1k0gZoPfjfccEM0XwFbt27dmuzpoQQIEChdwH1e+oT1R4AAAQIECBAgQIAAAQIECBAgQIAAAQIECBAg0A8BAcVMdQHFTEDlBAgQIECAAAECBAgQIECAAAECBAgQGBKBxcXFuO++++KRRx758MTj4+PxrW99Ky6++OKYmJjI6mRhYSGeeeaZePLJJ6PZ64PftddeGzfddFM0e/kRIECAQL6A+zzf0BMIECBAgAABAgQIECBAgAABAgQIECBAgAABAgQIfCAgoJj5LggoZgIqJ0CAAAECBAgQIECAAAECBAgQIECAwJAJLC0txUMPPRSPPvpoLC8vf3j69evXx/nnnx/nnntunH322fH5z38+RkdH49RTT42TTz65t+7tt9+O119/vVf3hz/8IX73u9/Fyy+/HL/5zW/i2LFjHz6rqbvmmmti06ZNMTY2NmRCjkuAAIHhEHCfD8ecnJIAAQIECBAgQIAAAQIECBAgQIAAAQIECBAgQGCwBQQUM+cjoJgJqJwAAQIECBAgQIAAAQIECBAgQIAAAQJDLDA3N9f74uHTTz8dR48ezepkw4YNcckll/S+yDg1NZX1LMUECBAgkCbgPk/zspoAAQIECBAgQIAAAQIECBAgQIAAAQIECBAgQIDABwICipnvgoBiJqByAgQIECBAgAABAgQIECBAgAABAgQIFCLQfImr+RJi80XE5suITWDxtdde630x8fjx470umy8pnnbaaXHGGWdEE0hsvrTYfHGx+fKiLyUW8iJogwCBoRf4KPf5yMhI7wu57vOhH7cGCBAgQIAAAQIECBAgQIAAAQIECBAgQIAAAQIEMgUEFDMBBRQzAZUTIECAAAECBAgQIECAAAECBAgQIECgcIG33nqr92XEU045Jfbu3Rtf+cpXCu9YewQIEChT4J133umFyT/xiU/Er3/96/jUpz5VZqO6IkCAAAECBAgQIECAAAECBAgQIECAAAECBAgQIJAgIKCYgNW2VEAxE1A5AQIECBAgQIAAAQIECBAgQIAAAQIEChdoAopXXHFFnHjiibFr166YnJwsvGPtESBAoEyBN998s/fV2+ZruM8//3ycfvrpZTaqKwI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OAvf/lLXH755fGJT3wifvzjH8eXvvSlwjvWHgECBMoUeO+99+Kss86KkZGRePHFF3t//QgQIECAAAECBAgQIECAAAECBAgQIECAAAECBAjULiCgmPkGCChmAionQIAAAQIECBAgQIAAAQIECBAgQIDAvxD461//Gn/+85/j7bffHlqjU089NX71q1/F9u3bY926dbFr16744he/GH//+9+HtqeTTjopPvvZz8anP/3poe3BwQkQ6Fagucv/9Kc/xfvvv9/txqu423/913/F+vXrY3JyMj72sY/FU089FcePH49//OMfq7hL948688wzY3R0tPuN7UiAAAECBAgQIECAAAECBAgQIECAAAECBAgQIFCMgIBi5igFFDMBlRMgQIAAAQIECBAgQIAAAQIECBAgQKBF4J133okbb7wxfvvb30YTChnWXxNceeutt+LYsWNxwgknxGmnndYLKjbhlmH9NYHRr371q/HDH/4wPve5zw1rG85NgECHAt/4xjd6d2FzDw7z78033+wFLZvfZz7zmd6XcYe5p+aLkGeccUY89thjQ/1v7TC/U85OgAABAgQIECBAgAABAgQIECBAgAABAgQIEChBQEAxc4oCipmAygkQIECAAAECBAgQIECAAAECBAgQINAi8O6778bMzEz88Y9/jFNOOWVojZowS/MlyA++AnnyySf3vjzYhFqG9fe3v/0tvva1r8Xu3buj+fKWHwECBP6dQPPVxK9//eu9ANwwh7P/+c9/xquvvvrhfd7829SEFE888cShfQGa0Gjzb9IvfvGLoZ7N0A7AwQkQIECAAAECBAgQIECAAAECBAgQIECAAAEChQgIKGYOUkAxE1A5AQIECBAgQIAAAQIECBAgQIAAAQIE/oVA8xXF5r9h/jpVE2iZn5+PH/zgB70vJ27bti0uueSS+OQnPznUc29CRk3Y0o8AAQIfRaAJNp900kkfZenArmnu81deeSW+/e1v90LmBw8ejPHx8aEOKDbYTYD0U5/61MC6OxgBAgQIECBAgAABAgQIECBAgAABAgQIECBAgMDgCwgoZs5IQDETUDkBAgQIECBAgAABAgQIECBAgAABAgQKF2i+UNWEEkdGRmL//v1xzjnnFN6x9ggQIFCmwHvvvRdnn312L6D94osvCmqXOWZdESBAgAABAgQIECBAgAABAgQIECBAgAABAgQIJAoIKCaC/f/LBRQzAZUTIECAAAECBAgQIECAAAECBAgQIECgcIEmoHjFFVf0vrK1a9eumJycLLxj7REgQKBMgTfffDPOPffcXjDx+eefj9NPP73MRnVFg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h7VU+YAAAgAElEQVQ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agsovvvuu/Hxj3+8mvlqlAABAgQIECBAgAABAgQIECBAgAABAgQIECBAYGUCAoorc/uwSkAxE1A5AQIECBAgQIAAAQIECBAgQIAAAQIEChcQUCx8wNojQKAagZoCis8//3xcddVVcc4558Q111wTV199dXzuc5+rZtYaJUCAAAECBAgQIECAAAECBAgQIECAAAECBAgQ+OgCAoof3ap1pYBiJqByAgQIECBAgAABAgQIECBAgAABAgT+H3v3AR1Vuf19fIfeQu9IlY50RJEqRXoTEUGlX4pKVQTkIojSi0iTJihIE6SISghBepEA0qRI70V6kQ7v2s//JVfISXKSM0mmfJ+1ZuG9eernTM5M1prfbAS8XICAopdfYI6HAAI+I+BLAcV27drJ0qVLn7q2qVKlCgkrFi5c2GeuOwdFAAEEEEAAAQQQQAABBBBAAAEEEEAAAQQQQAABBBAIX4CAosNnCAFFh4AMRwABBBBAAAEEEEAAAQQQQAABBBBAAAEEvFzg6tWrUqdOHUmYMKGMGjVKihYt6uUn5ngIIICAdwrcuXNH8ubNK4kSJZKtW7dK8uTJvfOgIlKpUiU5cOBAuOd7/fXXTWXFV1991WsdOBgCCCCAAAIIIIAAAggggAACCCCAAAIIIIAAAggggEDEAgQUIzYKtwcBRYeADEcAAQQQQAABBBBAAAEEEEAAAQQQQAABBLxcYPv27dKsWTNJnDixTJo0SUqXLu3lJ+Z4CCCAgHcKXLx4UYoUKSLx4sWTTZs2SZYsWbzyoKtXr5amTZtG6mwVKlQwYUV9+Pn5RWosnRFAAAEEEEAAAQQQQAABBBBAAAEEEEAAAQQQQAABBDxbgICiw+tHQNEhIMMRQAABBBBAAAEEEEAAAQQQQAABBBBAAAEvFnj06JH07dtXZsyYYU759ttvS58+fcTf39+LT83REEAAAe8TePjwoXTu3FkWLlxoDtegQQMZM2aMxI8f3/sO+/9PtGrVKvn111/N4/Lly7bPWbBgQRNUbNy4saRNm9b2ODoigAACCCCAAAIIIIAAAggggAACCCCAAAIIIIAAAgh4pgABRYfXjYCiQ0CGI4AAAggggAACCCCAAAIIIIAAAggggAACXiwwbNgwGTdunCRJkkTu3Lljqm5pwOW9994z/01DAAEEEHB/AQ2bDx8+XEaPHm0CdxpWvHLlinTp0kU+/vhjiRMnjvsfwuEOd+7cGRJWPHTokO3Z0qdPHxJWzJ8/v+1xdEQAAQQQQAABBBBAAAEEEEAAAQQQQAABBBBAAAEEEPAcAQKKDq8VAUWHgAxHAAEEEEAAAQQQQAABBBBAAAEEEEAAAQS8VGDatGny6aefSrJkyWTUqFFy8eJFGTt2rNy+fVs0uFirVi0vPTnHQgABBLxH4PHjxzJr1izp1auXaFBx/vz5JpzYvn17EzQfMWKECeD5+fl5z6EjOMnJkydDwopbtmyxfW4NcmpVRfUqV66c7XF0RAABBBBAAAEEEEAAAQQQQAABBBBAAAEEEEAAAQQQcG8BAooOrw8BRYeADEcAAQQQQAABBBBAAAEEEEAAAQQQQAABBLxQYPny5dKuXTvRYMvgwYOlWbNm5pRTp06VgQMHSqJEiWTSpElSsWJFLzw9R0IAAQS8RyAoKMiEEZ+Ey9955x1zuG+++Ub69u0ryZMnl8mTJ0uFChW859CROMnNmzdDwor62heZVqVKFRNWbNCgQWSG0RcBBBBAAAEEEEAAAQQQQAABBBBAAAEEEEAAAQQQQMDNBAgoOrwgBBQdAjIcAQQQQAABBBBAAAEEEEAAAQQQQAABBBDwMoE//vhDmjRpIhra6NGjh3Tr1i3khA8fPpQvvvjCBBXTpEkj06dPl+LFi3uZAMdBAAEEvENg586dooFErYD7/vvvy3//+9+nDqbVE7/88kvJmDGjzJw5UwoWLOgdB3dwCg10/vrrr+Zx7do12zMVLVrUhBW1wmKKFClsj6MjAggggAACCCCAAAIIIIAAAggggAACCCCAAAIIIIBA7AsQUHR4DQgoOgRkOAIIIIAAAggggAACCCCAAAIIIIAAAggg4EUCJ06ckEaNGsmpU6dMqGXYsGHi5+f31Anv3r0r3bt3l4ULF0rmzJnlxx9/lBw5cniRAkdBAAEEPF/g3Llz5n5+5MgRadiwoYwfPz7U/Vyr5Hbq1Mncx/PkySM//PCDCSvS/k9g+/btIWHFo0eP2mbJkiVLSFjx+eeftz2OjggggAACCCCAAAIIIIAAAggggAACCCCAAAIIIIAAArEjQEDRoTsBRYeADEcAAQQQQAABBBBAAAEEEEAAAQQQQAABBLxE4MaNG/L666/Lnj17pFKlSjJr1iyJEyeO5emuX78urVu3lg0bNpgKit99952kS5fOSyQ4BgIIIODZAhokf/PNN2XLli1SpkwZcz9PnDix5aFu3bolLVq0MPfzUqVKydy5cyVp0qSeDRANuz927FhIWHHbtm22V0iYMGFIWPGll16yPY6OCCCAAAIIIIAAAggggAACCCCAAAIIIIAAAggggAACMSdAQNGhNQFFh4AMRwABBBBAAAEEEEAAAQQQQAABBBBAAAEEvEBAq2i9/fbbsmrVKilcuLCppuXv7x/uyS5evCjNmjWT3bt3y2uvvSYTJkwg1OIFzwWOgAACni1w//59adOmjaxYsULy5csn8+bNkwwZMoR7KK22qPfzffv2Se3ateXrr7+W+PHjezZENO5eQ/q//vqreahzZFr16tWlcePGxpmGAAIIIIAAAggggAACCCCAAAIIIIAAAggggAACCCDgHgIEFB1eBwKKDgEZjgACCCCAAAIIIIAAAggggAACCCCAAAIIeIFA9+7dZc6cOZI1a1ZZuHChPPfcc7ZOpRWlmjZtKidOnDDhlsGDB0u8ePFsjaUTAggggIBrBR49eiQ9evSQ2bNnS8aMGc19PX/+/LYWOXDggLmPnz171gTWhwwZInHjxrU11tc7BQYGhgQWtRqx3VayZEkTVmzUqJEkS5bM7jD6IYAAAggggAACCCCAAAIIIIAAAggggAACCCCAAAIIuFiAgKJDUAKKDgEZjgACCCCAAAIIIIAAAggggAACCCCAAAIIeLjA2LFjZdCgQZIyZUqZO3euFC1aNFIn2rZtm6nWdenSJenWrZto2JGGAAIIIBDzAl9++aWMHDlSEiVKJDNmzJBXXnklUpvYvHmzvPPOO3Lnzh3p2rWrfPjhh+Ln5xepOXy989atW01Y8ZdffjHhfbste/bsJqz4xhtviP43DQEEEEAAAQQQQAABBBBAAAEEEEAAAQQQQAABBBBAIOYECCg6tCag6BCQ4QgggAACCCCAAAIIIIAAAggggAACCCDgNgJ//fWX5M2b12324wkbWbJkiXTo0MFUyZo+fbpUq1YtStsOCAgwwcS7d++aqlsasqAhgAACCMScwLx586RXr16iVRRHjRplqvJFpenrggYTHz9+LJ9++qm0aNEiKtMwRkQOHz4cUllxx44dtk20mqIGFfWhVRZpCCCAAAIIIIAAAggggAACCCCAAAIIIIAAAggggAAC0StAQNGhLwFFh4AMRwABBBBAAAEEEEAAAQQQQAABBBBAAIFYFbh69ar89ttvIY8xY8ZI1apVY3VPnrL4unXr5N133zWhwgEDBsh//vOfKG9dAzHff/+9fPbZZ6ba1sSJE7kOUdZkIAIIIBA5gdWrV0vnzp1FXxN79+4tHTt2jNwEz/TWwLrez5MkSSJalbF69eqO5ouNwRrYbNKkSWwsbbnmlStXQsKK+r4lMq1OnTomrOiJ1yEy56QvAggggAACCCCAAAIIIIAAAggggAACCCCAAAIIIBBbAgQUHcoTUHQIyHAEEEAAAQQQQAABBBBAAAEEEEAAAQQQiBWBDRs2mFDiypUr5cCBAyF70Mp9GlKkhS+we/duE048f/68tG/fXvr37++Y7N69e8ZeH0mTJpXFixdLvnz5HM/LBAgggAACYQvs3LlT3nvvPTl9+rS0a9dOevbsaariOmn379831XA15Jc1a1YZNGiQFC9e3MmUMTp24cKF8v7770vlypWlW7duUqpUqRhdP6LFtDqlVh7+9ddfzeOff/6JaEjIz19++WVTpbhBgwYmQEpDAAEEEEAAAQQQQAABBBBAAAEEEEAAAQQQQAABBBBwLkBA0aEhAUWHgAxHAAEEEEAAAQQQQAABBBBAAAEEEEAAgRgTOHTokAkkajBx7dq1luvGjx9fAgMDJX/+/DG2L09b6Pjx49KqVSvZt2+f1K1bVyZNmmSqHrqiaciib9++MmfOHHnuuedk6dKlkiFDBldMzRwIIIAAAs8IHDt2zITM9+/fL40aNZIvvvjCZaG1GzduyMCBA+WHH36Q559/XqZNm2bCiu7eNFxZr1492bFjR8hWtUKwBhVTpUrlltv//fffQ8KKp06dsr3H3Llzm7CiVlfMnDmz7XF0RAABBBBAAAEEEEAAAQQQQAABBBBAAAEEEEAAAQQQeFqAgKLDZwQBRYeADEcAAQQQQAABBBBAAAEEEEAAAQQQQACBaBXQgMSTUKIGEy9duhTuerly5ZKGDRvKRx99FK378tTJL168KB988IGsW7dOtArT3LlzRUOdrmxXrlwxVbzWr19vKm7pGsmTJ3flEsyFAAII+LzA33//LR06dJDg4GCpUKGCjB49WtKmTetSl3Pnzplgn97Py5QpYwLt7hrye3LwCRMmyJz6TEcAACAASURBVOeffx7KQcPyepYWLVq41MjVkx08eDAkrLhr1y7b06dMmTIkrFikSBHb4+iIAAIIIIAAAggggAACCCCAAAIIIIAAAggggAACCCAg+qXOrvlW52jCdOvN6ZkJKEbTlWdaBBBAAAEEEEAAAQQQQAABBBBAAAEEEHAksGnTJlMpUcOJWukvvJYgQQITSnz99ddNSINmLXDr1i3p3bu3LFq0SLTq0uzZsyVTpkzRwnXmzBlp0qSJaNXLOnXqyLhx4yRhwoTRshaTIoAAAr4m8PjxY+nYsaMJshUqVEjGjBkjefLkiRYGrc6owfYDBw5IrVq1ZOLEiS6ruhsdG9b3D1rt8eeff7ac/pVXXjFBxXLlykXH8i6dU7+UQa+xPlavXh2pufV9kVZWrFy5cqTG0RkBBBBAAAEEEEAAAQQQQAABBBBAAAEEEEAAAQQQ8EUBAooOrzoBRYeADEcAAQQQQAABBBBAAAEEEEAAAQQQQAABlwkcOXIkJJRo54P4ZcuWNaFEfSRKlMhl+/DGiR4+fCgDBw6UqVOnilaR0oBJyZIlo/Wohw8fNtWctAJX27ZtpX///hInTpxoXZPJEUAAAV8Q6Nu3r8ycOVOyZMliKie++OKL0Xrs33//XTp16iTnz5+XNm3ayKeffhqt67licq3eq0HF3bt3W0737rvvSvfu3SVjxoyuWC7a53jw4IEEBASEBBbv3r1re83y5cubsGL9+vX5sgDbanREAAEEEEAAAQQQQAABBBBAAAEEEEAAAQQQQAABXxIgoOjwahNQdAjIcAQQQAABBBBAAAEEEEAAAQQQQAABBBBwJKBV/bRKolZL1Mfff/8d7nzZs2cPCSVqFUCaPYEZM2aYgKAGOUeMGGGqYMVE27hxowmz6HXu06ePtG/fPiaWZQ0EEEDAawW0WuKoUaPE399fvvzyS6latWqMnDUoKMgE+m7evCk9evQwFRzdvV28eNGEFL/55hu5fv16qO2mSJHCVFP0xNcmfX19Ul3x7Nmzti9FgQIFTFhRH+nTp7c9jo4IIIAAAggggAACCCCAAAIIIIAAAggggAACCCCAgDcLEFB0eHUJKDoEZDgCCCCAAAIIIIAAAggggAACCCCAAAIIRElAqzE9CSXu2bMn3Dnixo0bEkqsVKlSlNbz5UGLFy82YZLHjx/Lf//7X2nZsmWMcixatMiEWnT9CRMmxFg4MkYPyWIIIIBADAjMmTNHPvvsM9GquPpvs2bNYmDV/y2xYMECEzbX1+UBAwaYkJsntG3btpmg4sKFCy23W6JECRNUjKmwp6vN9u/fHxJW/PPPP21Pny5dOnMNtdqxBhdpCCCAAAIIIIAAAggggAACCCCAAAIIIIAAAggggICvChBQdHjlCSg6BGQ4AggggAACCCCAAAIIIIAAAggggAACCNgWOHbsmAklPqmYGNHAMmXKSMOGDU04MWnSpBF15+cWAuvXr5dOnTqJVpH64IMPpGfPnjHu9OjRI1PlSyt+JU+e3ARECELE+GVgQQQQ8HCBFStWmLD5jRs3zL8dOnSI8RPp/Xzy5MmmEq9WcBw9erRUrFgxxvcR1QU1MK/VFDWwaNU0qKeB+hw5ckR1iVgfd+HChZCw4rp162zvx8/PzwQVNbBYvnx52+PoiAACCCCAAAIIIIAAAggggAACCCCAAAIIIIAAAgh4gwABRYdXkYCiQ0CGI4AAAggggAACCCCAAAIIIIAAAggggEC4Ardv3w4JJGo48fz58+H2z5o1a0goMV++fOg6ENi1a5d07txZjhw5Im+++aYJlMRWu3fvnvTu3Vu0+lemTJlEQyLZsmWLre2wLgIIIOBRAjt27DAh81OnTpmqif3795cECRLEyhnu3r0rX3zxhcycOVOee+45E1gsWLBgrOwlKotqwFNDivrQ8P6zLWHChKaaYpcuXaIyvVuN0Wu1fPnykMDi/fv3be+vcuXKJqxYp04diR8/vu1xdEQAAQQQQAABBBBAAAEEEEAAAQQQQAABBBBAAAEEPFGAgKLDq0ZA0SEgwxFAAAEEEEAAAQQQQAABBBBAAAEEEEDAUiA4ONhUS9SHBuXCa1q150mlxCpVqiDqAoHjx4+bcIVWiXr11Vfl22+/lThx4rhg5qhPcevWLfnPf/4jq1atkhIlSsj06dMlffr0UZ+QkQgggIAPCJw7d07atGkje/bskZo1a8rgwYMlVapUsXryq1evmtD5zz//LEWKFDGvMenSpYvVPUV2cfXUkOLcuXMth2roUqsp1q5dO7JTu21/rar866+/mkdEXxjx70PoNdawor5XS5s2rduej40hgAACCCCAAAIIIIAAAggggAACCCCAAAIIIIAAAlEVIKAYVbn/P46AokNAhiOAAAIIIIAAAggggAACCCCAAAIIIIBAiMCJEydMIHHlypXm8fjx43B1SpcuLa+//rp5+Pv7I+kigcuXL5vgSEBAgBQuXNhUt8qcObOLZnc2je5Nqzn++eefUqNGDRk9erSkSJHC2aSMRgABBFwgsH//fhk1apS5Z7pL0wp4bdu2ldWrV8vLL79s7plZsmRxi+2dPXvWVOndtGmTlC1bVmbPni1x48Z1i71FZhO//PKLTJs2TTZu3Gg5rG7duiaomD9//shM6/Z99+7da4KKen597ttt+n5Cw4qNGzeW3Llz2x1GPwQQQAABBBBAAAEEEEAAAQQQQAABBBBAAAEEEEDArQUIKDq8PAQUHQIyHAEEEEAAAQQQQAABBBBAAAEEEEAAAR8X0PDEk1Ci/quBhfCafrBdA4lahUerE9FcK3D79m0ZOHCgCYrkyJFDvv76a8mXL59rF3E42+nTp00VsEuXLknz5s3l008/lcSJEzucleEIIIBA1AWWLFkiI0eOlIMHD5oKhS1btoz6ZC4cqQHAH3/8UfLmzWvu5+4WklMvrYz7119/mdDamDFjXHj6mJtK38toNUUNKuprlFXr1q2bdO3aVRIkSBBzG4uhlfS925PKimEFNa22ohZPwooaoKUhgAACCCCAAAIIIIAAAggggAACCCCAAAIIIIAAAp4qQEDR4ZUjoOgQkOEIIIAAAggggAACCCCAAAIIIIAAAgj4qMC2bdtMMFEfO3bsiFChQYMGJpT42muvRdiXDlETePjwoQmHjBs3TtKkSWP+210DA1u3bjXhxFu3bknPnj2lXbt2Ei9evKgdnFEIIIBAFAXu379vqiZqZcJ/t++//16qVKkSxVldM0yDkmPHjpX06dObqo5addgdm97PW7VqJRcvXjSVBnv06OGO27S1Jw1aakjxu+++s+yfK1cuc8ZGjRrZms8TO/3zzz+yfPnykMDio0ePbB9D3+NpZUX9EgJPrKZp+6B0RAABBBBAAAEEEEAAAQQQQAABBBBAAAEEEEAAAa8TIKDo8JISUHQIyHAEEEAAAQQQQAABBBBAAAEEEEAAAQR8SODUqVMhocSgoCDRQFx4rVSpUiaUqBUTU6ZM6UNSsXNUDVR89tlnkiRJEhk6dKjUrl07djZic1WtWKYVqTSYqPvVEKufn5/N0XRDAAEEnAns2bPHVE0MCAgINZFWnp00aVKsVaCdPn269O3bVxImTCjjx4+XGjVqODtsNI8ODAyUNm3ayOPHj2X48OHStGnTaF4xeqfX9zhaUXH16tWWC2kQT1+/ihUrFr0bcYPZ16xZExJW1BCq3VaiRAkTVqxXr56kTp3a7jD6IYAAAggggAACCCCAAAIIIIAAAggggAACCCCAAAKxIkBA0SE7AUWHgAxHAAEEEEAAAQQQQAABBBBAAAEEEEDAywW0upRWSVy5cqX59/Tp0+GeOEOGDCaQqI8XXnjBy3Xc53i//vqrdOnSRR48eCB9+vSRtm3bus/mwtnJ119/LVolTAOs+t9ly5b1iH2zSQQQ8GyBBQsWmHDisWPHQh1EQ2fLli2LtQNqKK5169Zy584dE/Z7++23Y20vkVlYq05+/PHHkjhxYlOFsGLFipEZ7pZ9NaSoj6NHj1rur2PHjiao6O/v75b7d/Wmdu/eHRJW1GqTdlu2bNlMWFErT+bMmdPuMPohgAACCCCAAAIIIIAAAggggAACCCCAAAIIIIAAAjEmQEDRITUBRYeADEcAAQQQQAABBBBAAAEEEEAAAQQQQMBLBf7444+Qaonbt2+P8JR169Y1oUR3r/IU4UE8sENwcLC0atVKrl69Ku3btzdVtzylPXr0SPr372/CLJkyZZI5c+ZI7ty5PWX77BMBBDxM4Pbt2yaYqFUJw2saDHznnXdi/HT79u2TJk2ayN9//y3du3eXHj16xPgenCw4cOBAGTdunKRJk0bmz58vBQoUcDKdW4w9fvy4CSnq65RV5ejMmTOba+UpQVJXoWpVbQ3y6hckbN682fa0SZMmlTfeeMM8tNI2DQEEEEAAAQQQQAABBBBAAAEEEEAAAQQQQAABBBBwBwECig6vAgFFh4AMRwABBBBAAAEEEEAAAQQQQAABBBBAwIsEzpw5ExJKDAoKEq2eGF4rXry4CSU2bNjQhBFoMS9w8OBBE048fPiw1KtXTyZMmCBx48aN+Y04WPHevXvSqVMnWbp0qeTLl0+0CleWLFkczMhQBBBAILSABu81nKgVgSNqDRo0MFVdY7JduHBBdF2t1qfhrTFjxoifn19MbsHxWho679y5s/z444+mUp7e173l/cHatWtNUDEwMNDSqUKFCqaa4ssvv+zY0dMmuHHjhnHRsKI+ItNq165tnu/Vq1f3uOd7ZM5JXwQQQAABBBBAAAEEEEAAAQQQQAABBBBAAAEEEHBvAQKKDq8PAUWHgAxHAAEEEEAAAQQQQAABBBBAAAEEEEDAwwW0GtBvv/1mAhv678mTJ8M9Ubp06UJCiUWLFvXw03v29s+fPy9t27aVbdu2Sbly5WTmzJmSMGFCjzzU9evXpVmzZuYsL730kkyfPl1SpUrlkWdh0wgg4H4Cc+fOlSFDhojeNyNqJUuWlJ9//jmibi79uVZ21JCWVizW+/msWbMkQYIELl0jpia7c+eOqSa4ceNGUUsNK3rqa5OVmb7WajXF/fv3W5LqlwZoUFHfL/lq0/eTT8KKV65csc2gr/+NGzeWOnXqSIoUKWyPoyMCCCCAAAIIIIAAAggggAACCCCAAAIIIIAAAggg4FSAgKJDQQKKDgEZjgACCCCAAAIIIIAAAggggAACCCCAgIcK7Nq1KySUuHXr1ghPoRVutFKi/kuLfYF//vlHOnbsKCtWrBANimr4xtM/zH/u3DnzHDt+/LipIjZixAhJkiRJ7GOzAwQQ8FgBDT+PGjVKJk2aZOsMLVq0MEHGmG4tW7aU5cuXS548eWTx4sWSOnXqmN6CS9fTUFrNmjXN/bxu3boyceJEiRMnjkvXiM3Jzp49a0KKWlFRw6XPNq0aqSHFNm3axOY23WLtHTt2hIQVtdqz3fb888+bsKK+L8iWLZvdYfRDAAEEEEAAAQQQQAABBBBAAAEEEEAAAQQQQAABBKIkQEAxSmz/G0RA0SEgwxFAAAEEEEAAAQQQQAABBBBAAAEEEPAgAQ2AaVUbfQQFBcndu3fD3X2RIkVMtUR9+HIlIHe7xI8fP5aePXvK999/L88995zMmzdPcubM6W7bjNJ+9u3bZ6qIXb16VTp06CC9evWS+PHjR2kuBiGAgG8LBAcHy9ChQ2XDhg0RQuh9ZuzYsVK/fv0I+7q6w6effipTpkwRDbX98ssvkj17dlcvESvz/fXXX1KvXj25du2auZ/rOf38/GJlL9G16ObNm01QcenSpZZLlC5d2gQVK1WqFF1b8Kh5NbC6bNkyE1jU30+7Tb+AQcOK+v6A6t121eiHAAIIIIAAAggggAACCCCAAAIIIIAAAggggAACkREgoBgZLYu+BBQdAjIcAQQQQAABBBBAAAEEEEAAAQQQQAABNxfQMNuTUOLKlStNNaPwmgYktFqNhhKLFy/u5qfzze2NHj1ahg0bZiomTp8+XV5++WWvgtAwUevWrU2Atnfv3tKuXTuvC7V41QXjMAi4ocDMmTPliy++EK2gGFFLnz69qUar/8Z0mzp1qvTt29cEsbVyYokSJWJ6C9G63saNG6Vp06Zy//596devn7Rv3z5a14utyX/44QdTTVGrU1s1Nejevbv5UgHa/wnoFxEEBgaasKJWD41M0yrLGlasUqVKZIbRFwEEEEAAAQQQQAABBBBAAAEEEEAAAQQQQAABBBAIU4CAosMnBwFFh4AMRwABBBBAAAEEEEAAAQQQQAABBBBAwE0F9uzZIxpI1HDili1bItxljRo1TCixbt26EfZ1xw56Vl/4oPr8+fNNNaYECRKIBhW1OpU3Ng3qfPjhhyaYOHz4cBOapSGAAAIRCVy+fNkEuL/77ruIupqflypVKszqd7YmcNBpyZIl8v7778ujR49Eg4q1atVyMJv7DtX7eceOHU0Ic8yYMaLhMm9s+tzTkKI+tGrksy1p0qTm9VuvOe1pAf0yDX0fp2FFfVj5hWVWrlw5E1bU3x9/f39oEUAAAQQQQAABBBBAAAEEEEAAAQQQQAABBBBAAIEoCRBQjBLb/wYRUHQIyHAEEEAAAQQQQAABBBBAAAEEEEAAAQTcSODChQsh1RKDgoLk9u3b4e7uhRdeMKFEDX9lzJjRjU5ifytaHUurZG3evFlmzJghOXLksD/Yw3pqJao333zT7ForUbVp00bixInjYaewt10N7EycONEEjTTUMWXKFHnllVfsDaYXAgj4pIDeIwcOHCjbt2+3df4WLVrIkCFDbPV1dSfdq97DNYj13//+V9577z1XL+FW82kwcejQoaby76RJk6R8+fJutT9XbuaPP/4wIcUff/zRctoiRYqYaorVq1d35bJeNZf+Dj8JKx49etT22fLnz2/CivXr16dapW01OiKAAAIIIIAAAggggAACCCCAAAIIIIAAAggggIAKEFB0+DwgoOgQkOEIIIAAAggggAACCCCAAAIIIIAAAgi4gcCqVatMMFGrz0T0Qe5UqVKZ6kUaTNTKUZ7ctJqghhM1mKlNzzR+/HhPPlKYe9+/f78Jkl69etUEWT755BOJGzeuV571yaHu3r0rgwcPlunTp0umTJlMADVv3rxefWYOhwACURPQELO+Hty7d8/WBPpaoa8ZsdH27dsnGo48efKktG7d2oQqvb1phbzevXub+3jWrFll2rRpUqhQIa8+tlaO1HMGBwdbnlNf0zWomDt3bq92cHq4I0eOSEBAgPzyyy+2w8e6Ztq0aU1YUR/e/lxzasx4BBBAAAEEEEAAAQQQQAABBBBAAAEEEEAAAQQQIKDo+DlAQNExIRMggAACCCCAAAIIIIAAAggggAACCCAQKwJ79+41gUQNJmr1wIhatWrVTBhDw4me3jSEqUEUra7zbJs6darUrl3b04/41P7Pnj1rrt2xY8fMv19++aUkSJDAq84Y1mG0upiGMZcsWWJCHBr4SJkypded/dtvv5X06dNLrVq1vO5sHAiB6BQ4f/68DBo0SH744Qdby2gFv1mzZknJkiVt9Xd1p3PnzknLli1l165d5vd9woQJPnM/v3PnjgnYBwYGSuHChU14T8Pn3txu3bol+r5Ez/rkyxT+fV79ooFu3bpJ165dvf5LB1xxnS9dumSeP/r+TyuFR6ZpULFx48ZSoUKFyAyjLwIIIIAAAggggAACCCCAAAIIIIAAAggggAACCPiIABUUHV5oAooOARmOAAIIIIAAAggggAACCCCAAAIIIIBADAroB7OfhBL1g9n6wffwWoECBUygTR+ZM2eOwZ1G31ITJ0404cSHDx+GWkSrMv3nP/8xD29peo3feust2bp1q7z00ksyZ84cSZw4sbccz9Y5NIDUqVMn2bBhg5QuXVq+//57SZo0qa2xntBJf68bNWokBw4cMP/27NnTVBijIYBA+AJaPVhfDzSwb6e98MIL5h6qldVio924ccME9HTfej/Xqo+pU6eOja3E2pp6P2/fvr15TatSpYoJaHrT/Tws2D///NOEFGfPnm3ZRasDazXF+vXrx9q18bSFHzx4YN4Ta1hRHzdv3rR9hFdffdVUVqxevbpPPP9sw9ARAQQQQAABBBBAAAEEEEAAAQQQQAABBBBAAAEfFiCg6PDiE1B0CMhwBBBAAAEEEEAAAQQQQAABBBBAAAEEYkBgzZo1plKifhD78OHD4a6o1aG0SqKGEjXM5S1t27ZtJogSVrXIJk2amGBioUKFvOXIcv/+fRNYWLBgQUj1wDRp0njN+SJzEK2aqddXg0haIVNDLfHjx4/MFG7bd8SIETJy5MiQ/SVKlEh69eplQjw0BBCwFhg7dqypnGi3vfnmm/LVV1/Z7e7yfvfu3TPh4/nz54t+ecDkyZMlZ86cLl/HEybUMHaHDh3k4MGDJiQ2evRoT9i2S/aoQToNKmrg3qrVrFnTvO5rmJYWOYHg4OCQsOKJEydsD9Zqnvo8rFOnjtd8mYftw9MRAQQQQAABBBBAAAEEEEAAAQQQQAABBBBAAAEEQgQIKDp8MhBQdAjIcAQQQAABBBBAAAEEEEAAAQQQQAABBKJJYP/+/SGhxI0bN0a4ilYiatiwoQkm+vn5RdjfkzpoCEXDKFZNP1iuwbXGjRt70pEi3Ovjx49lyJAh5txa7evHH3+UPHnyRDjOmzvs2rVL2rZtK2fPnpWWLVvKgAEDPP65rkGdSpUqWV42DRhrULFMmTLefFk5GwKREjh58qQJq//000+2x2kwsGvXrrb7R0fHzz//3IQSM2XKJF9//bWULFkyOpbxmDk3bdokHTt2lIsXL5r7ev/+/T1m7043qpX/pk6dKt98842cOnXKcjqtGtylSxeq+0URW8OvAQEBJrC4Y8cO27Po76eGFfX9tAaJaQgggAACCCCAAAIIIIAAAggggAACCCCAAAIIIOA7AgQUHV5rAooOARmOAAIIIIAAAggggAACCCCAAAIIIICACwWuXLliqiRqtcSgoCC5ceNGuLPny5cvJJSYNWtWF+7EPaYKDAw0QRT9oPmzLU6cOCaYqI8sWbK4x4ZduItvv/1W/vvf/4pW09MgQ1ghNhcu6RFTaVi3Xbt2cuvWLfnkk0/M9ff0ps9zDVuGVR21TZs28tFHH0nKlCk9/ajsHwFHAsuWLRMN+mlFVbtNw4BaVTg2m+5h2LBh5n6uVRxfe+212NyO26y9dOlS+fDDD0UDe3369BG91/lSO3TokAkp6uu9VcuWLZuppqgVomlRF7hw4YKsWLHChBX1/bXdplWaNayoX4DBFwXYVaMfAggggAACCCCAAAIIIIAAAggggAACCCCAAAKeK0BA0eG1I6DoEJDhCCCAAAIIIIAAAggggAACCCCAAAIIuEBg3bp15kPT+vjrr7/CndHf31/q169vKiV66wemNaipwcTZs2dbWpQrV84E07w15KHPg9atW8uTKopNmzZ1wbPMO6ZQk3nz5pmQUvLkyaV3795Sr149jz6chlSaNWsmWhlOA0x37twJdR6t6qTVFN98802PPiubRyAqAvfu3ZOhQ4fKhAkTbA/PnDmzCXcXL17c9pjo6KjVb/U+df/+fenXr5+p/kr7n4AG9AYOHChJkiQxVYPr1Knjczz6xRTqsGrVKsuzV65cWbp16yalSpXyORtXH/ju3bvmvbaGFfXxzz//2F6iWrVqJqxYtWpVSZw4se1xdEQAAQQQQAABBBBAAAEEEEAAAQQQQAABBBBAAAHPECCg6PA6EVB0CMhwBBBAAAEEEEAAAQQQQAABBBBAAAEEoiigQUT9kLR+MH39+vURzqIV9DSUqI+4ceNG2N9TO8ydO9eEEy9duhTqCKlTpw6pmpg0aVJPPWK4+96+fbtoIFGrZ2plKa2e5Ofn55VnjeqhNOijYY4xY8aY3wX979KlS0d1ulgfp9f532HchAkTioYorFr16tXN86Jw4cKxvm82gEBMCGzYsMGEE4ODg20vV7ZsWZk8ebLoa0ZstrVr15p7+MWLF6Vjx47Ss2fP2NyO266twcRJkyZJhgwZZNSoUfLKK6+47V6jc2PTpk0TfYRVTVe/mKFr166x/ryOToOYnnvz5s0hYcXTp0/bXl6DzxpWrFmzpmTMmNH2ODoigAACCCCAAAIIIIAAAggggAACCCCAAAIIIICA+woQUHR4bQgoOgRkOAIIIIAAAggggAACCCCAAAIIIIAAApEQuHbtmgkkajAxKChI9H+H13Lnzm0CiQ0bNpQcOXJEYiXP66pV5DSYuHz5csvNa1Ul/XC+JwfRIroqaqDVtTSc0KRJExk5cqRXh1Ej8gjv51r1SKsozpw5U7JmzSoLFiyQLFmyOJkyVsYuXrzYBJesmlaIvH79uuXPPvroI+nSpYvEixcvVvbNogjEhMBXX31lwolaOdVu02qkeu+M7bZ7924TJtP7ue7ps88+k/jx48f2ttxy/du3bxuf+fPni77vGT16tBQoUMAt9xrdmzpx4oQJ3WtQ8cGDB6GW0xCnVlNs0aJFdG/F5+bfv3+/BAQEmMCi/v7abfoeRMOKWt08b968dofRDwEEEEAAAQQQQAABBBBAAAEEEEAAAQQQQAABBNxMgICiwwtCQNEhIMMRQAABBBBAAAEEEEAAAQQQQAABBBCwIaAVoDSUqA/9AHR4TSsD6oecNZRYrlw5G7N7fpfx48fLoEGD5NGjR6EOkzNnThNMbNWqlecfNJwTnD17Vj744APZtGmTue6zZs0izBLBFb9y5Yp07tzZhH7z5csnS5culWTJknnc80SDKFOmTJFjx46F2rtWiNRwltXvRsGCBUWDilrBiYaANwloOEiDifq7HZnWu3dvc0+I7aYhs379+snGjRulfPnyJjCZIkWK2N6WW6+v9/NevXpJYGCglCxZ0lTIzZw5s1vvOTo3t27dOhNS1MCcUJ6C1AAAIABJREFUVdMqkxpU9JX3idFpbTW3vidbsWKFCSuuWbPG9vJJkiSRN954wzxefPFF2+PoiAACCCCAAAIIIIAAAggggAACCCCAAAIIIIAAArEvQEDR4TUgoOgQkOEIIIAAAggggAACCCCAAAIIIIAAAgiEIaDV8DSQqAGLtWvXRuhUoUIFE0rUiokJEiSIsL83dNiyZYupmhgcHGx5nHfeeceEE729Io0GM/r06WMCdnny5JGffvrJI4N2sfGcPHXqlLRu3dpUO6pevbpMmjRJEiZMGBtbcbSmBpc1pDh79mzLeVKlSiX6PLFqb731lgllaZiXhoCnC0yfPt2EEyOqMPzvc/r5+cnXX39twv2x3a5evSrdu3cX/WKCMmXKmEqvWmGNFrHA8ePHTWXYHTt2yGuvvSYjRowQrSTry02/rEArKu7bt8+S4d133zWVOn05zBndzw+t2Kzv5zWsqI+7d+/aXrJWrVomrFilShWfeW9vG4eOCCCAAAIIIIAAAggggAACCCCAAAIIIIAAAgi4mQABRYcXhICiQ0CGI4AAAggggAACCCCAAAIIIIAAAggg8C+BGzduhIQStfKKBhXCa7ly5QoJJep/+0rTinAaTJwwYYLlkYsXL26CiRrY9PZ2+/ZtGTJkiHz33XcmYPDtt996fSDT1df0wIEDoiGNkydPmkqbAwYMkHjx4rl6mRiZb8GCBSaouGvXLsv1tELkzZs3Q/3M399fevToYX5vaAh4ooCG0zSYuGjRokhtP1u2bDJ58mQpWrRopMZFV+dPPvnEBI11X1oFsFixYtG1lFfOq+FErQx49OhRadasmamu7Ovt/PnzJqSoDw3LPdu0OqeatW/f3tepYuT8Whn1SVhRKy3abaVLl5bGjRubL1NIly6d3WH0QwABBBBAAAEEEEAAAQQQQAABBBBAAAEEEEAAgRgSIKDoEJqAokNAhiOAAAIIIIAAAggggAACCCCAAAIIICAimzZtCgkmhlXl5glU4sSJpV69eqZSolZN9LW2bNkyE048cuRIqKPHjx9f2rVrZ0JWGTJk8Hqahw8fysSJE2XUqFGSNGlSGT9+vJQvX97rzx0dB9y5c6f5ndLKRr1795aOHTtKnDhxomOpaJ/z3LlzphKkBhX1OfJsS506tVy+fNlyH2XLljUVyHgeRftlYgEXCvz4448mnKgh48g0fZ5rODFlypSRGRZtffUMWskxTZo0MmzYMFM1jRZ5gdWrV8uHH35o7nNaHVDvaTQRrTqtIUWtsmzVSpQoYYKKVatWhSuGBP78809Zvny5CSzqf9tt+qUkGlasU6eO5M6d2+4w+iGAAAIIIIAAAggggAACCCCAAAIIIIAAAggggEA0ChBQdIhLQNEhIMMRQAABBBBAAAEEEEAAAQQQQAABBHxWQAN2v/32m3msWrUqQgcNDmmASqsCakjR19rFixdNMHHevHmWR3/11Velbdu2UrlyZZ+hWbJkifTs2VO0ouTAgQPljTfe8JmzR8dBNSCgwUQ/Pz8T+tTfN09ugYGBJqS4fv16y2OkTZtW9PfKqmnQ94MPPqBKkyc/AXxg71euXDHBRK0g+2zT32O9N4bV3nnnHRk+fLjbKH3//ffSt29f0aC93s81fESLuoBW0uzVq5fcu3dPPvvsM2nevHnUJ/OykfPnzzdBRQ3mWzV97mlQMWfOnF52cvc+zqlTpyQoKMiEFdetW2d7s8mTJzf3C/37oGTJkrbH0REBBBBAAAEEEEAAAQQQQAABBBBAAAEEEEAAAQRcK0BA0aEnAUWHgAxHAAEEEEAAAQQQQAABBBBAAAEEEPApgVu3boVUSlyxYkWYVcyeoOTIkcN84FgfefLk8Smrfx921qxZJpx49erVUAbp06c3FRP1kTBhQp8x0tDZ+++/Lzdv3jSVot577z2fOXt0HlSrqWmYJUWKFDJjxgwpVapUdC4X7XNrOEcra2pQUcNczzatHKfPoQcPHoT6WbZs2Uz1saZNm0b7PlkAgcgK6GuohhMjU3XsyRp9+vQxAVx3aVpBTQNhWsFVQ+caEKY5F9AKw4MGDTIVhr/88kupUaOG80m9ZIZr166Z14Vp06ZZvjbo+yl9Tnbu3NmE9mkxK3Djxg3z94KGFfVh9Rod1o7q169vvrCiUqVKEi9evJjdOKshgAACCCCAAAIIIIAAAggggAACCCCAAAIIIODDAgQUHV58AooOARmOAAIIIIAAAggggAACCCCAAAIIIOATAr///ntIMDGiMIV+KLxevXomlKhVAX25HThwwAQTtaKMVWvQoIEJJpYoUcKnmHbt2mUCLKdPn5Y2bdpIv379CBC46BmgFdc0oKjBjaxZs8rs2bMlV65cLpo99qYJDg4WDeto0MGqZc6cWc6cOWP5s1q1apkwV/HixWPvAKyMwP8XePjwoQkmjh07NpRJRFUTNawzYcIEqVu3rtt4bt261VRuPX/+vHTq1El69OjhNnvz9I3oc2XYsGHmmqdLl87c16kw9/RV3bFjhwkpalVFq1awYEHp3r271K5d29OfDh69f62o+CSseOHCBdtn0errGlasVq2apEmTxvY4OiKAAAIIIIAAAggggAACCCCAAAIIIIAAAggggEDkBQgoRt7sqREEFB0CMhwBBBBAAAEEEEAAAQQQQAABBBBAwGsFjh07ZkKJ+li5cmWE53z55Zfl9ddfNw+t9uPrbcyYMTJ48GBLBq0mqcHEd9991+eYDh48aMKJ+q8GWdWJCjmufRrcv3/fVKdcunSp5MuXTxYtWiSpUqVy7SKxNNs333xjQjrHjx8PtYNkyZKZ55JVpdI4ceKYaooaVEycOHEs7Z5lfV1Aw/4aTty0aVOkKbJnzy5aIbVIkSKRHhtdA44ePSqtW7c29/NGjRrJ8OHDJUGCBNG1nE/Oq/dzrQL4008/mWs/depUyZIli09ahHfoJUuWmKDili1bLLtpqFcrKhYoUAC7WBbYvXu3BAQEmMDi/v37be9G389oWFG/dMAbvnjB9sHpiAACCCCAAAIIIIAAAggggAACCCCAAAIIIIBADAkQUHQITUDRISDDEUAAAQQQQAABBBBAAAEEEEAAAQS8SuD27dshgcQVK1bIxYsXwz1ftmzZRKsAaihRPzhMExM80aqJ27dvt+Ro2bKlCSf64oerz549awJiaqRVoH744QfCYtH0S3Pjxg0TgNVAVLly5WT69OmiAT5vaEeOHDHV5+bOnWt5HL0vnThxwvJnhQsXNlXe3KkCnTdcE84QscC4ceNMOPHBgwcRd36mR8WKFU04MXny5JEeG10D9B6jr2d6P9dqyV9//bVb7S+6zh0b8165csUErDdv3iwvvPCCzJgxgy+CsLgQd+7cMQF2DbJrRU+rpiFFDXwmSpQoNi4laz4joF82oFXGNay4ceNG2z5aTVHDivXr16c6sm01OiKAAAIIIIAAAggggAACCCCAAAIIIIAAAgggEL4AAUWHzxACig4BGY4AAggggAACCCCAAAIIIIAAAggg4BUCW7duNVUS9aGVTcJr8ePHN+EeDSVWqVLFK87vikNo6ESDiZMmTbKc7sUXXzTBRF8NRmmYpWfPnqYKVP78+U3AInPmzK6gZ44wBM6dO2eqVJ48eVIaN25sqpslTJjQa7y0MqSGoqzuWXqfSpcunZw5c8byvOqhQUWtZkpDIDoF9u3bZ4KJy5cvj9IyzZs3N+PdqT18+NCEzZ9U9dPKdZkyZXKnLXrdXk6dOiX6XNDnk97Xw3qv4XUHj8KB1EhDirNmzbIcrV8Q0b17d1P1k+Y+Alr9eNWqVSasqI9Hjx7Z3pxeSw0sVqhQQbRiMg0BBBBAAAEEEEAAAQQQQAABBBBAAAEEEEAAAQQiL0BAMfJmT40goOgQkOEIIIAAAggggAACCCCAAAIIIIAAAh4roBXGfvvtN/PQaokRtdKlS5tQYsOGDamS9AzWzz//bMKJWgnm2ZY4cWJp166dCSdqxRdfbPfv35cRI0bIxIkTTWhMQwNU3IyZZ8Kff/4pderUEa0spYG8jz/+WOLFixczi8fAKlpZbMyYMSas8/jx41ArZs+eXbRy571790L9LFWqVCZk9d5778XATlnCFwU0iK3hwsuXL0fp+H379nXL52evXr3ku+++E61WOnPmTMmbN2+UzsegyAno/fydd94RDZ936NBB+vXrF7kJfKx3QECACSquX7/e8uSvvfaaaEXFYsWK+ZiM+x9XX8/Xrl0bElaMqKL7v09UqVIlE1asXLmy6Os8DQEEEEAAAQQQQAABBBBAAAEEEEAAAQQQQAABBOwJEFC05xRmLwKKDgEZjgACCCCAAAIIIIAAAggggAACCCDgUQJ3794NCSUGBgbKhQsXwt3/c889J/Xr1zfBxIIFC3rUWWNis+fPnzfBxAULFlguV61aNRNMLF++fExsxy3X0A+ZT548WSZMmCD+/v4ycOBAqVixolvu1Vs3peGMt99+2wT4+vfvLy1btvS6CkNr1qyRsWPHyoYNGywv4/PPPy+HDx+2/JmGr99//33RsAoNAVcInD592gQT58+fH2q6uHHjilYgDK8lSJDA3DNr167tiu24dI7x48eb170UKVKYkOJLL73k0vmZLHyBJ/dzDV0PGDDAvMeghS3w5D2IVvnUL+awah07dpTOnTtLypQpoXRTgR07dogGTrWy4sGDB23v8oUXXjBhxerVq0uOHDlsj6MjAggggAACCCCAAAIIIIAAAggggAACCCCAAAK+KEBA0eFVJ6DoEJDhCCCAAAIIIIAAAggggAACCCCAAAIeIbB9+3ZZuXKleezcuTPcPWt4QiuuaSiRwE7YVFoZa9CgQXLt2rVQnTJnzmxCA/pQT19u+mFyDX/FiRPHBHb0g+K0mBeYN2+efPjhh5IoUSJTcbBWrVoxv4kYWFHPpsEuq9/LrFmzmkqSf//9t+VONMSpz9WcOXPGwE5ZwlsFFi9ebO51x44di9IRc+XKZSqCarDG3dovv/wibdu2Nfdz3aO+V6DFvMDcuXNN5T8/Pz9TwbJKlSoxvwkPW/HIkSMydepUmT59uuXO9X1b9+7dTZif5t4Cei2DgoJMWPH333+3vdmMGTOa96B63ypatKjtcXREAAEEEEAAAQQQQAABBBBAAAEEEEAAAQQQQMBXBAgoOrzSBBQdAjIcAQQQQAABBBBAAAEEEEAAAQQQQMBtBU6dOhVSLXH58uUR7rNkyZImlKgPqsiEzbV3715TPWrVqlWWnfTDzxpMLFKkSITm3t5BPzjevHlzuXXrlnz88cfywQcfeF3lPk+6hqNHj5YRI0ZIqlSpTKilWLFinrR923vdvXu3fPXVV6JhKqtWoEAB2bdvn+XP0qVLZ0KK7du3t70eHRFQgevXr8uwYcPkm2++CQUSL148efDgQYRQlSpVMhVntdqsu7Vt27aZispa/bFPnz7mfk6LPQENiGpF3CRJksiiRYt4z2HzUvz222+i1RT1CzusWoUKFUz48+WXX7Y5I91iU+DSpUvm/biGFZctW2Z7K3pP1vfr+jePL1c5tw1GRwQQQAABBBBAAAEEEEAAAQQQQAABBBBAAAGfECCg6PAyE1B0CMhwBBBAAAEEEEAAAQQQQAABBBBAAAG3Erh//35IKDEwMFDOnTsX7v60YowGDvQDuu5YrcmtcEXkyy+/NAEUq1awYEETTHzrrbfcbduxsp+jR4+a59X58+fl3XfflQEDBkjChAljZS8s+n8CGpDq1auX/PDDD5IjRw4T0sidO7fX8nz//femWuTJkydDnTFDhgwmiH3gwAHL87/yyismqFi5cmWv9eFgrhNYsWKFDB8+XDQcG9XWokULGTJkSFSHR+s4vZ83bNgw5H4e1utgtG6CyUMJ6P38u+++k0yZMolW7syWLRtKNgW0kqK+Bh46dMhyRKtWraRLly6irxU0zxDQ9zhr1641YUV9XLlyxfbGq1atKo0bN5aKFStKihQpbI+jIwIIIIAAAggggAACCCCAAAIIIIAAAggggAAC3iRAQNHh1SSg6BCQ4QgggAACCCCAAAIIIIAAAggggAACbiGwY8cOUw1GH3/88Ue4e/Lz85M6deqYsEHNmjXdYv/uvon169ebqok7d+603Grbtm1NOJFwwP94ZsyYIUOHDhWtRqTBnWTJkrn7ZfaJ/V27dk26d+8uu3btMlUt9QP53txOnz5tqilqxUirptUUtQLThQsXLH+uFUA1qMjvtjc/S6J+tnv37pnQ+vjx40NNEidOHHn06JGtyfv16ycdOnSw1Tc2Os2bN0+6du0qNWrUEA120dxHoHXr1qZynD4H9UsBaPYF9PVh6tSppuqpfsHHsy1NmjSmmmKbNm3sT0pPtxHQqq9aQV7DiocPH7a9L60ure+NqlWrJlmzZrU9jo4IIIAAAggggAACCCCAAAIIIIAAAggggAACCHi6AAFFh1eQgKJDQIYjgAACCCCAAAIIIIAAAggggAACCMSawNmzZ00g8bfffpOAgAB5/PhxuHspXry4CSXqB9j1Q9e0iAXu3r0rn3/+ufnwulUrU6aMCSYS9LS23Ldvn6nUlzhx4oix6RFjAlrVUkN5efPmlXjx4sXYurG5kAYUtJpiWCHjIkWKmNCmVcuYMaMJKWoQmYbAE4F169aZcOLWrVtDoejvlVbz+nez+v8SJUokEyZM8IjXkKVLl5ovN9AvOaC5j4CGzjds2CC1atVyn0152E7UT9/nadDTqpUuXdoEFStVquRhJ2O7TwQOHjxo/mbS9wLBwcG2YZ577jkTVtTfLyrN22ajIwIIIIAAAggggAACCCCAAAIIIIAAAggggICHChBQdHjhCCg6BGQ4AggggAACCCCAAAIIIIAAAggggECMCjx8+NAEEvURGBgoZ86cCXd9DdbUq1fPhBKLFi0ao3v19MWWLFkiAwcOlJMnT4Y6ir+/v7Rv394EllKkSOHpR2X/CPiEwO3bt001RX1YtcyZM4v+bh84cMDy5+XLlzdBxYoVK/qEF4cMW2DEiBEycuRI20Qa0tbn379b7ty5ZdKkSVKwYEHb89ARAQSiT2D27NkmqLh3717LRZo2bSpdunSR7NmzR98mmDnaBbRi8urVq01YUSss2m0aKNewYv369aVs2bJ2h9EPAQQQQAABBBBAAAEEEEAAAQQQQAABBBBAAAGPESCg6PBSEVB0CMhwBBBAAAEEEEAAAQQQQAABBBBAAIEYEdDKXhpKDAoKkm3btkW4plb60FBi7dq1I+xLh6cFNPT5xRdfyKJFiyxptFqiVk3U6ok0BBDwPAGtnjR+/PgwgwkaGLt48aJoiMGqtW7d2gQVNdBI8y2BLVu2yPDhw2X9+vWhDp4gQQK5d+9eqP9fKw4+W+G4cuXKMnnyZEmaNKlvAXJaBNxcQO/9U6ZMkWnTpsnNmzdD7VZ/Z7Waor4G0DxfQCulr1271oQV9XH9+nXbh9K/B9544w2pUKGCJEuWzPY4OiKAAAIIIIAAAggggAACCCCAAAIIIIAAAggg4K4CBBQdXhkCig4BGY4AAggggAACCCCAAAIIIIAAAgggEG0C58+fl5UrV5pgYkBAgGj1xPBasWLFpEGDBtKwYUNJnz59tO3LmyeePn26DB48WG7cuBHqmFmzZpV27dqZqok0BBBwrYBWLdQQV/78+V07cTizzZkzRyZMmCCHDh2y7KVVZ3fu3Gn5syxZspiASqtWrWJsvywUuwJjx4414cT79+/b2ohWMD537lyovvqcGTRokK056IQAArEjoEF2raao1bStWpEiRaR79+5SvXr12Nkgq0aLgIbQtaqihhWPHTtme40XX3zRhBWrVKki+v6AhgACCCCAAAIIIIAAAggggAACCCCAAAIIIICAJwoQUHR41QgoOgRkOAIIIIAAAggggAACCCCAAAIIIICASwU0oKOBRH0EBgbKqVOnwp1fg4j16tUzocQSJUq4dC++NNnu3btN1UStomLV3nrrLVM1USur0RBAwLUCGk5s3769PHr0SL7++mspVKiQaxcIZ7bLly+bkKJWVLRqWiUxRYoUsm/fPsufV6pUyQQVy5UrF2N7ZqGYFdCQqgYT9QsDnm3x48e3DCzmzp3bMvjav39/81ynIYCAZwgsWLDAVFP8448/LDes77+7du0qefPm9YwDsUvbAvv37zf3fQ0rbt++3fa4nDlzSuPGjU14lb8bbLPREQEEEEAAAQQQQAABBBBAAAEEEEAAAQQQQMANBAgoOrwIBBQdAjIcAQQQQAABBBBAAAEEEEAAAQQQQMAlAnv27DGhxKCgINGqLRG1GjVqmFCihhNpzgRGjBghI0eOtJxEK+RoMFGrotAQQMD1Ak/Cifqvtly5csnEiROlcOHCrl8snBn1vqshRa2cZNU0ZKBhRquKeNpf7xMaVMyQIUOM7pvFoldg8uTJJpx48+ZNWwvlyJFDNLR48ODBp/onTZrUPL+otmaLkU4IuJWAVtWeMmWKqaiorwPPtrhx40q3bt2kU6dOkiBBArfaO5txjcDZs2dl9erVJqyof6vZbf7+/iasWKdOHSlTpozdYfRDAAEEEEAAAQQQQAABBBBAAAEEEEAAAQQQQCBWBAgoOmQnoOgQkOEIIIAAAggggAACCCCAAAIIIIAAAlEW+Pvvv01lDg0mBgQEWFZh+vfkGparX7++vP7665IxY8Yor8vA/xNYs2aNqZqo4VCr1qFDBxM60gpqNAQQcL3As+HEJytoyEsrKRYrVsz1i0Yw45w5c0xFxUOHDln2LFq0qGhFPauWLVs2E1Js3rx5jO+bBV0roM/NYcOGmTDKs03DSA8fPgz1/7/66quiFbc0yPLvppXVJk2aJPnz53ftJpkNAQRiVECrbU+dOlV++OEHy3X1d7179+7mvTrNewX++ecfU3F92bJl5jXCboBdRZ5Uva9QoYIkSZLEe5E4GQIIIIAAAggggAACCCCAAAIIIIAAAggggIBHChBQdHjZCCg6BGQ4AggggAACCCCAAAIIIIAAAggggECkBVatWmVCiYGBgXLixIlwx6dLl85U3dBQYqlSpSK9FgNCC9y6dcsEE7/99ltLnvLly5tgYrVq1eBDAIFoFtAgYLt27WTfvn1PrZQ1a1YTUixZsmQ07yD09FohS0OKWvHOqmXJkkWSJ08eas9P+lapUsUEFamWFOOXziULzpgxw4QTL126ZGu+559/3jxPrUJLVatWFa3CmDhxYltz0QkBBNxfYOnSpaaa4u+//2652Zo1a0rXrl1Fv1iE5v0CmzZtMn/TaVgxor/r/q3xyiuvmArtlSpVkkyZMnk/FCdEAAEEEEAAAQQQQAABBBBAAAEEEEAAAQQQcHsBAooOLxEBRYeADEcAAQQQQAABBBBAAAEEEEAAAQQQsCWwd+9eE0oMCgoK8wPN/55Iw3EaSmzQoIGt+elkT2DhwoUyePBgOXXqVKgBKVOmlCdVE6lqYs+TXgi4QuDo0aMmpPhsNVOtXjpx4kR58cUXXbFMpOcIDg42IcXly5dbji1UqJBomPHZinlPOuv9RIOKadOmjfTaDIh5gWPHjsnw4cNFXyeebXHixJFHjx6F+v+bNWsmWlFx5syZoX7Wpk0bE4anIYCA9wncu3fPhI81qHju3DnLA3bq1En04e/v730AnMhSQP/e07/1NKwYVrVlq4FafVPDivr3H9V2eXIhgAACCCCAAAIIIIAAAggggAACCCCAAAIIxJYAAUWH8gQUHQIyHAEEEEAAAQQQQAABBBBAAAEEEEAgTAGtvrRy5UoTTAwICJC7d++Gq/XCCy9I/fr1pWHDhqIVumiuEzh58qQJivz000+Wk9atW9dUTYytIJTrTspMCHimgFYd0pDisx/oz5gxo6mk+PLLL8fawebMmWMqKmq1R6tWrFgx2bFjh+XPcuXKZUKKGmSjua/AvHnzTDjx9OnTtjapFT71NWPr1q2WrysDBgwwP6chgIB3C/z1118yZcoU+f777y0Pmi1bNunevbs0adLEuyE4XSgB/TKU1atXm7DiqlWrbAulTp3ahBVr1aolL730ku1xdEQAAQQQQAABBBBAAAEEEEAAAQQQQAABBBBAwKkAAUWHggQUHQIyHAEEEEAAAQQQQAABBBBAAAEEEEAglMCaNWtMKDEwMFC0IlN4LU2aNFKnTh0TSuRDqNHzZJo6daoMGTJEbt26FWqBnDlzmlBUy5Yto2dxZkUAAdsCGg7T38ft27c/NSZdunQmpFi2bFnbc7m6o1ZK1JCiVlS0ahoqT5EihWj1JKv22muvmaBi6dKlXb015nMgoNUvNZioIdRnm5+fnzx+/DjU/9+4cWOpUaOGeU5qQPHfTSuljRs3TvR60xBAwHcEtNLutGnTZO3atZaHrly5snTt2pUvwvCdp8RTJ71x44Z5bixbtswEFm/fvm1b4vXXXzdfYFOhQgVJlCiR7XF0RAABBBBAAAEEEEAAAQQQQAABBBBAAAEEEEAgsgIEFCMr9kx/AooOARmOAAIIIIAAAggggAACCCCAAAIIIGAE9u/fb0KJQUFBsmnTpghVqlSpYkKJ+qFTDUHQXC+gFc20auKGDRssJ3/33XdNhas8efK4fnFmRACBKAloYExDis8Gv7SikAbC9AP6sdmCg4NNSFHDKFatUKFCcuXKFTlz5ozlzzt06CD6yJAhQ2weg7VFZPHixSaceOTIEVseWs2zR48eoiHETz/9VM6dO/fUuAIFCpjnaL58+WzNRycEEPA+gcmTJ5ug4vHjxy0Pp+87O3XqJBq8p/muwPr1680X2WhY0W7lXtWqWLGiqa5Yvnx53kf47tOHkyOAAAIIIIAAAggggAACCCCAAAIIIIAAAtEmQEDRIS0BRYeADEcAAQQQQAABBBBAAAEEEEAAAQR8WEBDKBpKXLlypQQEBERYDaMatAPoAAAgAElEQVRgwYJSr149E0rMmjWrD8tF/9GHDh0qo0ePtlyoRIkSJpjYoEGD6N8IKyCAQKQFLly4YEKKv//++1NjtULhxIkTpVKlSpGe09UDtOKeVlQ8dOiQ5dTFixeXP/74w/Jnzz33nAkptmnTxtXbYj4bAvraPWzYMPn2229D9Q6raqJWr9Jwon4JQf/+/UON04qJGkxKmDChjR3QBQEEvFlAw4lTpkyRb775xvKYGlDv1q2btGjRwpsZOJtNgd27d5u/JTWsqP9tt+kXImhYUatz5s2b1+4w+iGAAAIIIIAAAggggAACCCCAAAIIIIAAAgggEKYAAUWHTw4Cig4BGY4AAggggAACCCCAAAIIIIAAAgj4oMC6detMMFErX0RUeSlVqlRSu3ZtE0osU6aMD2rF7JH1ugwcOFD27t0bauG4ceNKx44dTTgxffr0MbsxVkMAgUgJXLp0yYQUN27c+NQ4rV6nVeq0Cm1st8uXL5uQolZUtGpZsmQRfQ3Ys2eP5c/1NUGDihpuo8WMgH6ZgIYT9+3bZ2tBrdypwcTmzZubYKKGjp5t+poyYMAAW/PRCQEEfEdg9erVJqSowWar9sorr0jXrl1NNTwaAiqg4dY1a9aYsKL+a7dp6FXDijVq1JBSpUrZHUY/BBBAAAEEEEAAAQQQQAABBBBAAAEEEEAAAQSeEiCg6PAJQUDRISDDEUAAAQQQQAABBBBAAAEEEEAAAR8R+Ouvv0woUT9kvGHDhghP/eqrr0rDhg3NI168eBH2p4MzgevXr8sXX3whM2fOtJxIq4toiMQdKq85OymjEfAdgatXr5qQoobC/92SJEliQoruEuwLDg42IcXly5dbXpwXXnhBrl27JidPnrT8eePGjU1QUavs0qJH4Ny5c/LVV19ZVk0Ma8VatWqZcGKyZMlMOPGXX34J1VVfd6iEGT3XjFkR8BaB7777zgQVDx48aHmkd999Vzp37ixaXZeGwBMBfQ+0du1a0WC9vv7cu3fPFo5+IYuGFevWrWvCrwkSJLA1jk4IIIAAAggggAACCCCAAAIIIIAAAggggAACCBBQdPgcIKDoEJDhCCCAAAIIIIAAAggggAACCCCAgBcLaKBEQ4krV640Hw69detWuKfNnz+/+TCoVkvMkSOHF8u419Hmz58vQ4YMkTNnzoTaWNq0aU3wR8OJfEDXva4bu0HAjsDNmzelbdu2oSoJJUyYUCZOnGiqBblLmzNnjqmoeOjQIcstFS9e3FTuu3PnTqifa+hS71X60CqRNNcJzJs3T0aPHi3Hjh2zNan6f/TRRyYcu2XLFunXr5/s2LHjqbEpU6aUsWPHStWqVW3NSScEEPBtAQ1JT548WaZNmyZ3794NhZEiRQrp1q2btG/f3rehOL2lwOPHj01YMTAw0FRX1OeT3aYVp/Vv0woVKoj+XURDAAEEEEAAAQQQQAABBBBAAAEEEEAAAQQQQCAsAQKKDp8bBBQdAjIcAQQQQAABBBBAAAEEEEAAAQQQ8EIBrZCowUT9EGhYQZMnx9YPFGuVJf3gZ7ly5bxQw32PpGETrV5lVdVKd63VKzWYqKEgGgIIeK6Ahjlat25t7sv/bvHjxzeVFGvXru02h7t8+bIJKWpFRauWOnVqyZIli+zevdvy5/ny5TMBlaZNm7rNmTx1IwcOHDDBxMWLF9s+ggYOtWpikSJFzLi+ffvKxYsXnxpfqFAh87zLkyeP7XnpiAACCKjApk2bZOrUqSZkZtVKlChhgoqEn3m+hCegoXn9Ah19Hu3du9c2VtGiRUWrNmtF+eeff972ODoigAACCCCAAAIIIIAAAggggAACCCCAAAII+IYAAUWH15mAokNAhiOAAAIIIIAAAggggAACCCCAAAJeIqBBRA2/BAUFybp16yI8VcWKFaVBgwYmmEhlvgi5XN5h0qRJMnToULl9+3aouTU0opWv3nnnHZevy4QIIBA7Ao8ePZKWLVvKihUrntpAnDhxTFisXr16sbOxMFYNDg42IcXly5db9siWLZtowPLw4cOWP9eKR1pNkeB71C6rvkZ89dVXcuXKFVsTaEVODSa+//77pr+GTD///PNQY6tXr26qoPG6b4uVTgggEIaAVtzVaop79uyx7KEhss6dO0vu3LkxRCBcgSNHjpgq0xpWXL9+vW0t/bIEfZ5Vq1ZNNBhLQwABBBBAAAEEEEAAAQQQQAABBBBAAAEEEECAgKLD5wABRYeADEcAAQQQQAABBBBAAAEEEEAAAQQ8WODGjRsmlKgVKAICAkT/d3gtb968UrduXRNKzJUrlwef3HO3vm3bNhk4cKCpQGPVWrVqZaom5syZ03MPGcM71+DXyZMnRSuH6mPfvn2yc+dO0UpwT5pWocyePbu8+OKLUqpUKfNvqlSpYninLIeAiP6O6/362aYhRQ2Nu1vTEIoG2vbv32+5NQ1Ua4ju2Sp9Tzq3aNHCBBVz5Mjhbkdzy/1s2bLFVE1ctWqV7f3pFw5oOLFkyZLy4MED6d+/v3zzzTehxmtlS/0ZDQEEEHCFgN77NUytQUWrv0E0OK3VFD/44AOJGzeuK5ZkDi8XuHTpkqxdu9a8T9LAor6m2Wn6XNOwYq1ataRChQo83+yg0QcBBBBAAAEEEEAAAQQQQAABBBBAAAEEEPBCAQKKDi8qAUWHgAxHAAEEEEAAAQQQQAABBBBAAAEEPFBg8+bNJpQYGBgof/31V7gn8Pf3Nx/WbNiwoWiIgRZ7AoMGDZKxY8dabqB06dImmFinTp3Y26CHrXzr1i1ZsmSJTJw40VbV0GePp9Zdu3Y1vxfx4sXzsNOzXU8WaNOmjfng/bNt3Lhx0qhRI7c72j///CNTp06VKVOmhBlEzJcvnxw4cMBy72nTpjUhRX0QUrG+vPfu3TPBRH08fvzY1nPAz8/PBBM1AKTt+PHj8tlnn8myZctCjdfXHw3H+nLTipKffvrpUwQDBgyQvn37upRFg/LPVg7VypWzZs2SNGnSuHQtJkPAHQS2b99uXiMWLVpkuZ2CBQua+xTvcd3hannOHjScqGFFrTyt75kuXLhge/M1atSQ+vXrm7Bi6tSpbY+jIwIIIIAAAggggAACCCCAAAIIIIAAAggggIBnCxBQdHj9CCg6BGQ4AggggAACCCCAAAIIIIAAAggg4CECR44cMdUSg4KCZM2aNRHuunz58uaDmVotMXHixBH2p0P0CegHawcPHmwq+z3bEiRIIO+9954JJ/IBWnvXQCsm6u/CJ598IsHBwfYGhdNLPzCvoR6tsqiBH19sf//9t8yePVuaN29OZckYegK0a9dOli5dGmq1r776St58880Y2kXkljlx4oQJKWoQxarp/Sxr1qxy+PBhy5/r75hW8dPXJtr/BPTLBvS6a8jHbtPXeA38lClTxgzRqrz9+vWT3bt3PzWFvq5oML5y5cp2p/bafgQUvfbScjA3EVi4cKGp3hrWvUyruHfp0kUKFSrkJjtmG54koFXo9f2/hhXDqupsdR6tnP7GG2+YsCIV6j3pirNXBBBAAAEEEEAAAQQQQAABBBBAAAEEEEAg8gIEFCNv9tQIAooOARmOAAIIIIAAAggggAACCCCAAAIIuLGAVojTD2LqQysiXbt2Ldzd5s6d21Qn0VBinjx53PhkvrG1K1euyBdffGGCX1bttddeM8HEZyst+YZO1E6p1VS+/PJL0aDJjRs3ojaJxagnIZ633npL4sSJ47J53X2iu3fvyo8//ihaRSxHjhxU+IrhC9axY0dZvHhxqFVHjRolTZs2jeHd2F9OwycaVLTau86iFRM1rHjmzBnLSTWkotUUS5QoYX9RL+yp1aA0mDht2jTbp1PbTp06iQZcnzT9HdYqgPqa8+9WpEgRmTBhgjz//PO25/fmjgQUvfnqcjZ3EdCKu5MmTTJBxUuXLlluS8PV77//viRNmtRdts0+PEzg0KFDsnr1ahNW1IC+3abvdRs3bmxC+8WKFbM7jH4IIIAAAggggAACCCCAAAIIIIAAAggggAACHiJAQNHhhSKg6BCQ4QgggAACCCCAAAIIIIAAAggggIAbCmzZskVWrlwpWlUpogoR+uHemjVrmlDiq6++6oan8c0tzZ07V4YOHSrnzp0LBZAhQwbRYJKGE30pDOf0maDhxJEjR0qvXr3CnCp79uymMo9WavP39w/pp79H+ti8eXOYY7X/xIkTTTDM2yspPn78WP744w9Tce3nn382JtWrVyeg6PRJGoXxH3zwgQmJPttGjBghb7/9dhRmjLkh+hqlQcX169dbLpolSxYTrL9582aon+u9T6spalAxffr0MbdpN1lp/vz5Mnr0aNHqyHabBqg1nJgrV66QIVodcdCgQaGm0PcFkydPlnjx4tmd3uv7EVD0+kvMAd1I4M8//zSvD/PmzbPcld7HunfvLo0aNXKjXbMVTxTQsP/atWslICDABBb1Pa6dlixZMhNW1Pe/Wl3R29/72zGhDwIIIIAAAggggAACCCCAAAIIIIAAAggg4OkCBBQdXkECig4BGY4AAggggAACCCCAAAIIIIAAAgi4icCxY8dMpcSgoCBZtWpVhLsqW7as1K9fXxo2bCj6AUuaewgcPnzYVE3UD8laNf0grAYTCxcu7B4b9qBdbNiwwQS2jh8//tSutfphly5dpHnz5qIBxfA+YKxVSfVDzFq1bPny5aFOr+MXLFggpUqV8iCZyG/19u3bohWMtMrRk0ZAMfKOrhrRuXNn0cDas01Dzvq8dvemVWI1iBJWoD5btmxy4sQJy2PozzSk2KpVK3c/pkv2d/DgQRNMXLhwoe35tMqTBllr164dMkarn/bv31++/fbbUPOop4aPaU8LEFDkGYFAzAv88ssvMnXq1DC/IEKrietrYMmSJWN+c6zodQL62qjv81esWGHCimFV8bQ6uFZ3rlOnjgkrpkyZ0utsOBACCCCAAAIIIIAAAggggAACCCCAAAIIIOALAgQUHV5lAooOARmOAAIIIIAAAggggAACCCCAAAIIxKKAhoQ0lKiPZcuWyZUrV8LdjVYb0Q9Oaigxf/78sbhzlrYSmDBhggwfPlzu3LkT6sd6vTQ00qRJE/CiIHD9+nVTOWzGjBlPjdagrobstGpiZJp+gFmri/Xp00du3Ljx1NCWLVvKuHHjRKuTemsjoOh+V1YDo1p59dmm1fE8Ibz3zz//mBCKBhUvXrxoCawVFU+fPm35M/1d1oqK1apVc7+L46IdqY2Go+0GJhImTGiCiXrv0/9+0o4ePWoCiBrAeLYNGTJEWrRo4aIde9c0BBS963pyGs8RePjwoalQPW3aNDlz5ozlxrWyuN7v9EsnaAi4SmDLli3m72wNK+oXBNhtZcqUMX9va1hRv7yEhgACCCCAAAIIIIAAAggggAACCCCAAAIIIOAZAgQUHV4nAooOARmOAAIIIIAAAggggAACCCCAAAIIxILA1q1bZeXKlRIYGCh79+4NdweJEyeWmjVrmg9JVq1aNRZ2y5IRCeiHXzVE9Pvvv1t21YqJ+siaNWtEU/HzMAS0eqL+Hvw7TPjSSy/J9OnTpUCBAlFye/DggYwcOVJ69er11Hh/f39ZtGiRVKlSJUrzesIgAorueZU++ugjmTVrVqjNaVXWNm3auOemn9mVVkrUIJ6GFa1akiRJJFGiRHL58mXLn2uIW8Pc3hTC19d8rZqor/t2m1ZL1LCOVk/8d9N7Yd++fWXfvn1P/f9p06aVsWPHSqVKlewu4XP9CCj63CXnwG4mcOjQIfP68OyXTTzZZubMmaV79+6mWjYNAVcLHDhwQNasWWPCimH9zWa1Zp48ef4fe3cCblPZx///FhKKJEJmJXMZE/UgU48xQyFplMyk8hBpjpChwZwGlSkV0mMMzzFFIkSKKKKoVEpR6ff/3L/f3v999l5773XO2vucfc55f69rXz2Pc6+17vXaa6+9zrnWZ31Nx44d7fdrtWrVYj0t1ocAAggggAACCCCAAAIIIIAAAggggAACCCAQQwECih4xCSh6BGRxBBBAAAEEEEAAAQQQQAABBBBAII0EDh06ZMMJK1eudBVSUOeGNm3amPbt25t8+fKl0SzZTEoE/vnnH6PgkDonOpXewx49epgbbrghJatlrIPAyJEjzUMPPZTsJwoXqutctmzZUm0WrjOjAkDqUJY9e/ZUrzuRFySgmLjvzn/+8x/H8MZjjz1mzycZpT7++GMbRHn33Xcdp1ywYEGjz9+ff/4Z8vPzzz/fdlNUKLNAgQIZZZdD5qkQtIKJeqmDmJtSp2R1TOzcuXPI8Hnz5tlwotwCSyFGfQ+VKVPGzSay7BgCiln2rWfHE0xAvwspxK6wmFOpa92AAQNMvXr1EmzmTCezCBw9etQkJSWZpUuXmv/+97+ud0vXJAorqtvzdddd53o5BiKAAAIIIIAAAggggAACCCCAAAIIIIAAAgikjQABRY/OBBQ9ArI4AggggAACCCCAAAIIIIAAAgggEEeB06dPmw8++MC+1K0hXMco3xRKly5t1DVJocRKlSrFcWas2quAbmgdNWqUUTeO4FKHsD59+tiuierGR3kTcArTFS1a1CxevNjUrFnT28qNMW+//bbp0KFDsvXoczhr1qwMHY6KBENA0fNhE9cVDB061Lzyyish2xgxYoTp1atXXLcd65WrU7CCiuvWrXNcdeHChc2xY8ccf6bvxLvuusu+MlpYWAEcBRO3bt3qmlQBVIUT1Q0xuLSuZ555JuTfda6aNm2aOeecc1xvJ6sOJKCYVd959jtRBRRSfOmll8zBgwcdp3jnnXfaTrLqrEghEC+BU6dOmf/973/2IUL6ff3EiROuN9WuXTv7u7vCijxQyDUbAxFAAAEEEEAAAQQQQAABBBBAAAEEEEAAgbgJEFD0SEtA0SMgiyOAAAIIIIAAAggggAACCCCAAAJxEFDnKIUSly1bZnbt2hVxC7ly5TL//ve/jW5wbNasWRxmwypjKfD999/brolz5851XG2LFi1sMLFu3bqx3GyWXtcPP/xgunbtaj9Pvrryyivte3DFFVd4tvnqq6/MLbfcYjZs2OBfl4KPc+bMMZdddpnn9SfiCggoJuK7knxOw4cPt8GN4Bo2bJgNbGS0evPNN21Q8bPPPnOcujoq6rPuVNWqVbMhxU6dOiX8bh85csS8+OKLZubMma7nqmCDgolO3ZgUnHj00UdtYDq4evfubTsqUu4ECCi6c2IUAmkpcPjwYTN16lT7fafO5MGl7wZ1y1ZHXQqBtBDYuHGj/+FCX375petN6jv8xhtvtN/lJUqUcL0cAxFAAAEEEEAAAQQQQAABBBBAAAEEEEAAAQRiJ0BA0aMlAUWPgCyOAAIIIIAAAggggAACCCCAAAIIxEjgm2++MatWrbLdF1asWBF1rVdffbVp06aNDSYWKFAg6ngGpL/AG2+8YUaPHu3Y7evSSy+1nc24gTr275M6mXTr1s0sWbLEv/LLL7/cvPXWW0bBJa/1888/m+7du5v9+/ebQoUKmZw5c9qAqf6tSJEiXlefkMsTUEzItyVkUo888ojtjhdc6rDYv3//jLETAbNU2E4dsxRUVNg7uNQFUB1of/31V8d9u/baa21QUaH+RKyXX37ZhhN1PeCm1ClRwUR1TnSqffv2GR0DeuBBcKmb4m233eZmM4z5fwIEFDkUEEhcgaSkJPvdEO53qDp16pgBAwaY66+/PnF3gpllOoHdu3ebtWvX2s6KH330kev9q1SpkunYsaP517/+ZSpXrux6OQYigAACCCCAAAIIIIAAAggggAACCCCAAAIIeBMgoOjNT0+TDH2cpMd1sjgCCCCAAAIIIIAAAggggAACCCCAgDuBP//80wYH9NKNi06Bi8A1lSxZ0rRs2dKGEqtWrepuI4xKd4HPP//cPPXUU2b58uWOc1H3PXVNrFChQrrPNTNOwClMp/1UcEshwmzZssV1t3WzfHB30zvuuMO88MILJm/evKnatlPXRgXOFIBVV9XA+uWXX4xu3NcN0ps2bTLbt283J0+etENKlSplb3yuXbu2adiwof1vuDkpYHvrrbemaL7Nmzc3Wk4djMLVsWPH7DlQc1T3WM3RV9WrVzfqdqn1KFRQuHBhV9t36pr5+uuv206avvrrr7/Mhx9+aObNm2c2b97s3+5FF11k6tWrZxo3bmw72cgo3DGiP6/r871w4UL7+dZ6ZHvBBRcYhSEaNGhgz9e60VzhufSoxx9/3EyePDlk04MHD7ZdpTJiff311zaIorCiU+kYPnPmjNF3rFOpU63C4HqfE6F07E+aNMmsWbPG9XQ6d+5sw4lly5Z1XOZ///uf7Y6o4zOwLrnkEjNx4kR7bFIpE8goAcVYnfPd6ug7VudSHb86f2/ZssX8+OOP/u8YncMbNWpkz+PqWuz2XOh0Hl+3bp2pX7++XbfOA6+99pp5++23zbZt24zv3K3Pd6tWrUzx4sXj/v3u1ohxaSegY0IdaPfu3eu40S5duthzZ5kyZdJuUmwJAWOMun3q+37p0qVhfyd0gtK1r8KKui5NlOsW3lAEEEAAAQQQQAABBBBAAAEEEEAAAQQQQCCzChBQ9PjOElD0CMjiCCCAAAIIIIAAAggggAACCCCAQCoEFBBSIEc3KO7cuTPiGtSNTd2eFJRJ1K5PqSDIMos899xz5tlnn7VhmeCqUqWK6dmzp+nQoUOW8UivHR0/frwZNGhQss2rC6k6llWsWDGu0zp69KjtVKbuqL7y2sFRgYzg42bBggWmffv2/m0cP37cTJgwwUyZMsUfFom2owp46JgcOHCg7QYZWLEOKB48eNAoPKdOlr7AZKT5KfSnG7RHjBhhSpcuHXFXIgUUFSpcvXq1GTJkiA3SRNumggwaq+0Hluav7nQKQ0Qrvf9PPvmkKVGiRLShcfm5tq3OfMF1//33mwceeCAu20yLlSrQqqDiu+++67g5dVNU18VwpaCKOirqXJwe9e2339r3JVzQ0mlOV111lenbt699WEG4mjNnjhk2bFjIvteoUcMGIRW6pVIukOgBxVif86MJ/fbbbzbor8CrQvNu6rrrrrPncAXOowUVwwUUFdBZtmyZ/Z4KF0LT+VrnvYzYKdaNI2MiC+izoGsfBRX/+OOPkMEKsSug37t3b0KsHEzpIqDrXj1IQL8b6CFFCpa7KZ03dS18ww032O6KqX3QiZttMQYBBBBAAAEEEEAAAQQQQAABBBBAAAEEEMiKAgQUPb7rBBQ9ArI4AggggAACCCCAAAIIIIAAAggg4FJAIaVVq1YZdVML10kvcFXqZNa6dWsbOIrUfczl5hmWxgIbN240I0eODBuA6tWrl+2aWLRo0TSeWdbcnDrbKeSrz2FgqbPTmDFjbFeSaGGJ1MopEKeApMJggaXgqm6QT2kHR6eOkE2aNLFBOR1P2p66JSpoGC68EW1f1OVK4UZ1vPLNL1YBxdOnT9tAlkIqvi5b0eYT+HOFKBVsVPfL4G6RvnHhAoq6qVthGgVX3IQifevr1q2bDRortJla37QKxIaz1PlIgeng0jGobooZufSdqqCiuqs5Ve7cuY0+N06lhwAopKiXuhSnVb366qs2nHjo0CFXm9SxrmCiArPhjnutSMfp2LFjQ9bZpk0bM3XqVFfbYpCzQKIGFFN7TgrcS6dzfrjjQNvTNY4CgtFC3uHWoc+bOksXKVIk7OEWLqCo7re33357xFCkvgsVXFYnWyrrCujaT98N7733niNCtWrV7HHMA2Cy7jGSKHuu6xc9PENhRT0Aw20p7K2/FyisWKxYMbeLMQ4BBBBAAAEEEEAAAQQQQAABBBBAAAEEEEAgjAABRY+HBgFFj4AsjgACCCCAAAIIIIAAAggggAACCEQQOHv2rA0lqluibjg8duxYRK/ixYubFi1a2FCiglNUxhPQjfMKP4ULgqh7UI8ePYwCZVTaCSgUp45iCu84ld4XBUabNm1qLrnkkhSHBqPtydatW+0NxIEByXbt2pmXXnrJFChQINriyX7+6aefmptuusns2bPH/+8PP/yw7eaXPXt2G06MFt5ws0F1WVOIqkGDBnb4woULbfc1lc5tX3zxRbKAiIKDOm8p8OUrBb5Gjx7t30d13NL7oJCg13rooYeMXk7dY5yCLa+88opRxzp1Q0xNKZykZdevX59qX73nOjcEd6dMzXxSs4zeC4Vlg0tdxoYOHZqaVSbUMm+++abR+xyuM7GCfToXOJUeBOALKl544YVx2y8dP/oc6brAbalbosKJ6p4YrhS4ffTRR40MgkvL6nNHeRNI1IBivM75TloKJ86dO9f06dMnVQHzwHU2a9bMvPDCC0YdhZ3K6Tw+efJk+xn/8MMPI76ZOqfpfBcpzOvtaGDpjCSgY1bXW+G+G/TdrPB3vDtqZyQz5pp+AjpO1V1RfztQp2i3pcCt/oagsCLHsls1xiGAAAIIIIAAAggggAACCCCAAAIIIIAAAskFCCh6PCIIKHoEZHEEEEAAAQQQQAABBBBAAAEEEEDAQWDHjh02fLB06VLzySefRDRSoEidO9TdTSEEKuMKLFmyxDzzzDM2uBVc+fLlszf0KwSnbl5U2gso0HfnnXdGDTao050+i+pKUqVKFZM/f37Pk1UwTyEhBSt8dcEFF5j//ve/pn79+ilavwJu6o7oq8BOUcePHzf33nuveeedd5KtU2HDW2+91TRq1MioU5bvGPzll19s17l58+Y5dhgK7MwYuEKnLo7qtqgui+E6vmoZhXeffvrpkP2VRatWrUznzp1NjRo17PwUgvz888+t0euvv+7YLWvUqFG2M2WOHDmSrdMp2FK3bl2jcKevc6ICleqMqLBn+fLlbQdNda3R51gByuDujrrZWyFQBfx84Rito0uXLkbd6RTO1DwURNe5X++TUwfLBQsW2BvI06vCddjT+Wn48OHpNa2YbcCZvusAACAASURBVPfvv/+23UQVrg3XQfTcc881Z86ccdxmmTJlzN13323DiintbhppJ3RcqGPitGnTXO+rjkt129XnIlJpP3VsKqgWXOoQq88+5V0gEQOKaXXO9+mpK6E6zn311VchoAr663zYsGFDU7hwYftzHfdr1qwxs2fPNklJSSHLtG3b1p4r9WCA4HI6j+v7zhf01/l3wIAB9nyqf9e21E1Vn31fZ2Tv7zpryCwCut6ZMmWKDSrqfweXfh9TR2F9F5533nmZZbfZjwwuoHOtzp26rtRDj9yWuinq+lbnY13/UggggAACCCCAAAIIIIAAAggggAACCCCAAALuBAgounMKO4qAokdAFkcAAQQQQAABBBBAAAEEEEAAAQT+n8B3331nQ4m6OVo3EUarmjVr2kCObqz23cgdbRl+npgCeu+feuopM3/+fMcJKrykYGKtWrUScwey0Kw2btxoAz/RgsOBJAr0NW7c2CiAV6dOnVR3WFR4LzgoFNj50M3b8PPPP5vu3bubt956yz9cITsFnxTye/vtt02HDh2SrUo/VyepIkWKhN2EwoAKzj344IMhwROnQF1KA4rquqWAioKVvoCgbzIKtCi0WLp06bDzU8Bz3LhxNnQSuLz2edasWUYhl8ByCrYE/jzaNnft2mWdI3XpUselsWPHmrJlyzrOWzeVK+igwGNg3XHHHbZrmFPnRzfHQCzGKGSpYyK49NkYMWJELDaR7uv4448/bFBJYcUvv/zScT4KlKrrrVOpW6FCirrB32vpGNVn1CnU5bTu888/3waN9dIxHqlWr15tdB7Zv39/smEKbCloq9AYFRuBRAwoptU5X4LhQv4KZ/sCgQp6O5W+YxQ2V6A8ODisf9M1VHC3w0jncT1IYMaMGfYhAsGlkLJKgTMKgWABXf8pKK7PjlMpGK4Qrr7jKQQSSeCnn36ynRVXrlxpuyvq2thN6aEMupZRl3h1V+RBOW7UGIMAAggggAACCCCAAAIIIIAAAggggAACWVWAgKLHd56AokdAFkcAAQQQQAABBBBAAAEEEEAAgSwvoG4GeunG62+//Taih7oZqFuiQonqEkZlfAGFXxRSUhej4FLXOgV+br/99oy/o5loDxRWeuCBB0K6DLrdRQUWdaNv69atjUJMuvHXTR04cMB2lwoMvYXrUBhufZs3b7bdVn0dpDROIQ11fFNHuCFDhtgOf75SiEPBQHWFi1bhQoQKSWmdgTc0pzSgqM6ECmeuX78+2TQeffRRM3jwYFc3Syvg8uabb5revXsnCyk6GUYKtmh5hfOiBQSdAqW+yUfq+hW4g+qmq+53Cvb4ql69enY/dH5Iz3ruuefMyJEjQ6bQo0cP89hjj6Xn1GK6bQVafUHFQ4cOOa5boSodX06lm/kVVFRAOaW1adMmG0xUmMBt6Ryhz5zOM9FKx+iwYcPM6dOnkw2tXbu2DcGWLFky2ir4eQoEEi2gmJbnfB1jOtbUgTWw1G1Yx7jb85lT+FshXHX91YMAAivceVzhW3XVVZdjCoHUCqgbqK6ftm7d6rgK/b7Wv39/e51HIZBoArpmV1hRDylQWDHc9Y3TvHU906JFCxtWjPTwkkTbZ+aDAAIIIIAAAggggAACCCCAAAIIIIAAAgikhQABRY/KBBQ9ArI4AggggAACCCCAAAIIIIAAAghkSQHdYK1uieqUuG3btogG2bJls6FEBVrUSY/KHAIKHKnrW7jgyW233Wa7Jl522WWZY4cz2V4obKHuOQpo7dy5M9V7p1CGAl16rwsVKhRxPerqpE5nwaEwdV1VV5NopZuR1WVK6/BVYADRqbuiU7gw0nZOnDhhw44Ki/jKKVCXkoCi5q2Ao7pkBZbM9O/RgoKBy6jb3ahRo5IZ6Oe+kKZvbLhgizp9zZ0711X4S93ubrnlFrNhw4Zk865YsaKZM2eOqVatWrS3zJw6dcoMGDDAzs9XCtcsXrzYqItuepeCRU8++WTINHQMOP17es/Xy/Z1TChQrrCiut6mtNTxWEHFa665Juqi33//vQ1tTZkyJepY34AGDRrYc4nb0JU61qmraHApwDx58mTX22Wge4FECyim5TnfKRyv86kC8DonpqR0/azAemDQ3qmzbLjzeCJ0oU3J/jI2cQV0Lajz5cyZMx0fNKKZ9+vXzz4Y4cILL0zcHWFmWV5g+/btNrCosGJKusTrWlR/o1BY0c2DEbI8NAAIIIAAAggggAACCCCAAAIIIIAAAgggkOkFCCh6fIsJKHoEZHEEEEAAAQQQQAABBBBAAAEEEMgyAuqQp5uqFSZSt0SFbiJV9erVjQIN6pZId4LMdZgoVKVgiMJSwaUb9tU1UTd7UokvoPdQHQ0VstDrxx9/TNWkL7roIvP444+b7t27m1y5coVdh7qttmvXLlkHwPvuu8+G7qJ1YlSYQ8HXwFCsuvuoG6C26RTm0LZeeuklU6BAAVf7pfOagrfLli0z5cqVM5UrVzZVqlQx9evXN+py5auUBBQV1urWrZsNdPtKwc633nrL1KpVy9W8Agc5daLU+hUI880xXLBF4c5HHnnEZM+ePep2ncKFWijQPOpKjDFOoaZ169ZZ00QoheicOiYqBOTUYTER5uxlDup07OuomJrPe9euXW1QsVKlSo7TUFdDHYs6Tt2UQuwKEiuw5aZ++ukno86jCtoGl47NoUOHulkNY1IhkGgBxbQ65zuF48U3YcIEez7UgzhSUgqFqXOuurj66vLLL7ffCYHB73DncZ2z9JmhEIiVwGeffWamTp1qHz7gVOpGO3DgQNsFm0Ig0QV0/aGwoq7l1WHRbenavGPHjjasWKdOHbeLMQ4BBBBAAAEEEEAAAQQQQAABBBBAAAEEEMhUAgQUPb6dBBQ9ArI4AggggAACCCCAAAIIIIAAAghkegHd2KdQkUKJR44cibi/CiKqW6JCQbVr1870NlltBxUqeuaZZ8xHH33kuOvqsuKmk15Wc8so+3vmzBnbTVGfd3UgWbt2bYqnrqDcs88+G7abolOHwsAuiJE2uGLFCtOsWTP/EIXx1OmwcePG9t/++OMP26Vw0qRJyVajwOGgQYMiBidTuqMpCShu2rTJzvvkyZP+zXjpgOUm3BIu2OK2W6UmquNhyJAhtstjYCncpqCo21LooWfPnsmGJ1JAURObNm2aDW4Gl/ZT57zMWIcOHbJBRb1+/fXXFO2iAsEKKepVvHhxu6w6zCmYqGPMTeXJk8eGrPTKnz+/m0XM7t27zYgRI8z69etDxuu8o46fVPwEEi2gmFbnfH1v6bttyZIlflx1TZw/f74Nsaem1MG4Q4cOyRYNDh46ncf1vafPWN26dVOzWZZBIKKAftdTx+Pgzsm+hdThVtf6HH8cSBlFQOdRhRV9v9vo+t1Nqbv5TTfdZLs6K7AY6eErbtbHGAQQQAABBBBAAAEEEEAAAQQQQAABBBBAIKMIEFD0+E4RUPQIyOIIIIAAAggggAACCCCAAAIIIJApBRQCULdEdfzaunVr1H284YYbTJs2bWwwkcp8AgpEPfnkk/amZadq2LChDSA1aNAg8+18Ft4j3cSrc0FSUpLtQqJQUGDILhyNumcqlHbJJZeEDFEnKgXeFCQMrNdff92oM1u4cgrlNWnSxLz22mumaNGi/sXULVFdHIOrefPmpnfv3rZrn7o9prTjVfD6UhJQdAroee2A5bTOhQsX2vOwyinYUrVqVTNv3jxToUIF10d1LLofqqNecHe8RAsoCkTHzvDhw0NsdFyOHTvWtVlGG7h//377OVJQUZ+zlFShQoVMp06djLptzpw50/WiWkbBRIW83JY6p+r9+eqrr5Itcumll5qJEycmTEdOt/uTEcclWkDR97mN9zl/x44dtqvWF1984X/bgrvWpvT9dFpncDdhp/N4zZo1bZc7dR6lEIiXwOTJk+134jfffOO4CT2MpE+fPo7XefGaE+tFwKuAusYrrLhmzRr7IJZwx7fTdlq1amX0947rrrvOFC5c2OtUWB4BBBBAAAEEEEAAAQQQQAABBBBAAAEEEEhYAQKKHt8aAooeAVkcAQQQQAABBBBAAAEEEEAAAQQyjYBuhFYoUZ1Z1EHj77//jrhvV155pWnZsqVp3769UUCAypwCixYtMqNHjzYKsQRXgQIFTN++fW3XxJw5c2ZOAPbKL6BQnjosLl682HaO2rt3b1gdBRCfeuopx44jn376qe1KsmfPHv/y0ToKHjhwwHTp0sV8+OGH/mXUMU2BjsCw4cGDB20YzqnDmm/B6tWr23OXbjSuUqWK6+5tgTvrNqCo8+jDDz9sRo4cmcxKgbAWLVqk+uhSZ1sZBta4ceOsh8op2KIgscKCxYoVc73d4EDS5Zdfbt566y1TrVo11+vIKAFF7dArr7xihg4dGrJvnTt3Dukk6Roggwz87LPPbEhRx+bZs2fjMmvd2N+jRw+jcHFKSnMaNmyYUbggsNR99YUXXvB3cUzJOhmbcoFEDCimxTk/uHuv5PRQBnXzPPfcc1MO+f8t/+2339rPQmCnOoUg9SAIX0dRp/O4wvY6pxYsWDBV22UhBNwK6LpLD0PQ94JT6SEUAwcONLp+oxDIiAJ6CJMCiwor7tq1y/UuqINo69atbVhR18UUAggggAACCCCAAAIIIIAAAggggAACCCCQmQQIKHp8NwkoegRkcQQQQAABBBBAAAEEEEAAAQQQyPACujFPnYkUSjx8+HDE/VHHAIVqbrzxRqNgAJV5BY4cOWKefvpps2DBAsedVLdM3Vx/1VVXZV4E9iysgIJCa9euNWPGjLHdFYPrggsuMO+8845p3LhxyM9+++03G2xVGMxX6qSm0GPlypUdtxncGTFcUE4dGmfPnm3DI266PWpj6vyp85q6o5QvX97kyJEj6jvvNqDoNC7qylM54JFHHjF6KbAZq2BLcCBJwfS5c+eaK664wvUsM1JAUTs1a9YsM3jw4JD9u/nmm22nvsxeCiErkKL3LVZVtmxZ2zHxtttuS/EqR40a5ejeoUMHG06k0k4gEQOKaXHOdzqHxUNdwd0333zTqDOpyuk8HhxijMc8WCcCgQJ6eM306dNt1zmnqlevnunfvz9d1DlsMrTAvn37bFhRv9Pov25L3Wz1sCaFFWvVquV2McYhgAACCCCAAAIIIIAAAggggAACCCCAAAIJK0BA0eNbQ0DRIyCLI4AAAggggAACCCCAAAIIIIBAhhRQpyTdcLp06VKzZcuWqPugji3qFKBQ2jnnnBN1PAMytsDLL79s1J1ON8cHl4Imffr0MbfcckvG3klmHxMBBfB0rKjLZnAgUDes699z5coVsq23337bKGAUWFOmTLEhpuByCjRG6rio7m9z5swx/fr1Mz/++GOK9rNUqVKmTZs2plOnTjaEHS6s6Dag+PPPP5vu3bvbroPxLtmNHz/e5M6dm4CiR2wFkh544IGQtWSlUJw6C6lz4bx581Kted5559nPtF7quJuS0mdXgVunz86AAQPMkCFDUrI6xsZAQN3UFP4OrMcff9x2iY1lqQPutddem2yV6nqr8LDTcRTvc77Oq4MGDYrlLjquKzgA7hRQDDzPx31CbACBAIGZM2faDp/qrOhU3bp1s78f6DqKQiAjCxw7dswkJSXZBzipu+KZM2dc7c6FF15oFCJv1KiRDSzmzJnT1XIMQgABBBBAAAEEEEAAAQQQQAABBBBAAAEEEkmAgKLHd4OAokdAFkcAAQQQQAABBBBAAAEEEEAAgQwjcOLECRtKXL58ue2W+Oeff0ace9WqVY1uCFcosWTJkhlmP5lo6gV27dplRo4caY8Tp7rrrrvMPffcY0qXLp36jbBkphNQN0V1OQsOqairjrpBOd2s/tVXX9mQ64YNG/we4TpDKSilgPTRo0f9Y9XZUx1LItXBgwfNhAkTbKglpUFFrVc3F2u/rrnmGtuVMLDcBhSdAibxOgAIKMZWViHX++67L2Sl6iA8efLk2G4sgde2adMmM23aNHvdkNKqVKmS6dWrl71hPyWl7yKdT7TtwNIDEhSI7ty5c0pWx9gYCTh1Ehw6dKhRZ8Xs2bPHaCvGdmkNfo/dBPPidc536hwZs50NWBEBxXioss5YCqi7uh4mobDi33//HbLq/Pnzm4EDB4YEmWM5B9aFQFoKnD592nZUVAdRhRW//fZb15vX9WKzZs3s7xMXX3yx6+UYiAACCCCAAAIIIIAAAggggAACCCCAAAIIpKcAAUWP+gQUPQKyOAIIIIAAAggggAACCCCAAAIIJLzAunXrbAcAhQu+/vrriPPVzXMtWrQwbdu2NQoXUVlHYOzYsTbM5XTDcc2aNW3IRIFVKmMJKOCjwOnOnTttSE/BQIWunDoVetkzddTp0qWL+fDDD/2rueCCC2wgum7duiGr1nH22GOP2WCLr4oWLWreffddU6dOHf+//fPPP7Yr4P333+//N3U2nD17tilTpoyrKf/yyy/2xmJ1Bl21alVIp8dIK7nooovMiy++aDsqBoYUCShe4cpeg5xCTfpeql+/vut1pNfA+fPnG3UCDS4FZhXaywr10ksvmenTp9tzR2pL77W6nrZq1SrqKpYtW2aGDx9uDh8+nGysHpSg7ygFhqn0EXD6LLsJDqZ0tl63E+tzPgHFlL6DjM/sAnq4hL4Ddb52qho1atjvzubNm2d2CvYviwls3rzZBhb1d5Xdu3e73nt1Bdbv0f/6179M2bJlXS/HQAQQQAABBBBAAAEEEEAAAQQQQAABBBBAIK0FCCh6FCeg6BGQxRFAAAEEEEAAAQQQQAABBBBAICEFPv/8cxtKWrp0abLAULjJNm3a1AYH1JEsR44cCblPTCo+AmvXrjWjR482H3/8ccgGdCzoBuPu3bubAgUKxGcCrDWuAosWLbKB48BSQFGdAc8999yYbfuPP/6wIcJJkyYlW6eOL92M61Tr1683//73v5MFBhUEGTZsmD8M+P3335tu3brZc5mv1FntkUceSVXHrjNnzpjt27fbm+oVVtT8opU6QCowExiocxtQdBoX3CUr2vZT83Onzo0KCmg/ChYs6HqVwcGc1Mw9IwcUBfX222+bPn36hJjpRvMZM2a4tsxoA5csWWIDKLoZP1bVuHFjc/vttxtdcziVQsQPPfRQyI8USnzhhRdMsWLFYjUV1pMKgRUrVthuUIGl64OJEyeaPHnypGKNzosolD5o0KBkP0xtp8ZYnPOdzmGvv/666dq1a8z22WlFTufxeARC47oTrDxTC+izoe/Bzz77zHE/b7rpJtO3b19Tvnz5TO3AzmVNgb1799qwoh7GogdvuK2KFSva3830+1H16tXdLsY4BBBAAAEEEEAAAQQQQAABBBBAAAEEEEAgTQQIKHpkJqDoEZDFEUAAAQQQQAABBBBAAAEEEEAgYQR+/vlnG0rUTXJ6qv/p06cjzq1KlSo2HKRQYunSpRNmP5hI2gicOnXKPPXUU2bmzJmOG2zSpInp2bNnhuhyljZiGXMr6qCoQMnJkyf9O3DDDTeYWbNmGXVMjWU5dZnS+ShcGOnEiRPm7rvvNu+8845/GjruXnvtNaNuiiqFCNu1a+efv7oy6vwWq+57ChCqA4q2oyBaYAfIQBt1f1NAKm/evPaf3QYUnYKbkTpLxur9IKAYK8n/ux519lQX2eDSZ0mhusxUH330kQ0mLl68OG67pU7N+kxdd911/m3o+0ifseBSwOW5556L21xYsXsBp++T1ASfI21R3XUVQh85cmSyYU8//bRRSNFrpeacP3fuXNO5c+e4zCfS/hBQ9Ppus3xaCOg4nTJlilG3XX2+gitXrly2c7e+Q2P5YIy02De2gYBbgaNHj5qkpCSzcuVK8/777xt9l7mpQoUKmY4dO9qwol7nnHOOm8UYgwACCCCAAAIIIIAAAggggAACCCCAAAIIxE2AgKJHWgKKHgFZHAEEEEAAAQQQQAABBBBAAAEE0l1gw4YN9mY4hXYOHjwYcT7qnKVQop7af+2116b73JlA+ggoEDZ27Fjz5ZdfhkxAN0qq28k999zj72KXPrNkq7EQ+Oqrr8wtt9xidJ7wlQJyOgbUzSxWFS5Uoo4ikcKEuqFdHbic5qZ1PvbYY0bBR18prKhl4tHR859//jEHDhwww4cPN7Nnz05GU7NmTTNnzhxz2WWX2X93G1DUWKduYK+++qq57bbbYsUfsh4CirGnVWCvR48eIStWAFeh2oxehw4dMtOnT7cvN3XhhRfaY7hu3bq2E+m8efOMQscpKT0gQdcjOh8pBBpcCrUMHjw4JatkbBwF9u3bZ4N6W7du9W+latWq9r2vUKFCTLash23oO+Gtt95Ktj6dfzt16hSTbfhW4vacr/1t3bq1UQDFV/HoHBm8cwQUY/p2s7I4C+hzMnXq1LDh9kqVKpkBAwaYNm3axHkmrB6B9BXQQ4DUWXHNmjU2rHj8+HFXE8qWLZsNK+r3M4UV4/G7jquJMAgBBBBAAAEEEEAAAQQQQAABBBBAAAEEsrQAAUWPbz8BRY+ALI4AAggggAACCCCAAAIIIIAAAukisH//ftvxa+nSpWbjxo1R56Ab3Vq1amU7kamTBZU1BRRAUVeiwI51gRLqVKUAjrprUplDQJ1UFfAJ7kCmAKqCc76OgF739vvvvzfdunWz5yRfBYf6nLbx6aefGh13e/bs8f9Y3bMeeeQRc+zYMRuAUgDbV+rSc++994asSkGTw4cPmx07dhitc9u2bUZzev7551McnPnmm2/svqxevTrZdgLDlikJKK5YscJ2sQys4I6MKfHXvuq9mz9/vilSpIipUaOGKVasmO1GV758ebsqAoopEXU/Vse3gknBnXH0Hfv666+7X1ECjfzzzz9tx0S99JmLVueff779XOpVqlQp//AjR47YY1JhNafwe7T1Bv48Z86cZsyYMTEPpKVkDowNFQgXHly4cGHMQkd79+617/snn3zin4A66iogrO8UX6XlOV/HdteuXW3YxFcVK1a0x3vlypVTdahs3rzZdqnWQyGuvPJK2zW4Tp069qXjP9x5XN9/Ov/nzp07VdtlIQTiLaBwsYLuuh5zKoV99SCUatWqxXsqrB+BhBDQ32oUWNTDpPQd57YaNWpk1KlbYcXSpUu7XYxxCCCAAAIIIIAAAggggAACCCCAAAIIIICAJwECip74jCGg6BGQxRFAAAEEEEAAAQQQQAABBBBAIM0ETp48aT744AOzfPlye4ObAjKRSp0q1C1RocRy5cql2TzZUGIKzJgxw4wbN86xw5VCTX369DE333xzYk6eWXkSUHhEgTudQ3ylLooK+3Xp0iUmnTKdtuEmhOcUoNTNuLNmzbI38eoc5pt3tECIU6fCBQsWGHVpS0m56QaZkoCiUxdLhVHUMU5hlJRWuAClvhvUzU9FQDGlqu7H6+EAd911lzlz5kyyhRo2bBjSedP9WtNnZLQgSeCs9HCD22+/3QYTI11T6LPhCyoGdtpzu4eXXnqpefHFF83VV1/tdhHGpZFAuHNj//79zejRo2PyAIzgrrraNX223njjDRvEDqy0Oufrsz5kyBAbDAysZ5991qjLp7pepaT++usvG8J/+umnky02dOhQ2zE4e/bsYc/jBBRTIs3Y9BL47bffzKRJk8zMmTPNTz/95DiNgQMHmt69extdj1IIZBWB3bt327CirtndPGTK56JuxQr3KqyoUDuFAAIIIIAAAggggAACCCCAAAIIIIAAAgjES4CAokdZAooeAVkcAQQQQAABBBBAAAEEEEAAAQTiLrBp0ybbQUyhxGhdiQoUKGADPW3atDENGjSI+9zYQOILqAvRM888E9INzjdzdUxUN73ixYsn/s4ww1QJnDhxwnYdVGgosC666CLbYbBz587mnHPOSdW6tZC6H955553mww8/TLYOt+HARYsWmbZt2/qX1c3qOt+pw9SgQYP8/x4tBKPgmALZgUFMham0j/ny5XO9f07hw8svv9wozOXr+JOSgKJCPY899pgNngSWOkdOnTrV6LztthRsUShGYZnAatKkiXnttddsFy4VAUW3oqkbp5vLFcANflCAuliqg2Cil7qBqmOiuntGK4WlfB0TK1SoEG14sp+r6508ArugRlvBeeedZ231CuzQGG05fp42Ak4dYXXeUQfR66+/3tMk1MFT1yP6Tgis4OCe72dpec532paOT30v1KpVK0X7vXbtWhv2VXjdV/reU3drdWP1ldN5nIBiiqgZnM4Cu3btsg/D0PWgU5UtW9YMGDCAB6Sk8/vE5tNHQJ3fk5KSjL5f3n//fT1U29VE9J2rh68orKgXhQACCCCAAAIIIIAAAggggAACCCCAAAIIxFKAgKJHTQKKHgFZHAEEEEAAAQQQQAABBBBAAAEE4iJw4MABe7Pa0qVLzfr166Nuo1GjRqZly5b2ZrXcuXNHHc+ArCGgYOLEiRMdb3hUd6pevXqZ5s2bZw2MLL6X6r566623mqNHjyaTUChCHWx0g7gv3OaW6uzZs/Y89eCDDxoFYQMrJeE7zUkBqMAQ04gRI4zOg+qk6Ct1aVT4Olw5rUf7py4+t9xyi+sQplN4xNfV8eKLL7abdwoo1qtXz7z55puOoaodO3bYIKjCnIHVr18/89RTT7nqIKQbl2fPnm169uyZLISp9Sls1r17d38nLwKKbo/i1I9T5xt1JlWnqMCqX7++DS0lYn3xxRf2WFGYzE1p//TZrFKlipvhYccoEOnrquh2RRdeeKENKSrIVaRIEbeLMS7OAk7nWW1S16EKIqkjc2oqXPha30tz5sxxDGGk5Tn/l19+MTpfKwge/HlX0Lxy5cqudjtcoN8pTE9A0RUpgzKAgMLq06dPN1u2bHGcbbNmzUzfvn1N7dq1M8DeMEUEYi+gh6vo4Rf6HURhRZ3/3VTOnDmNfudSp2GFFfPnz+9mMcYggAACCCCAAAIIQi26eQAAIABJREFUIIAAAggggAACCCCAAAJhBQgoejw4CCh6BGRxBBBAAAEEEEAAAQQQQAABBBCImYBCDgoRLV++3HYPCw49BG9InYzULVEdw9Tdi0LAJ6DjaMyYMWb79u0hKLly5bJhNHUpOv/880HLIgLhwh++3Vc3RYWR7r77blOxYkWTI0eOsDI6N+kmWgX/3nvvvZBx6ir1xhtvGAW13JSCdwrpPfzww/7hhQsXtiFAXzfE4A6BTuvVembMmGHUFTSwFFJU4FGB3Lx584adkpbfsGGD6dOnT0jgcsKECUYdHLNly2aXdwooajsK6HTp0sU/zrcxdVEcN26cGTx4cMj2W7VqZTssVq9ePWQ53+DTp0/b8OMDDzxgfvzxx2Tr0HeAAjKFChXy/zsBRTdHnvcxH330kenatatReCmw6tata7uhJUp9//335pVXXrEBkeC5Os1Rx7ACU1dddVXMduHbb781AwcOtDffp6QuueQSGzDWnEqUKJGSRRkbJ4GXXnrJBqKDS+d8nStr1qwZ9lzmNCV9p+j8qOuWwA64GhupY2BanvM1Fz0wRJ/3wM6H+vcrrrjCfsd06NDB6Bor3PfT1q1b7Wcg+MEj4b4zCSjG6QBmtekioOtQXTfq/KFuqU6l6zS9Aq9n0mWybBSBdBbQgx30u5YeVqWHS7gthX2bNm1qw4olS5Z0uxjjEEAAAQQQQAABBBBAAAEEEEAAAQQQQAABvwABRY8HAwFFj4AsjgACCCCAAAIIIIAAAggggAACngU2b95sO4cplLhv376I69NT8RVKVBcxdauhEAgU0I39Tz/9tA2iOJW6wKn7mronUllPQCGQYcOG2a6akUpBOwWTFLIqWLCgf+hnn31m9Nq0aVPYxSOF9CJtU+fBG2+8MaTDo2+ZJ554ws7dFxAMt67jx4/bQItTOKxq1aq2y8h1112XLIR56NAhs3PnTjNv3jzHwGXbtm1tAFBBqcDSnBRKCSztvwKHV155pf1nnbPVuVJhYPkroKgb9J1Ky918882mVq1aRgFNleamQJdu6NccgyslwRZ1S1VwNPA9jfYpCN5H7dfcuXNtIMdtaZsyCCzdeO02wOp2O+k1Tt1DFZ47ceJEsimoE9SiRYvSa1p2uzrm9H2g1+HDh6POpWPHjrZjoY7BWNbHH39shg8fbrZt25Zstfo8K2TmpgoUKGCDinqVLVvWzSKMiZOAjnWdZ9UVM7h0DtTPFDIqXbp0xM61Wo+ufRVqdOqspmuVl19+2Z6vw1VanvMjdbHV/PQdo3OdgiHlypWz+65AsIKJr776quP3i5YbPXq0GTRokMmePXuy3SSgGKcDmNWmq4DCVnqYgx664FTFihWzD1JRSJ5CAAFjr/8VVtRDrPT7ktuqUaOGadmypf29R99PFAIIIIAAAggggAACCCCAAAIIIIAAAggg4EaAgKIbpQhjCCh6BGRxBBBAAAEEEEAAAQQQQAABBBBIlYC6r6xatco+FT8pKSnqOho0aGBatGhh2rdvT9e7qFpZc8Bbb71lnn32WXPw4MEQgCJFiph+/fqZu+66K2visNd+AXX+03GiQERwpyqvTArLqQuWOvpFCxIGb0tzUefCWbNmhUyjaNGi5t133zV16tRxNcU9e/aYO++803z44YeuxkcapIDMiy++aDuCBZfCZwovRqp69erZm/Blo1KY5v7773fcz5ROVuucPHmyUfA42JsOiinV9DZ+9+7dplOnTkadCgNLN4cvWbLE28pTsfTZs2f9wUQ3nXcUDlYY5JprrknF1iIvoi6rDz30kD32A0shw1GjRpkDBw7YcLBCXG5KXVB9QUV1kqbSR8DNeVbnKJ1DFWz2he/OnDljFFjV8nv37g07eS2rUJ+uf6OVm7lEW4fv55HO+RqjLnAKV+mYjsV36KOPPmqD67lz5w6ZIgFFt+8a4zKigMJW06ZNC+ko6tsXBX379u1rw1UUAgj8X4Gvv/7ahhV9f0dy66JuirrW0+fp2muvdbsY4xBAAAEEEEAAAQQQQAABBBBAAAEEEEAgCwoQUPT4phNQ9AjI4ggggAACCCCAAAIIIIAAAggg4Frgjz/+sDeT6YZMdYyJdmNz+fLlbbdE3UzGTfiumbPcQAUSFfJYuHCh47537tzZdk1MScezLIeYxXZYXaBWr15tFIxwE5B2w6NQorp3ejlXqUtg9+7dQzZ3xx13mBdeeMEomOS2FIDp379/2Bvf3aynWbNmtttkuH2K1LnLt36FKxcvXpws4Khzvz6zzz//fNTvgXDzVPfB5557zigA51QEFN28w7EdoyCgOhAeO3Ys2YrVjVTf+WlVs2fPtuHEHTt2RN2kunYqmBivAIjCJ4888kjIPBQ80fHv6xSqAfqcKKiojtJuKmfOnP6gYrVq1dwswpgYC3z66ae2W+L69etjumZdrygEqHCi27B7WpzzfTupAPDbb79tu4JGCllGQrnoootsoL9r164mR44crs/j8h4/frxjoDGmbwIrQyCNBNShesaMGWG7/OqBE7179zbFixdPoxmxGQQyhsBPP/1kw4rqtP7+++8b/X83lSdPHttRXtdiuv5T52MKAQQQQAABBBBAAAEEEEAAAQQQQAABBBDwCRBQ9HgsEFD0CMjiCCCAAAIIIIAAAggggAACCCAQVeCjjz6yN9wroPD5559HHK8bxBRKbN26tWnSpEnUdTMgawvopt4JEyY43pBYsWJF23lEXTcpBJwETp8+bYOKOo4Uno4Wmg5eh85XCiYqAKuuU+ecc44naHVS69KlS0jnQ924fvfdd6d43b/99pvtzqOQobrWuq2qVavaLocKm0ULRSqcorlFCugoPNymTZtkm1dIVAEyBVTeeecd1/bqKjZgwADTo0ePiHMjoOj23Y7tOAXGdc49evRoshXrmFq2bJnrsFVqZqUuowomuukcqq6bCiY2atQoNZuKuoyObwUTp0+fHjJW3Q/VxTVcrVu3zsyfP9+GFd2Wzht61a5d2+0ijIuRgILaej8nTZrk+jwWadM6Lh977DFTunTpFM8wLc75gZPSvusY1/eM2+8YfW/qu2XEiBFR95EOiik+BFgggwqoK5w6Qus7zKkKFixor33uueeeDLqHTBuB+AroukthRb2WLl1qvvzyS9cbbNmypWncuLENKxIEds3GQAQQQAABBBBAAAEEEEAAAQQQQAABBDKtAAFFj28tAUWPgCyOAAIIIIAAAggggAACCCCAAAKOAocOHTIffPCBDSXqqfbRSjeEtWjRwgYb8uXLF204P8/iAuoUNHr06LDHVq9evWyAqUiRIllcit13K/Dzzz+bXbt2mU2bNhmFqr/77jvzySefmB9//NG/CnW1uuyyy0ytWrVMvXr1bBioQIECbjcRdZwCk4MHD7adAX2l4KM6wpUpUybq8uEG/P7770afGYUIN27caPbs2ZOs65X2S4FedetS10R1rw3X0cppGwrFqPubgoYKhwUHVdQJTF2vwpU67sldAbadO3ea7du3+4M+CiRWrlzZWjds2NAGQXPnzh3VgoBiVKK4Dfjmm29s5+PDhw8n20alSpXsTePq/BfL0nGjEK+CfdFKHRNvvvlm07Rp02hDU/1z7b/CV+rmE1wPPvigGTRokKt1K/y7aNEi+9q3b5+rZTp06GC7Kur8RKWdgIIRn332mQ27z5o1K9n3httZ6NjUsaHzsNewe7zP+cH75Nuervt1LldnSd/3gAKJ6qKqkLKu9a+//vpknUMj+RBQdHv0MC6zCOh3Zp1H9PAMp6pTp47p168fD/HJLG84+xE3Af0uobDiihUr7O91bku/Z+ghFuquqOtWCgEEEEAAAQQQQAABBBBAAAEEEEAAAQSyngABRY/vOQFFj4AsjgACCCCAAAIIIIAAAggggAACfoEzZ87YLmTLly+3wUQFfiKVgj7qlti2bVsbQKEQcCMwatQo2xHOqRTK6NOnj70BnkIgowk4BRTvu+8+o2P+3HPPzWi7w3yzsIBCp+qaGRxWrVChgr0+OO+88zzr6MZzdZxas2ZNxHUpENmpUycbTIx3h8EtW7aY4cOH2+6ggaVQ7ZgxY4wChCmtv//+2x9UVMDTTenaqlu3bnHrEOlmDll1jALbCkb4wu4KrAaGruUS77B7VrVnvxHILALqpKjg/f79+x13SR1ze/fubR+aQSGAQGQBdajXNaNC9Po7ldsqV66cad26tQ0rXnPNNW4XYxwCCCCAAAIIIIAAAggggAACCCCAAAIIZHABAooe30ACih4BWRwBBBBAAAEEEEAAAQQQQAABBGxnrpUrV9rQgTrIRKq8efPaUKI6xTRv3hw9BFwLqAPCs88+a7vaBZeOqwEDBph77rknJsEX15NiIAIxFFDHNAWpfMe4Ok+pK2Hjxo1juBVWhUDaCJw4ccK0bNnS6MbwwLr88svt9YLO26kphQAVUtcDESKVupt27drVBhO1zXjXwoULzUMPPRTSPU/bHjdunO286rXUYdTXVfHrr7+OujrdUK/upVxvRaViAAIIIJBQAurkrRD+Sy+9ZP7666+wv/soqJg9e/aEmjuTQSBRBdSZNykpyT7cQp2uT5486Wqq+fPnN+3bt7dhRb3y5MnjajkGIYAAAggggAACCCCAAAIIIIAAAggggEDGEyCg6PE9I6DoEZDFEUAAAQQQQAABBBBAAAEEEMiiAuoIo6fQK2SwevXqqAr169e3wUTd2KXQAIWAW4GffvrJjBw50rz22muOiygA06tXL1OzZk23q2QcAgkpoJvQu3fv7p9bu3bt7I3pnDMT8u1iUi4Efv31V/vdv2/fvmSjy5Yta68f8uXL52It/3fIrl27zOjRo43C6pGqePHi5o477rDBxEKFCrlev5eBCpE8/vjjIato2LChee6552I+j99//90fVNS1WLSqVKmSDfGrqyWFAAIIIJBxBNSNderUqSZcB91q1aqZfv362Yf/UAgg4F5AwV91VtRLn6/grt+R1tS2bVvbpVphxaJFi7rfKCMRQAABBBBAAAEEEEAAAQQQQAABBBBAIOEFCCh6fIsIKHoEZHEEEEAAAQQQQAABBBBAAAEEspCAbuJSx6Lly5fbYIG6I0UqBRAUTNANXFWrVs1CUuxqrATmzJljxo8fb5w6RSmEohtyb7vttlhtjvUgkG4Cx44dsx1A1R3NVzNmzDB33313us2JDSMQC4HTp0/bDn7qEBpYpUqVstcS0QK4+/fvt+E/BRP/+eefsFMqX7686dGjhw0m5syZMxZTj7qOv//+24wYMcLMnDkzZOytt95qxowZE3UdXgds3brVnjcWLFhg1BkoUpUsWdLcfvvtRh23KAQQQACBjCOg34mmTZtm9uzZ4zhpPdSiT58+pnLlyhlnp5gpAgkkoOsphRV1vblt2zbXM9ODuJo1a2bDihUqVHC9HAMRQAABBBBAAAEEEEAAAQQQQAABBBBAIDEFCCh6fF8IKHoEZHEEEEAAAQQQQAABBBBAAAEEsoDA9u3bzcqVK22QYPfu3RH3OHfu3DaUqC4O+i+FQGoEFEhRp6zAsFbgehT86NmzpylXrlxqVs8yCCSUgEJXb7zxhunWrZt/XldffbWZPXu2KVOmTELNlckgkBqBs2fPmqZNm4ZcQ5QoUcK8//775uKLLw5Z7ZEjR8zQoUPtgxEUBAxX6h7Vv39/o266aVmHDh0yw4cPtw9tCK4hQ4bYjoVpWT///LP9zlSI5eOPP4646YIFCxqFWZ544om0nCLbQgABBBDwIKCu8urYqwdYnDp1KmRN2bNnNwMHDrSd5fPmzethSyyKQNYWUOdvhRXVpVrXoW7riiuusNejCivqdzkKAQQQQAABBBBAAAEEEEAAAQQQQAABBDKeAAFFj+8ZAUWPgCyOAAIIIIAAAggggAACCCCAQCYVOHr0qL0hS6FENzdlXXPNNTaQqBvenYIGmZSJ3YqDwKRJk8zEiRPNL7/8ErJ2deLs27evadOmTRy2zCoRSHsBdZebP3++DTp99dVX/gk8/fTTZvDgwUY3m1MIZBYBhRR37dqVbHeKFStmlixZYooUKWL//ZNPPjGjRo0y69atM+rcHK5q165t/vOf/xh1rknr2rRpkxk2bFhI4PL888+34XpdC6Vnbdy40bz55pvW9ffffw87lTx58lg/BVpq1KiRnlNm2wgggAACLgXU3W3KlClhH+SijsIK7nfo0MHlGhmGAALhBNTlPikpyaxdu9Y+VOO3335zhaW/ibVt29aGFfU677zzXC3HIAQQQAABBBBAAAEEEEAAAQQQQAABBBBIXwECih79CSh6BGRxBBBAAAEEEEAAAQQQQAABBDKRgDocKZS4bNkyG0z84YcfIu5d6dKlbShRYbGrrroqE0mwK+khsGXLFjNmzBh7A6BT9evXz/To0YMAbHq8OWwzJgLqbKZOiXXq1DHnnnuuPceq49nevXuTrV8dN2bNmmUuv/zymGyXlSCQSAI33HCDDSEG1iWXXGLuu+8+G6rbuXOnUVdRp1Jgt27duubRRx81VapUSZfdevvtt81DDz1k1LEwsNQ1Z9y4cQkV9Dt+/Lg95+h1+PDhiF5ly5Y1nTt3NupQXKBAgXSxZaMIIIAAAu4F3nnnHTNt2jSzfft2x4X0e3qfPn1MzZo13a+UkQggEFZAD5ZRZ0X9vWLp0qVG3bTdVseOHf1hRV33UggggAACCCCAAAIIIIAAAggggAACCCCQmAIEFD2+LwQUPQKyOAIIIIAAAggggAACCCCAAAKZQGDHjh1m5cqVNpQY3NkoePdy5cplQ4ktW7Y0rVq1ygR7zy6kt4CCKCNHjjTPP/+841TUcUA31+q/FAKJKnDttdea9u3b2241pUqVcpymbmht0KBBxF244IILbFecLl26mGzZsiXq7jIvBDwJ6Bri448/dr2OHDlyGH3GnnzySVOuXDnXy8V6oL6n1N00uBo3bmw7/xYsWDDWm4zZ+nSN98ILL9ggix5IEa7U4Ufft926dTNNmjSJ2fZZUdYWOHXqlP0dw/dSmJdCAAHvAuqSO3nyZDNjxgxz4sQJxxXq96jevXubiy66yPsGWQMCCPgFNm/ebAOL+lta8MM3IjE1bNjQ6NpR11vqeEohgAACCCCAAAIIIIAAAggggAACCCCAQOIIEFD0+F4QUPQIyOIIIIAAAggggAACCCCAAAIIZFCB7777znZL1A3rK1asiLoX6uilYGK7du1M4cKFo45nAAJuBNR5QDepq2NWcOXPn98MGDDA3HPPPUbhFAqBRBVYvXq1ueWWW/zTu/76683MmTONAt2BtXXrVtO6dWtz9OjRsLuizmx65c2bN1F3l3kh4FlAXUNvvvlmc+zYsYjrypkzpw31KsRevHhxz9tN7QrOnDljRowYYV599dWQVdx2223mmWeeSe2q03y5gwcPmieeeMKsWbPGKDQWqWSujj/qennllVem+VzZYOYQWLx4se2AHViRvgczx16zFwikrcCePXtsUHH+/PmOGy5ZsqTp37+/6dq1a9pOjK0hkEUEdG2rsKL+xqZrLLeljuC6zlJYsXbt2m4XYxwCCCCAAAIIIIAAAggggAACCCCAAAIIxEmAgKJHWAKKHgFZHAEEEEAAAQQQQAABBBBAAIEMJqAbppYtW2aDicePH484e93IqFBimzZtTI0aNTLYnjLdRBb44YcfzKhRo8zrr7/uOM22bduaXr16EYhI5DeRufkFihYtGqLhFL7QjaudOnVy7LChzomDBw82999/v8mdOze6CGRKAV1/zJo1y6xatSri/ukzoOuPRx991BQqVChdLRToGz58uOOcFSbu169fus7Py8YV/FywYIH55ptvoq5GHSz1nugm+mLFikUdzwAEfAIHDhww9erVSwZCQJHjA4H4CLz//vtm6tSpRp3dnEoP0VBHxeDPZHxmw1oRyJoC+o5LSkoya9euNfpM/vHHH64gihQpYv/2dt1119nA4rnnnutqOQYhgAACCCCAAAIIIIAAAggggAACCCCAQOwECCh6tCSg6BGQxRFAAAEEEEAAAQQQQAABBBDIAAK7du0yK1eutKHEHTt2RJyxuhXpBvSWLVvam6MoBGIt8MYbb5iJEyeaQ4cOhay6dOnStrtHly5dYr1Z1odAXAROnjxpypcvn2zds2fPNg0bNgzZ3u+//25ee+018+6775r169cbLVu9enV7vlUHxgoVKphs2bLFZZ6sFIH0ElDH5oULFxp9Lj777DNX01AH0SVLlpgrrrjC1fh4DdqwYYPtaKpwcWDly5fPjB492ihMnxlK14cvvviiUZfXaOULjyqoqJeuGykEogkEB/k3btxodM1HIYBA7AXOnj1ruylOnz7d6DvYqbp3724fBkPgPPb+rBGBQAF1q1ZnRQUWly5dao4cOeIKKEeOHKZDhw7+sGJ6P7DD1aQZhAACCCCAAAIIIIAAAggggAACCCCAQCYQIKDo8U0koOgRkMURQAABBBBAAAEEEEAAAQQQSFABdUdUt0TddK6ORdGqdu3aNph44403GqduYNGW5+cIRBP4/PPPzZgxY8x7773nOPSOO+4wPXv2NKVKlYq2Kn6OQMIIvPrqq2bIkCHJ5kNnqIR5e5hIOgqoe5PCuOrQ98svv0ScSa5cuczp06eTjcmTJ49ZtGiRqVy5crrsxfz5883QoUPNb7/9lmz7lSpVMs8++6y56qqr0mVe8dzoxx9/bGbMmGEWL15s/vrrr6ib0ve1L6hYt27dqOMZkHUFgn+3UHCqVatWWReEPUcgDQS+/PJLM2nSJKOHwzjVJZdcYrsA33333WkwGzaBAAISUEBfgUU9QEwPEnNbTZs2NY0aNbKBxcsuu8ztYoxDAAEEEEAAAQQQQAABBBBAAAEEEEAAgRQKEFBMIVjwcAKKHgFZHAEEEEAAAQQQQAABBBBAAIEEE1izZo0NJL7//vvm2LFjEWdXvHhxG0ps3bq1UUCRQiBeAurMNGHCBPPrr7+GbEIhD90c26JFi3htnvUiEDeB4NDFAw88YO6///64bY8VI5DIAmfOnLGhRL1Wr14ddaq6wVrBdHUQ1UvXMIGl4KJCitWqVYu6rlgO0PfVM888E7JK3RyuDsAFChSI5eYSbl379+838+bNM6+//rr58ccfXc2vVq1a/rBiuXLlXC3DoKwj8Oijj5qpU6f6d3jAgAEh4f6so8GeIpC2AqtWrTJTpkwx69atc9xwvXr1TJ8+fcz111+fthNjawhkcYHdu3fbsKKumfVft1W9enXTrFkzG1asWbOm28UYhwACCCCAAAIIIIAAAggggAACCCCAAAIuBAgoukCKNISAokdAFkcAAQQQQAABBBBAAAEEEEAgAQT27NljVqxYYUOJn3zyScQZZc+e3YYSFQZr165dAsyeKWRmgU2bNtlOU043xGbLls0MHDjQ3HvvvSZ//vyZmYF9y6QC6nqhwFJgbdiwwZQpUyaT7jG7hYCzgDrk+oKJBw4ciMqkG6vvuusu07Fjx2Rju3btars/B1aOHDlsSFHLxLt+//138/DDDzt2m7rzzjvN008/He8pJNT6f/jhBxtUnDt3rtm7d6+ruem73ddVUf/Nly+fq+UYlLkF3nrrLfswisCi23Dmfs/Zu8QTUIdcdS/9+uuvHSd36623mt69e3Mdm3hvHTPKAgLffPONDSnqpb/r6aEfbqpEiRKmZcuW5l//+pcNLOq6mUIAAQQQQAABBBBAAAEEEEAAAQQQQACB1AsQUEy9nV2SgKJHQBZHAAEEEEAAAQQQQAABBBBAIJ0EdNO4buL/73//a1/RSk9WVzDxxhtvNJdeemm04fwcAU8Cf/31lxk1apRR50SnatSokenbt69Rxw4KgYwq8Pjjj5vJkycnmz6Bi4z6bjLv1AgsX77cLFy40IYTz549G3UVunlaAQh1bg5Xt912m33oQmCdc845djvq0hevUtfA4cOHh3Rx1Pb07+oulVXr77//tkFFvfTgAbdVuHBhf1hR3/tU1hVQwLVhw4Z8X2bdQ4A9TxABhaAmTZpkZs6c6TgjPTSmf//+plevXkaBcwoBBNJe4OTJkzaomJSUZJYuXWq+++47V5PInTu3/XufL6xYsGBBV8sxCAEEEEAAAQQQQAABBBBAAAEEEEAAAQT+fwECih6PBgKKHgFZHAEEEEAAAQQQQAABBBBAAIE0FtCNSsuWLbNPVf/2228jbr1YsWI2lKggwNVXX53GM2VzWVVgyZIlZvz48ebTTz8NIbjooovMgAEDTI8ePbIqD/udiQSKFi2abG+ee+45c9NNN2WiPWRXEAgVOHbsmD+U+PHHH7siUie9zp07m+bNm7sar26FuiE7uBSEjMf1jG4Af+ihh8y+ffuSbfLCCy80zzzzjGnTpo2reWeFQXoohoKKTu9PpP2vXLmyDSvqulT/m8p6AsHfmVu3bjX6XYVCAIG0F1B3+ylTpphVq1Y5brxGjRr2YTI6Z1MIIJC+Avq86u+AK1euNHv27HE9mRYtWtiwol5lypRxvRwDEUAAAQQQQAABBBBAAAEEEEAAAQQQyMoCBBQ9vvsEFD0CsjgCCCCAAAIIIIAAAggggAACaSCgriPqJqRQ4rZt2yJuUZ0OdCOhXu3btzfqOkQhkBYCCq2MHj3avPHGG46b0/HYu3dvgglp8WawjbgL6Hx89913J9uOutJwzo07PRtIJ4EtW7bYTol6/fjjj65m0bFjR9OpUydz7bXXuhofOKh79+5GgffgWrBgQUy7786ZM8cMHTrU/PHHH8k2VaVKFTN27Fhz5ZVXpnjuWWGBjRs32qDi3LlzzT///JOiXVY3RYUV9VKXRSprCAQHFF999VXTrFmzrLHz7CUCCSowa9YsM23atJCAvm+6evCGuilWrFgxQfeAaSGQtQR27txpw4qrV68269evd73zdeq2dphLAAAgAElEQVTUMY0bN7Zhxauuusr1cgxEAAEEEEAAAQQQQAABBBBAAAEEEEAgqwkQUPT4jhNQ9AjI4ggggAACCCCAAAIIIIAAAgjESeDEiRPmgw8+sKFEdauJdvN39erVbSixbdu2pmTJknGaFatFwFlAN7dOnDjRKKAVXOXKlbNdE+ksx9GTmQSCw1O33367GTVqVGbaRfYFAfPnn3/6Q4m6JnFT5513nu2WqGCi1xug1W138eLFIZtVKE43WHutZ5991oYQg0vBuQkTJpj8+fN73USmX3737t02qKiXrl1TUvny5fMHFWWuh2xQmVdAXUpffvll/w4++OCDZtCgQZl3h9kzBDKIwPfff28mTZpkZsyYYb/3gytXrlymf//+9kEz+o6nEEAgMQS+/vprG1bUS383/Pvvv11NrGzZsvb6y9ddkesvV2wMQgABBBBAAAEEEEAAAQQQQAABBBDIIgIEFD2+0QQUPQKyOAIIIIAAAggggAACCCCAAAIxFli3bp1ZunSpDSUeOXIk4tqLFCliQ4mtWrWKaTehGO8Sq8vEAnv27LHhDt0Q51TqMKeuG5deemkmVmDXsprAd999FxK8WrhwoVFnCgqBzCDwxRdf2GCijuv9+/e72qWLL77YBhP1UjA9VqXvEM0luN58802jTnypqV9//dU8/PDDRt0Tg0vfW08++WRqVpull9E1qy+oeODAgRRb6JjxdVWsVatWipdngcQX0Gf2/vvv909Uv8PMnDkz8SfODBHIIgLqlDx58mT7dwinqlSpkunbt69p165dFhFhNxHIOAI//fSTSUpKsmHFZcuWmePHj7uavB4W0bp1a39Y8cILL3S1HIMQQAABBBBAAAEEEEAAAQQQQAABBBDIrAIEFD2+swQUPQKyOAIIIIAAAggggAACCCCAAAIxEFAQYPny5fZmwK1bt0Zdo27g1k297du3Nzly5Ig6ngEIxEPg+eeftx2mTp06FbJ6hQv69etnmjVrFo9Ns04E0lVAN28//vjjyeZw9OjRdJ0TG0cgFgIrVqywoUQFAt12YSldurQ/mHjJJZfEYhoh61AgYsGCBSH/ru69TZo0SdE2P//8czNs2DCjB0IE1yOPPGJ69uyZovUxOLmArgl8QcVt27aliqdu3br+sGKpUqVStQ4WSjyBnTt3hlwX8t2ZeO8TM0JA5/CpU6cadch1KoWZ1E3Ra5dkpBFAID4C//zzj7+z4qpVq8zevXtdb0gPP/N1VuQazDUbAxFAAAEEEEAAAQQQQAABBBBAAAEEMpEAAUWPbyYBRY+ALI4AAggggAACCCCAAAIIIIBAKgV++eUXo5uF1HlOwcRoQYArr7zShhLbtGljypQpk8qtshgC3gXWr19vxo0bZzZs2BCyspw5c5oBAwbYgEfevHm9b4w1IJCAAkWLFk02qxEjRthOoRQCGVFAHVZ8oUQ3D0nw7WPVqlVNp06dbDgxLc73+m5RaCK4XnnlFdO8eXNX9GvWrDFDhw41Bw8eTDa+YMGCZtSoUbYjNRU7AQVd9Z6tXr06VSvVNYWvq6L+mydPnlSth4USQ0CBiWLFiiWbjEKL6r5KIYBAYgmcPHnSdlOcPn26Uddhp+rfv7+9/qXjWmK9d8wGgWCB7du328CiroM3btzoGqhevXq2W7kCi9WqVXO9HAMRQAABBBBAAAEEEEAAAQQQQAABBBDIyAIEFD2+ewQUPQKyOAIIIIAAAggggAACCCCAAAIpFFCoa+nSpTaUePjw4YhLFy5c2IYSW7Zsaa677roUbonhCMRW4PTp0+aZZ56xN6s6VdOmTY26XNWpUye2G2ZtCCSQwJYtW2xQPLB002e8Oscl0K4zlUwm8NFHH9lOiXr98MMPrvfummuuscFEvdK67rvvPjNnzpyQzb700kumRYsWEafzxhtv2HDin3/+mWycbrgeO3asUeCSio+AbohXUPGdd95J9QYUbPOFFbkmTjVjui8YHPCfPXu2adiwYbrPiwkggICzwI4dO+zvfrpWcKqyZcva3/+6dOkCIQIIZACBAwcO+Lsr6mFpbqt8+fK2C7LCilyHuVVjHAIIIIAAAggggAACCCCAAAIIIIBARhQgoOjxXSOg6BGQxRFAAAEEEEAAAQQQQAABBBBwIbB//36zfPlyG0pUuCVa6cYf3Wh/4403mly5ckUbzs8RiLvAokWLzMSJE83u3btDtqUgrTpb3XXXXXGfBxtAIL0FFHBSxzZf6VytcBSFQEYQ+Ouvv/yhRHVxTkkphK5Qoh6akJ71wAMPGIUNg2vatGmmdevWjlNTuH7ChAkhP9Pnd/z48SZfvnzpuUtZZtsKc8+dO9eGFU+dOpXq/VZXcV9YsUKFCqleDwumvUDw53fYsGE23EQhgEBiC6jT8tSpU822bdscJ6q/X6ibYt26dRN7R5gdAgj4BfSAkqSkJBtYXLZsmfnxxx9d6ajzuK6hFVbUi+toV2wMQgABBBBAAAEEEEAAAQQQQAABBBDIIAIEFD2+UQQUPQKyOAIIIIAAAggggAACCCCAAAJhBH799VezcuVKG0rUK7hjT/Bi6tyjm3x0c325cuVwRSAhBI4ePWrGjBlj1OHGqW6++WbTp08foyfqUwhkdoGzZ8+aSy+9NNluzpgxI90DW5ndnf3zLrBv3z4bTFTAQP/bbWXPnt107NjR3HTTTaZ+/fpuF4v7uCFDhphXX301ZDuTJk0y7dq18//7L7/8YoYPH27mz58fMrZHjx7msccei/tc2UCogLr3KKSo15EjRzwRNWnSxB9W1A3zVGILKOCvoL+v2rZta6ZMmZLYk2Z2CCBgBc6cOWO7KeqBAOGCTPpu7d27N53FOWYQyGACeoiJgooKLOrvmCn5fUHf5eqqqLBiiRIlMtieM10EEEAAAQQQQAABBBBAAAEEEEAAAQSSCxBQ9HhEEFD0CMjiCCCAAAIIIIAAAggggAACCAQJbNq0ySxdutSGEr/++uuIPhdffLENJerVoEEDLBFIKIHXXnvNdpxSSDG4rrjiCts1MTAIklCTZzIIxEHgrbfeMv369Uu2ZqfPRxw2zSoRSJWAbjBWKFHhRN147LbUGVehRIUTE7VD3cMPP2wUEA6u559/3s57z549Rt3ZNm7cGDJGwUSFKKj0FThx4oQ/qOjUodk3u3PPPdcGYyJVgQIF/EFFdfKiElNg69atplWrVnyPJubbw6wQcCWwd+9eG1RUR1ynKlasmL1evuOOO1ytj0EIIJB4Avq+VmBxzZo1ZvPmza4nqL9r+jorVqlSxfVyDEQAAQQQQAABBBBAAAEEEEAAAQQQQCBRBAgoenwnCCh6BGRxBBBAAAEEEEAAAQQQQAABBIwx6gSzfPlyG0r88MMPo5qo24tCiXrSeJ48eaKOZwACaSmwa9cuM27cOHs8O9W9995revXqRWeMtHxT2FZCCNxyyy1m9erV/rnoczBixIiEmBuTQMAncPDgQfPee+/Z1yeffJIimIoVK/qDiYUKFUrRsukx+PHHH7chieBS+FDfYYcOHUr2I+3TqFGj7DUYlTgC//zzjz+ouGHDhrATy5kzp1FY8bfffos4eXV1vuGGG+yrevXqibOjzMScPn3alC5dOpmEwk758uVDBwEEMpjAsmXL7HdwuL9/KKSkboo8iCmDvbFMF4EgAXVTVFhRL33u3VblypWN/vap7oqJ1Ind7fwZhwACCCCAAAIIIIAAAggggAACCCCQNQUIKHp83wkoegRkcQQQQAABBBBAAAEEEEAAgSwrcOrUKaPORLoBXi/dcBupdHOObohX1xDdOE0hkIgCEydONHr9/vvvIdOrW7eu6d+/v2nUqFEiTp05IRBXAYW+rrnmmmTbWLFihaEzRFzZWXkKBNS9efHixTaYGK3bXPBqr732WhtM1Ctbtmwp2Gr6Dx05cqR57rnnok5EQbUxY8YYXY9RiSugG9/nzZtn3n///YiTLFq0qPnuu+/M2bNnI467+uqrTdOmTe2L6+/EeN+vv/562+HUVwsWLDD16tVLjMkxCwQQSLHAlClTzLRp00y4ruK33367fbhNqVKlUrxuFkAAgcQSOHbsmElKSrJhRT2k7aeffnI1wUsuucT8+9//tmFFhZfPP/98V8sxCAEEEEAAAQQQQAABBBBAAAEEEEAAgbQWIKDoUZyAokdAFkcAAQQQQAABBBBAAAEEEMhyAps3bzYKASiUqMBKpLroootsKFE34uhmXAqBRBXQDWbjx483mzZtCpnieeedZwYOHGh69uxpcuXKlai7wLwQiKuAuooq3OSr2rVrm0WLFsV1m6wcgWgCX3zxhb9b4u7du6MND/m5OjkrlNi4ceMUL5tIC4wdO9Y8++yzYaekh0PoO46boRPpXYs8F3XkUlBx7ty55u+//w47uGTJkjZU+9VXX0XdOT1gwRdWLF68eNTxDIiPgB52MX/+fP/KH3vsMaOupxQCCGRcAf1dRN0UX3vtNcedKFiwoOnbt6/9fZJCAIHMIaCHtOnvSAos6uFtBw4ccLVj2bNnN23atLFBRQUWL730UlfLMQgBBBBAAAEEEEAAAQQQQAABBBBAAIG0ECCg6FGZgKJHQBZHAAEEEEAAAQQQQAABBBDIEgK66VlPB1cocePGjVH3WTf6K5SoG/+5GT4qFwPSUUCdQBW6UucLp9JxrJtJa9SokY6zZNMIpL9A/fr1zZdffumfiLq23XHHHek/MWaQ5QTUMU5dEn2vf/75J0UG+fLlMx07drTBxKuuuipFyybq4BMnTth9cgpp6sZnBd2ojCnw2Wef2fdPrx9++CHsThQpUsTe4H7kyJGwXbx8C+thC76gov5boECBjImTQWetTmuPPPKIf/Y6F7npgppBd5dpI5ClBNasWWODigotOVWdOnVM7969TfPmzbOUCzuLQFYQ0MPc9NnXeWDr1q2ud1kPc/OFFStVquR6OQYigAACCCCAAAIIIIAAAggggAACCCAQDwECih5VCSh6BGRxBBBAAAEEEEAAAQQQQACBTCvwxx9/2KeAK5So1++//x5xX3UjjcJc6tJToUKFTOvCjmUegXfffddMnDjR6Ob/4CpatKjtmnjbbbdlnh1mTxBIpcDatWtN586dky29d+9eo6AXhUBaCSh85wslqnNiSqtMmTI2lKggX4kSJVK6eMKO//TTT83QoUPNli1bws7xiSeeMN27d0/YfWBi0QW+/fZbf1Bx//79YRdQ1+datWrZrorbtm0zv/76a8SVq9t5YFjx3HPPjT4ZRngS0MNe2rdv719HxYoVzQcffOBpnSyMAAKJJfDyyy+bqVOnhu1u26lTJxtULF++fGJNnNkggEBMBPS7ssKKeunvqm5LD09Rx2sFFuvWret2McYhgAACCCCAAAIIIIAAAggggAACCCAQMwECih4pCSh6BGRxBBBAAAEEEEAAAQQQQACBTCfw0UcfmaVLl9pQYmC3LKcdVccVhRL1atKkSaazYIcyp8Dhw4fN2LFjzdy5cx13sEuXLrZrYtmyZTMnAHuFQAoFBgwYkKwDmwJezz//fArXwnAEUi5w+vRpfyhR1yapqauvvtqGgXTc5smTJzWrSNhl1N1a4UR1zYtWjz76qLn33nujDePnCS6gB4iom+KCBQuMOvVEqmuvvdaULFnSfP/992bFihUmWrfR4sWLm2bNmtnAYsOGDRNcIuNO7+TJkyGhpAMHDhiFSykEEMg8AgqWT5o0yUyfPt1xp/LmzWv69etnevXqZQiHZ573nT1BIFhA5wJfWFHX7roOcFO+6zJfd8XM9nuMGwPGIIAAAggggAACCCCAAAIIIIAAAgikvQABRY/mBBQ9ArI4AggggAACCCCAAAIIIIBAphA4dOiQ0Y0yCiWuX78+6j7pid4KJbZp08bkz58/6ngGIJAoAq+88oqZMGGC+e6770KmpC6g6prYunXrRJku80Ag3QV+++03c9lllyWbx5tvvmk7O1AIxEvgk08+MYsXL7bhxK+++irFm1H3OIUS27VrZxo3bpzi5TPCAjNnzjTDhg0LmWrNmjWNgmnqEBxcDz/8sO3YRGUOAV27v/3222bhwoURd6hy5co2cJg7d26j7n1urvWvuOIKf2fFOnXqZA6wBNoLfUYDO2HqfKfOlxQCCGQ+AZ13FVQM10WtWrVqpk+fPvZvKxQCCGRugVOnTtmwYlJSklm1apXr33P0EIOWLVvazop6FSlSJHNDsXcIIIAAAggggAACCCCAAAIIIIAAAukmQEDRIz0BRY+ALI4AAggggAACCCCAAAIIIJBhBc6cOWNvklMoUS+FUCJVhQoVbChRN8XoRmcKgYwkoLDL+PHjzbJlyxynrcCGXgULFsxIu8VcEYi7wKxZs8zgwYP92yldurQNuFAIxFrg119/9XdL1A27qakSJUrYUKLCiQpYZdZ64oknbNghuNq2bWvGjRtnO0W+8cYb5oEHHggZ89BDD9mOTVTmEdi5c6cNKqqr4vHjx8PumK5x9Nm46qqr7A3x6qq4bdu2qBA1atTwhxX5HSAql6sBPXv2TBYsHTlypLnjjjtcLcsgBBDImAJ6wMeUKVPMF1984bgDN954o+2mqMAihQACWUNAv1crsLh27VpX12Q+lSZNmvjDipn5d56scRSwlwgggAACCCCAAAIIIIAAAggggEBiCRBQ9Ph+EFD0CMjiCCCAAAIIIIAAAggggAACGU7g448/NkuXLrWhxH379kWcv7ojKpSoV7NmzTLcvjJhBCSgYKI6SZ0+fToEpH79+mbAgAHmuuuuAwsBBBwEdLP0hx9+6P/JoEGDzIMPPogVAjET2LJliz+YeOTIkVSt95prrvEHE/PmzZuqdWSEhb7//nvbNXHRokUh01XIXh0SA2vevHn2Oy64/vOf/9iOwVTmEtDxoZCiwoo7duyIuHPqFt2hQwdz4YUX2qCiXp9//nlUEF0vNW3a1L4UWKdSJ/DCCy+Yp556yr9w165dzdixY1O3MpZCAIEMI3DixAn7gIHp06c7/m6aPXt2+xABfadfcMEFGWa/mCgCCHgX2L17tw0r6rV69WrXK6xdu7Y/rEjXa9dsDEQAAQQQQAABBBBAAAEEEEAAAQQQCCNAQNHjoUFA0SMgiyOAAAIIIIAAAggggAACCGQIgW+++cYsX77chhKTkpKizrlBgwY2lNimTRtToECBqOMZgEAiCuimLgUTA8NVvnmef/75NrShLhW6EZRCAIFQAd0k2bhx42Q/WLdunSlXrhxcCHgS0A367733nn3pJtzUVI4cOWwoUa9GjRqlZhUZahkFzoYOHWr0oIngevrpp82dd97puD/vvPOODToEl7or3n///RnKgMm6F1CIVUHFcJ2jfWvSTe0KKuq1efNmf1hRvztEqnPOOcc+vMQXVixUqJD7yTHSdkrq3LmzX+LKK6+0D5ChEEAgawjou1xBxSVLljjucPny5U2fPn3MzTffnDVA2EsEEEgmoOswX1hRf8s9deqUK6EyZcrY39//9a9/2VeuXLlcLccgBBBAAAEEEEAAAQQQQAABBBBAAAEEfAIEFD0eCwQUPQKyOAIIIIAAAggggAACCCCAQMIK/PXXX2blypU2lKjXyZMnI85VN8EplNiyZUtTtWrVhN0vJoZANAEd6+pCM23aNMehrVq1sp0pqlWrFm1V/ByBLC3w5JNPmhdffNFvoPD6nDlzsrQJO+9NYMOGDf5g4vHjx1O1MnVt8wUTL7/88lStI6MtpOu4IUOGmGPHjiWberFixczIkSOjdrlWEPSee+4J2W11UVQ3RSrzCqhDqYKK6qwY6XeBEiVK+IOK+t/qqKgb4vXfn376KSKQunz5gor6b2buYhqrI+WHH34wVapUSbY6hREU/KQQQCDrCOjcPGXKFLNr1y7Hnb7hhhvsQwYUJqcQQCBrCuj6TQ+aU2Bx1apV5vDhw64gdH2mc4gvrFi4cGFXyzEIAQQQQAABBBBAAAEEEEAAAQQQQCBrCxBQ9Pj+E1D0CMjiCCCAAAIIIIAAAggggAACCSewfft224FDN7N//vnnEeenG1YUStRLN65QCGR0Ad2Er66JTse+brj/P+zdB5gUVb7+8QMCgkhGouSM5JxcQOKDoKisAfMuigEVV/8rYLjuqoAZsyyyumLYFV0DwooEB8kgOSdJknPO8H/es7fqdk/3dNdMTejwPc9Tz9y71Kk659MzPTXtec9PVRNvvfXWeJ8m40cgWwSaNGliduzY4d5LP1tUcskW+oS6iUJ148aNs8HEOXPmZHhu7dq1c4OJBQoUyPB14q3jqFGjzDPPPBMybIUVXn75ZVOrVi1PU1IlvbvuuivkXAX2hwwZ4ukanBS/AlrM7gQVI/19kDdvXjeoqJ+5/fv3u1UVFVY8ffp0RIQyZcoEhRXjVyzrR96iRQuzdetW90b6GWXzjKx35w4IxJqAKqOpmqI210krSH7//fcbHVSrjbVXj/EgkP0CM2bMsGFFVWNWhXWvTZWvnbBismzy4tWG8xBAAAEEEEAAAQQQQAABBBBAAAEE/k+AgKLP7wYCij4B6Y4AAggggAACCCCAAAIIIBATAgqQqMqJQolapBKtXXnllTaU2KtXL1OyZMlop/PvCMS8wObNm81rr71mvvjii7Bjvf32282AAQNMxYoVY34uDBCBWBDQ75M//OEP7lBUEWv16tUmT548sTA8xhAHAnoeUShRR7QKbGlNJ1++fOb666+3wUQtqE229j//8z9hqwHLQ7/z8ufPny6SqVOnhg3pqzrT008/na5rcXJ8Cpw7d84NKkb7m6FDhw42rKifQVX2U5hOIUUdKSkpUQGqVavmhhXbtGkT9fxkO0G/Y/W71mmvvvqq6du3b7IxMF8EEPhfgRUrVpj33nvPVrwN1/R37IMPPmjuuOMOzBBAAAErsGzZMhtWdA6vLK1atTL6XFh/XzVr1sxrN85DAAEEEEAAAQQQQAABBBBAAAEEEEgCAQKKPl9kAoo+AemOAAIIIIAAAggggAACCCCQYwLnz583kydPtgtbdRw6dCjiWKpXr25DiT169DCNGjXKsXFzYwQyW+Dvf/+7rZqoKl2pmyrRqGqivu9pCCDgXeCee+6xwTKnKeT70ksveb8AZyalgKq0OaHEBQsWZNhAzyzXXnutDUZVrVo1w9eJ1467du0yTz75pBk/fnzIFPxWPJw+fXrYSqj9+/c3zz77bLySMe4MCKgCj4IwqqwYqTJi7dq17c+iworlypWzd1Jg3Qkrzp8/P+rd9TzWpUsXezRs2DDq+clwgkLGqoLqtLvvvtsMHTo0GabOHBFAIIKAnqMUVFy4cGHYszp27GirKSpcREMAAQQcgS1btrhBRT2jnTx50hOOqinqfcWprqhq2jQEEEAAAQQQQAABBBBAAAEEEEAAgeQVIKDo87UnoOgTkO4IIIAAAggggAACCCCAAALZLqAdsp1QohYHR2qqeKVQohNMzPbBckMEslBAizZHjBhhF8iHaw8//LCtMlG4cOEsHAWXRiDxBPbs2WMUJgls33zzjWnZsmXiTZYZZYqANkzQgvpx48aZ48ePZ/iaCi8pmKgjWat1Llq0yAwePNgsWbIkyDFXrlxm2LBh5s4778ywr9Nxzpw5tipl6tavXz/z3HPP+b4+F4gvgQ0bNrhBRVWkTqsVLVrUDSo2adLEPU3PY6rkruexlStXRp28qvY4YUUtik/WJq/ASmjNmzc33333XbJyMG8EEAgQULXbd99914wcOdLs27cvrI1CzaqAfPnll2OHAAIIBAmoer02JVFlRVVQ3759uyeh4sWLm65du7rVFUuWLOmpHychgAACCCCAAAIIIIAAAggggAACCCSOAAFFn68lAUWfgHRHAAEEEEAAAQQQQAABBBDIFgFV0tHCXwUTf/rpp6j3bNu2rQ0l9uzZ05QuXTrq+ZyAQLwJqOqMwolnzpwJGXr79u1t1cTWrVvH27QYLwIxIaDF0IGV1OrWrWumTJkSE2NjELEjsHHjRrda4tKlSzM8sFKlSpnevXvbUGJg6CnDF4zjjgp4KpyYOoyg8MHw4cNNp06dMm12qnCp58TUjSpumUYcdxc6duyYraaoQyHWSE2VqVVRMXWFai2Gdyorbtq0KaqBvqedsKJTnTFqpwQ5YceOHUHvefnz5zd6X6UhgAACjsD69ettNcXPPvssLIo+69GGPKp8TkMAAQTCCVy4cMEGFfWMlpKSYlasWOEZSp8rq1qrqitWq1bNcz9ORAABBBBAAAEEEEAAAQQQQAABBBCIXwECij5fOwKKPgHpjgACCCCAAAIIIIAAAgggkKUCqkjkVEs8cOBAxHtVrVrVrZbYtGnTLB0XF0cgpwQUknrjjTfM/PnzQ4agyj4KJt533305NTzui0BCCHTr1s0EBs6eeuopu/iZhoAEJkyY4AYTw4XEvSqpIqdTLVHVOpK9vf/+++Yvf/lLCIOqzb344oumZs2amU6kn3P9vKdut99+u3nppZcy/X5cMH4E9DeIgopff/11xEErVKygoo4iRYq456r6lxNU1FdV5o3UChQo4AYVFVgMvFb8qKV/pI0aNTLaiMZp2oimdu3a6b8QPRBAIKEF9D6qoOLs2bPDzlMb86iaYufOnRPagckhgIB/gcWLF9vAoo6ZM2d6vmCbNm1sUFGBxWTfVMYzGicigAACCCCAAAIIIIAAAggggAACcShAQNHni0ZA0Scg3RFAAAEEEEAAAQQQQAABBDJdQLtZO6HElStXRry+FvNqR2unWmKmD4YLIhAjAgcPHjSvvvqq+eCDD8KOSNW3Hn74YVOnTp0YGTHDQCA+BX755RfTq1evoMEvXLjQlC1bNj4nxKgzRWDt2rVuKHHVqlUZvqYqhDnVEjt06JDh6yRaR4WAR48eHTIthb5UMThfvnxZNmW9nldddVXI9fv27fr0FcYAACAASURBVGt/79KSW0B/l3z11Vc2rBgYpEutouqHTlCxVq1aQf98+PDhoLDi8ePHI6KWLFkyKKyYJ0+ehH0RbrvttqAKxW+99Zbp06dPws6XiSGAgD+BUaNGGW1osH379rAX0u/u+++/31SvXt3fjeiNAAJJIaDKzU5YUUFor5vP1K1b17Rv396trnjRRRclhReTRAABBBBAAAEEEEAAAQQQQAABBJJBgICiz1eZgKJPQLojgAACCCCAAAIIIIAAAghkioCqivz44482mKgKcdGadsh3QomERqJp8e/xLqCF8SNGjDDr168PmUqVKlVs1cSbbrop3qfJ+BGICYEhQ4aYDz/80B1L9+7dg/7/mBgkg8gWgaNHj7obJuj5xE9TeNyplli5cmU/l0qovgoY6Gdu4sSJIfPS77ZBgwZly3z1+1XVUFI3/W7V718aAvv373eDiqq8k1bLnTu3G1TUwvXUbefOnfZvHi2CV5XGaK1ixYpuWDHc9aL1j/V/Hz58uK0M7rT+/fubZ599NtaHzfgQQCAHBbZu3WqrKQY+rwcORxVoVflcFRUJDeXgC8WtEYgzgX379pnp06fbwOLUqVMjbkwROLVSpUrZ6q1OdcXixYvH2cwZLgIIIIAAAggggAACCCCAAAIIIIBAoAABRZ/fDwQUfQLSHQEEEEAAAQQQQAABBBBAwJeAFn041RK1GCRS04J+p1pi8+bNfd2XzgjEg8Cvv/5qXn/9dfPll1+GHe7dd99tBgwYYFS1h4YAApkjULt2bXPo0CH3YqrU0rNnz8y5OFeJC4EZM2a4zyY7duzwNeYePXrYYOI111zj6zqJ2FnVShVAVIW6wKYwgUJLqqyWnW3z5s2mVatWIbdUNTdVdaMh4Ah8//33tqJitOCyQq+qqnj99debvHnzhgBu2LDBraw4a9asqMAKOnfp0sUezZo1i3p+PJwwfvx4069fP3eobdu2TfO5Nx7mwxgRQCD7BBQiUlAxJSUl7E2bNGliqynyHJ99rwl3QiBRBM6ePWuDigosTps2zajiupemjSr0ubUTVtSGYjQEEEAAAQQQQAABBBBAAAEEEEAAgfgSIKDo8/UioOgTkO4IIIAAAggggAACCCCAAALpFtDCDieUuHz58oj9L774YjeUyOL+dFPTIY4FPvjgA1tRZu/evSGzaNy4sRk4cKDp2rVrHM+QoSMQewIKnKjiitMuu+wys3Tp0tgbKCPKdAEFhSZMmGCfTxYtWuTr+uXLl3erJTZo0MDXtRK18zfffGMGDx5sDh48GDTFSpUqmWHDhpmOHTvmyNRV0VHBrwsXLgTd/7rrrjPvvvtujoyJm8auwIIFC2xQUZWuA4PtqUdco0YNN6hYoUKFsBPS7xpVVdSxZMmSqJPWs2CHDh3sz0o8b9ySOhhcuHBhs2bNmqjz5wQEEEDAEfj4449tUHHTpk1hURQSVzXFK664AjQEEEAgQwJ65nMCi7Nnz/Z8jXbt2tmwoo6GDRt67seJCCCAAAIIIIAAAggggAACCCCAAAI5J0BA0ac9AUWfgHRHAAEEEEAAAQQQQAABBBDwJLB//34zceJEu/BfC2+jtZYtW9pg4tVXX20uv/zyaKfz7wgkjIAqSo0YMcJMmTIlZE7ajV3BRAWoLrnkkoSZMxNBIFYEVLEt8Gevf//+5tlnn42V4TGOTBY4duyYu2GCnk9Sh9LSezstQFW1RB2FChVKb/ekOf/tt982L7zwQsh827RpY1588UVTvXr1HLXYs2ePUfjr3LlzQePQRhkjR47M0bFx89gUULDVCSquXr06zUHqfcGpqBgpVKiF705Ycf369VEnXa9ePRtUVGBRP0fx1urWrWsOHDjgDnvmzJmmatWq8TYNxosAAjkosHv3bhtS/Nvf/mbOnz8fMhJtfDVgwABbUbFgwYI5OFJujQAC8S6gZzOFFXVMnjw55G+GtOZXv359N6yoKtu5cuWKdwrGjwACCCCAAAIIIIAAAggggAACCCSkAAFFny8rAUWfgHRHAAEEEEAAAQQQQAABBBCIKJCSkuIu/teC70itYsWKbrVEBRRpCCSbwCuvvGKrJp49ezZk6ldddZUNJ8ZzlZxkez2Zb3wJpK7ipNErWE8FvPh6Hb2MVuEXp5KzgkV+WrFixYyCazriMRjkZ+7p7avAwJNPPmk++uijkK433nij0e/AvHnzpveyWXK+Kjuqysnp06eDrt+jRw8zevToLLknF41/AYWcnaDiTz/9FHFC3bp1s2HFXr16RTxPC9+dsOKOHTuiItWqVcuGFXWoWk88NP38T58+3R2qgsB6T6UhgAAC6RWYN2+erXisZ/hwTYFoVVPU+y8NAQQQ8Cugz7mdsOLUqVPN3r17PV2yfPny7rOanteKFCniqR8nIYAAAggggAACCCCAAAIIIIAAAghkvQABRZ/GBBR9AtIdAQQQQAABBBBAAAEEEEAgRGDNmjXuwv+lS5dGFNJCdFVK1KGFqKoQR0Mg2QS08FzBxAULFoRMvUSJEuaRRx4x99xzT7KxMF8EslXg9ddfNy+99JJ7z6ZNm5rvv/8+W8fAzbJO4Ndff3WfTcK916b3zi1atLDPLQoXlSpVKr3dk+783377zQwePNhWGUndHn30UfPnP/855kxUYVOVTk6cOBE0NgXLwoUsY24CDChHBWbNmmW++uorG1g8efJkmmNRELZ379628mrZsmXTPE/fh05QUZV+AysOptWpWrVqtqqiE1iM1b+z/vrXv9rKZ0576KGHzJAhQ3L09ePmCCAQ3wL/+te/7PuKPpsK166++mpbTVHP+zQEEEAgMwROnTplw4radGHatGlm7dq1ni6rCq9du3Z1qytq8z4aAggggAACCCCAAAIIIIAAAggggEDOCRBQ9GlPQNEnIN0RQAABBBBAAAEEEEAAAQSsgCrNaJd6VSRKa7f6QCpVgVMoUQvDWHzBN1GyCuzbt88oFJVWNSZVdlA4sUaNGslKxLwRyDaBK6+80qxfv96939ChQ83dd9+dbffnRpkvcPz4cTeUqOcTVfDz0woVKuSGEtu3b+/nUknVd+7cuWbQoEFm9erVQfPWJhXDhw83ffv2jVkPVVC84oorzNGjR4PG2LlzZzNmzJiYHTcDix0BhaMVUtSxcePGNAemyjlOULF169YRJ6C/u1ShUZV69FXPk9Ga/t5SUNEJLGoxfKy0r7/+2lY0c5rG+dlnn8XK8BgHAgjEqcDhw4dtNUVVZU0rKP7ggw/a95/ixYvH6SwZNgIIxKqAKro6gUX9316bKio6hzZLoSGAAAIIIIAAAggggAACCCCAAAIIZK8AAUWf3gQUfQLSHQEEEEAAAQQQQAABBBBIcgEtttCifx27du2KqHH55Ze71RKjLbxNclamnwQCY8eOtVUTN2zYEDLb6tWr22Binz59kkCCKSKQ8wKqcnDjjTcGDURhKgVGaPEnoMplzrPJtm3bIk5AFcWiBRebNGliKyWqYmK5cuXiDyQHR6wKcgonpg74ValSxYYTtfg21tuFCxdM7dq1jYIOgY0QVay/crE1PlVAdIKKeo+K1PRzoYqKOgoWLBjxXH1fOkFFhRX37NkTdeKq1OhUVVRg8dJLL43aJytPWLduXdB7wWWXXWaWLl2albfk2gggkEQCS5YssUHF7777Luysq1atakOKt956axKpMFUEEMhOAVVz1efnOsJVlE9rLKq07YQV27Vrl51D5l4IIIAAAggggAACCCCAAAIIIIBA0goQUPT50hNQ9AlIdwQQQAABBBBAAAEEEEAgCQW0iNRZ+L948eKIAhdddJEbStTiflXLoSGQzAL6+RkxYoRdpB6u9evXzzz00EOmVKlSyczE3BHIVoFHH33U/POf/3Tvef3115t33nknW8fAzfwJqDKZ82zyyy+/+LuYMaZAgQJuKLFTp06+r5eMF1AIXyHE1E3VSvW/KxAQT61u3brmwIEDQUPWguF//etf8TQNxhoDAgoUKryb1rOgM8QKFSq4VRVVyTNaUxDYCSvq6+7du6N1MQoDOlUVFVosWrRo1D5ZcYI25zh27Jh76fnz5xttbkNDAAEEMkvgm2++sUHFZcuWhb2knvcUVGzTpk1m3ZLrIIAAAiECO3fudMOK2lxi//79npQqV67shhX1N0ihQoU89eMkBBBAAAEEEEAAAQQQQAABBBBAAIH0CRBQTJ9XyNkEFH0C0h0BBBBAAAEEEEAAAQQQSBIBVeeYOHGiu/g/2rSbNm1qg4k9evQwqpJDQwABY0aNGmXDieEWIDVv3txWTSQIw3cKAtkrcPz4cVsd7cyZM+6NP/nkE34Ws/dlyNDdVJHMCSXq67lz5yJeJ1++fOb06dMRz6lfv76tlKijYsWKGRpXsnfSz9KQIUOMfo5St5tvvtm88sorRhtYxGPT98fevXuDht62bVvz5ZdfxuN0GHMOC6hS77fffmsUmtm0aVPE0fTs2dNWVNRXL02/2wLDiloMH60pnBhYWVHhxexqvXv3NnPnznVv9+GHH5ru3btn1+25DwIIJInAqVOnbEjx/fffD6mM7BBow6D777+fqtlJ8j3BNBHISQE9r02fPt0NLK5fv97TcFT9Wp8dOtUV2dTBExsnIYAAAggggAACCCCAAAIIIIAAAp4ECCh6Ykr7JAKKPgHpjgACCCCAAAIIIIAAAggkuMCMGTPs4v8JEyaYaAtby5Ur51ZL1GJtGgII/Fdg3rx5RpWktFA8dVNgRsHEAQMGGP3fNAQQyF4Bhaj+3//7f+5NK1WqZObMmZO9g+Bu6RKYPXu2G0z87bffIvb1EkrMkyePG0rs1q1busbCycECmzdvNoMGDTIpKSkhNI8//rh57LHH4p6sUaNGZteuXUHzaNmypQ2Z0RDIiMDJkyft94/CiuF+dgKvqUqKCvMprKgKi16awtyq0KNDz6Lbt2+P2k0L3wMrK5YtWzZqHz8nPPXUU2b06NHuJfReofcMGgIIIJAVAgqIK6g4duzYsJfXZ1uqpvjHP/4xK27PNRFAAIGwAvo79+eff7ahxQULFnhW0gYTqlKvwKKXqtueL8yJCCCAAAIIIIAAAggggAACCCCAQBIKEFD0+aITUPQJSHcEEEAAAQQQQAABBBBAIAEFNmzY4C78X7hwYcQZ5sqVyw0l9urVy1x88cUJKMKUEMiYgKp5vfrqqzaceP78+ZCLdO3a1YYTmzRpkrEb0AsBBHwLXH/99UYLAZ326KOPmj//+c++r8sFMldA1cWcaonz58+PevECBQoYhXIitTp16thgop5fqlWrFvWanBBZYObMmWbw4MFm3bp1QSfmz5/fDBs2zKh6YqI0/d7esWNH0HSaNWtmxo0blyhTZB45JKCAvFNV8eDBg2mOomDBgjakqEOL0b02VQ9zgor6Gi3krevq7zstfHcCi1lRXfZf//qXGThwoDsNhcU/+ugjr9PiPAQQQCBDAnq2fO+990xaz5bt2rWz1RSvuuqqDF2fTggggEBGBVauXOlWVtQzm9emv1OcsGKbNm28duM8BBBAAAEEEEAAAQQQQAABBBBAAIH/FSCg6PNbgYCiT0C6I4AAAggggAACCCCAAAIJInD06FEzceJEt1rihQsXIs6scePGNpjYo0cPFvUnyPcA08hcgR9//NGMGDHCLFq0KOTCpUuXtsHEu+++O3NvytUQQCBdAqqeotBFYFO1gurVq6frOpycNQKqKuaEEvX17NmzEW9UqFAhc+TIkaiDcUKJPXv2jHouJ3gTULhI4cTUoVAFP4cPH260wD/RWvPmzUPCXXo+VtVxGgJ+BVS53qmquHjx4oiXa926tVtVsUiRIp5vfebMmaCw4pYtW6L2zZ07t/296QQWMyvcvWLFCtO5c2f3/uXLlze//PJL1PFwAgIIIJAZAqqm+P7775s9e/aEvdxtt91mKypWqVIlM27HNRBAAIF0CWzbti0orHjo0CFP/fWcpo0snMCiNrigIYAAAggggAACCCCAAAIIIIAAAghEFiCg6PM7hICiT0C6I4AAAggggAACCCCAAAJxLjBr1iw3lLh9+/aIsylTpoxbLVGLG2gIIBAqsHv3bhtM/PDDD8Py3HTTTTacyOJGvnsQyHmBoUOHmrfeessdiH63ffHFFzk/sCQfgSqIOcHErVu3RtS45JJLjAIz2mghUqtdu7atlKhQYs2aNZNcOHOn/9prr5mXX3455KLt27e34cTKlStn7g1j6GqtWrUymzdvDhpRgwYN7KYfNAQyS+CHH35wqypGumbZsmXdqoqNGjVK1+1V9TuwsqKq1nppWvTuBBZr1arlpUua56gyo0KTTluyZIkpVaqUr2vSGQEEEPAqsHHjRqOg4ieffBK2S4kSJWxIURUVc+XK5fWynIcAAghkqoA25NGmSj///LM99N7lpRUtWtRWg3XCiuXKlfPSjXMQQAABBBBAAAEEEEAAAQQQQACBpBMgoOjzJSeg6BOQ7ggggAACCCCAAAIIIIBAHApo8YIW/qvCy4IFC6LOoHv37jaYqEX9CgLQEEAgvIAqSL3xxhthFwgpHKNgYu/eveFDAIEYEWjatKkJDOe//vrr5uabb46R0SXXMBTyckKJ8+bNizr5kiVLmr1790Y8L0+ePPbZRcFEVXymZa6AKlwOGTLEfP755yEX7tu3r3nllVeSYgG/FvmuX78+yOCKK64wkydPzlxwrpb0Aqr6++2339rKitEChN26dXOrKqY3SHPhwgUzdepUN7DodeF7mzZtTIcOHWxgsV69eul+vfQ+HVh5/NNPP7UL6WkIIIBAdgro/e+9994zM2bMCHvbZs2a2aCiPiOjIYAAAjktoPcqJ7AYrep24Fg7derkVlesU6dOTk+D+yOAAAIIIIAAAggggAACCCCAAAIxI0BA0edLQUDRJyDdEUAAAQQQQAABBBBAAIE4ETh+/Lit5qJQogIAqpIRqTVs2NAuuNJC0Ro1asTJLBkmAjkjsGbNGls1UQvGw7X77rvPPPzww6ZYsWI5M0DuigACIQL6nXjXXXe5/7sC+KtWrTL58uVDK5sETp8+7T6X6NkksHJWuCEolKhzDh06FHGECsY41RKrVq2aTbNJrtv8+uuvZtCgQXYxbOr25z//2Tz66KNJBaIQld4/Aps2JlBFOhoCmS2gcLCeORVWTElJiXh5VTW89tpr7ZHR90N9HzvVFTds2OBpOs2bN7dBRQUWGzdu7KmP3jvGjBnjnjt48GD7/ExDAAEEckJg9OjRNqi4bdu2sLf//e9/b6spEuzJiVeHeyKAQDiBZcuWuZUVVV3Ra1PwWlWxtfGKKsTTEEAAAQQQQAABBBBAAAEEEEAAgWQWIKDo89UnoOgTkO4IIIAAAggggAACCCCAQIwLzJkzx138/9tvv0UcbalSpdxQohYm0BBAILrAyJEjbdXEAwcOhJzcunVrWzWxffv20S/EGQggkK0C/fv3N9999517z9tuu828/PLL2TqGZL3Z3Llz3WqJW7ZsichQqFAhU7hw4TQXhzud8+fP71ZL7Nq1a7LSZsu8tdhV4cTUVdUU8h0+fLjRgv1kbKpYt3Tp0qCpV69ePWyIMxl9mHPWCOhvPaeq4sGDB9O8icL3CimqkrefqoTTpk1zw4rr1q3zNCkFFJ3KigouptUUTlRI0WkKmv/tb3/zdA9OQgABBLJCQJXWFVL84IMPwl6+YMGCtpqiDj2L0hBAAIFYEdDf2fq7TYc2tDhy5IinoWmTQv03ASewWKBAAU/9OAkBBBBAAAEEEEAAAQQQQAABBBBIFAECij5fSQKKPgHpjgACCCCAAAIIIIAAAgjEoMDmzZvtwn9VS5w/f37UEWohv6olXn311UZBABoCCEQX0IJwBRPDVa7RAp6BAweaAQMGmNy5c0e/GGcggEC2Cuzbt8+oyl5g+/e//20UKqZljcCKFSvM5MmTzaRJk8yCBQui3qRSpUp2EeX+/fsjntuoUSO3WmLFihWjXpcT/Al89tlnRlXNVP0ysNWsWdMMGzbMtGnTxt8N4rx3z549Q76/q1SpYmbNmhXnM2P4sS6wc+dOt6ri4sWLIw5XIUGnqqIq02a0qYLq1KlTbWBR1cS9NP3udSorpn6/WLRokenRo4d7GX52vIhyDgIIZIfAzJkzbVBxypQpYW9Xv359W03xuuuuy47hcA8EEEAgXQLaxELPbU5gMdomQc7FL7vsMrvhmhNWLFOmTLruy8kIIIAAAggggAACCCCAAAIIIIBAPAoQUPT5qhFQ9AlIdwQQQAABBBBAAAEEEEAgRgROnjxpJk6c6FZLPHPmTMSRaQGVQolaBFqrVq0YmQXDQCD2BRTKeP31182IESPCDlY/U6qa2KBBg9ifDCNEIEkFRo0aZZ555hl39rVr17YBC1rmCvz6669uKHHGjBlRL16+fHlz8cUXG/WL1C699FK3WqKfSmBRB8QJQQIvvfSS/f2XuilspMqJBET/K6NwgjYxCGyyUeVQGgLZIfDDDz+4VRUj3U/hRCeoGKmyoZcxK7zjhBVXrVrlpYv9G1TvHzq08F1/v6Z+H9G1ihYt6ul6nIQAAghktcAnn3xig4ppPauq8quqKWoDDRoCCCAQiwIXLlywQUUnsLhs2TJPw8yVK5fp3LmzW11RG9TQEEAAAQQQQAABBBBAAAEEEEAAgUQUIKDo81UloOgTkO4IIIAAAggggAACCCCAQA4LzJs3zw0lRtsBWYtQnVBihw4dcnjk3B6B+BPQgm9VTQxXmaZcuXK2auLtt98efxNjxAgkmUD37t3NkiVL3FkPGTLEPPTQQ0mmkDXT3bFjhxtKVMVELYCM1AoXLmzKli1r9uzZE7VaYrNmzdxqiXrPpWWPwLFjx4x+Rr744ouQG+p3noKLtGCBG2+80S76DWwK4P7yyy9QIZBtAqtXr3aDips2bYp4306dOrlhxXz58vka4+zZs92woqrnemnVqlUz+vtUVXYD/6YdO3asadeunZdLcA4CCCCQLQKqxK6Q4vvvv2/OnTsXcs+LLrrIPPjgg7aiIgHrbHlJuAkCCPgQ0OebTmDRy6ZCzq1atGjhhhX9bnThY/h0RQABBBBAAAEEEEAAAQQQQAABBDJdgICiT1ICij4B6Y4AAggggAACCCCAAAII5IDA1q1b3VCil2os2uFYVd10FClSJAdGzC0RiG+BnTt32oqJ//jHP8JO5NZbb7VVEytUqBDfE2X0CCSBwMKFC83VV18dNNMFCxYYAm8Zf/EPHjxoQyUKJOrriRMnol6sevXqtlrW5s2bI56rhd09e/a0wURV2KJlr8DatWvN4MGDzaxZs0JuPGjQIPu7jxZeQM8GqigX2MqUKWMWLVoEGQLZKnDy5EnzzTff2LBiSkpKxHtXrVrVDSqqwqHfpmqiqlCsn4Xly5en+3KPPfaYefzxx9Pdjw4IIIBAVgto0wEFFSdMmBD2VjVq1LAhxVtuuSWrh8L1EUAAgUwR2Lhxow0r6tAz4/Hjxz1dV8+M+lvdOfxuduHpppyEAAIIIIAAAggggAACCCCAAAIIZJEAAUWfsAQUfQLSHQEEEEAAAQQQQAABBBDIJoHTp08bVW/7z3/+Y49Tp05FvPMVV1xhA4mqmFinTp1sGiW3QSDxBP75z3/acGK4EI1+zlQ1UeEZGgIIxIfAU089ZUaPHu0Otlu3buajjz6Kj8HH0Cj1HBIYSty/f3/U0WnhYp48ecyaNWvM2bNnI57fqlUrt1piqVKlol6bEzJfQKEihRBTV+i+9NJLzfDhw80NN9yQ+TdNsCveddddZuLEiUGzuuyyy8zSpUsTbKZMJ14EFBhUUFGBRYXL02q5cuUyvXv3tmFF/Z7MjDZv3jw3rOj1Z0C/M1Td0VnwrnA7DQEEEIglgS+//NK8++67ZtWqVWGH1bVrVxtU1LMtDQEEEIgXAf1974QV9XXbtm2ehq4NWQLDivrbh4YAAggggAACCCCAAAIIIIAAAgjEkwABRZ+vFgFFn4B0RwABBBBAAAEEEEAAAQSyWEC7smtHdoUSN23aFPFuxYsXt4FEBROvuuqqLB4Zl0cgsQW0wPCNN96wi7jDtQcffNBWjipUqFBiQzA7BBJMoG7duubAgQPurEaOHGmuueaaBJtl1k1nypQpbqVEL4sUFUpU9WZVf96xY0fEgWkxo55jFPpu06ZN1k2CK0cVGDNmjA0nnj9/Pujc2rVr23Biy5Yto16DE/4rcM8995jvv/8+iKNYsWJm5cqVECGQYwKqDu5UVVy8eHHEcTRq1Mitqli2bNlMGbP+xnUqK0a7f+ANW7du7S56b9KkSaaMhYsggAACfgWOHj1qqynqSKuS+L333mseeOABU7p0ab+3oz8CCCCQrQLaXEghxenTp9uvXv+OUSXFjh07stFEtr5a3AwBBBBAAAEEEEAAAQQQQAABBPwKEFD0KUhA0Scg3RFAAAEEEEAAAQQQQACBLBDQgn8nlDh79uyod1AY0amWqJAiDQEE/AloYaHCiYcOHQq5ULt27WzVxLZt2/q7Cb0RQCDbBRTGUAUTp5UoUcIsX74828cRbzecNWuWWy1x/fr1UYdfs2ZNoxDLvn37PPmqOpezwQKh76i8WX7CsGHDzJtvvhlyn86dOxv92+WXX57lY0i0GyiQ8PXXXwdNq3DhwraaKA2BnBb44Ycf3KqKkcaisLlTVVFBwcxqCxcuNFOnTjUzZswwc+fO9XxZVTIPrNCTO3duz305EQEEEMgKAf1doWqKqX/nO/eqWLGi/VtEFZZpCCCAQLwKLFiwwA0sevnvFs48VUnWeXZr2rRpvE6fcSOAAAIIIIAAAggggAACCCCAQIILEFD0+QITUPQJSHcEEEAAAQQQQAABBBBAIJMEtBuxFoeqUqKOtHZdd25Xp04dN5SoxZk0BBDwL6CFNSNGjLALbVI3hWZURkgS6AAAIABJREFUMVGVE2kIIBCfArfffrut/uc0VTb761//Gp+TyeJRL1q0yA0lLlu2LOrdqlWrZqpXr26fX1QZ6/jx4xH71KtXz32OUVU+Ws4LHDlyxFZN/Pe//x0ymDvvvNNWTqRlXEDPEF988UXQBQoWLGi8hH4zfld6IuBdYPXq1W5QcdOmTRE7anH5tddeaw99H2dWW7dunenTp4/ZvXt3ui5ZoUIFc+WVV7qL3lWllIYAAgjklMC4ceNsUDGtCrF6D9XmBe3bt8+pIXJfBBBAIFME9LeMPkPVkZKSYk6dOuXpunXr1g16dsuTJ4+nfpyEAAIIIIAAAggggAACCCCAAAIIZLUAAUWfwgQUfQLSHQEEEEAAAQQQQAABBBDwKaBdh51Q4q+//hrxakWLFnUX86uKDQ0BBDJHQIEaBRPDVYzSHXr16mXDiYSBM8ebqyCQEwJbt241LVq0CLq1NgZo2LBhTgwnJu+pcMqkSZNsiHPevHlRx6hKeo0aNTKqWrVy5cqoQStVeXYqJar6My12BFatWmXDieFe9yeffNIMGDAgdgYbxyN5/PHHzaeffho0g/z585uNGzfG8awYeqIJnDx50qji8LfffmsXmkdqCgY6VRUz6zk5dcXRZs2a2cDili1bPFGrOmlgZcVKlSp56sdJCCCAQGYKnDlzxrz33nv2OHjwYNhLawMIVVTkfSoz5bkWAgjklMCePXvcsKICizt37vQ0lPLlyweFFUuUKOGpHychgAACCCCAAAIIIIAAAggggAACWSFAQNGnKgFFn4B0RwABBBBAAAEEEEAAAQQyILB9+3Y3lDhz5syoV+jYsaNd0K+jZMmSUc/nBAQQ8C4wYcIE88Ybb5ilS5eGdKpYsaINJvbt29f7BTkTAQRiUkA/54EV4Jo0aWLGjx8fk2PNzkGpSpYCiQomhqsem3oseg5p166dufTSS83mzZvN9OnTow5XzzE9evSwzzEsNozKle0n6LUfPHiw2bZtW9C9ixQpYoYNG2auu+66bB9TIt9Q1h999FHQFPPmzes5fJXINswt9gTmzJnjVlVMK2DjjLpnz57mmmuusRt7+GkK8wRWN77lllvMa6+9Zn/fOEdaVcnC3TcwrFi/fn0/Q6MvAgggkG4BVYZVNcV//vOfYfuWKlXKhhTvu+++dF+bDggggECsCqiSop7bnOqKa9as8TRUVeZWdVmnMnbVqlU99eMkBBBAAAEEEEAAAQQQQAABBBBAILMECCj6lCSg6BOQ7ggggAACCCCAAAIIIICAR4Hz588bVWpyqiUeO3YsYs9atWq5i/lZSOkRmdMQSIeAgsKqmjhmzJiwve644w4bTixXrlw6rsqpCCAQqwJa5LZ27Vp3eM8//7z54x//GKvDzdJx7dq1yw0lKpx47ty5iPdTGLFLly6mTJkyRlUR1CdaUEXPMU61RJ5jsvTl9HXxDz/80AwZMiTkGnXr1rWB3ubNm/u6Pp3DCzzzzDNm1KhRQf+oSqSpQ6L4IRArAqqA41RVjBYOrF27tg0q6qhWrVq6p6DF7DfeeKPbT79Dfvzxx6DrrFixIiiwqEplXpqq/iqwqEXvCtvTEEAAgewS0PuYgopz584Ne8uWLVvaoGK3bt2ya0jcBwEEEMg2gXnz5tmwop7z9H97bW3btnXDio0bN/bajfMQQAABBBBAAAEEEEAAAQQQQACBDAsQUMww3X87ElD0CUh3BBBAAAEEEEAAAQQQQCCKwKJFi9xQ4vr16yOeXbhwYTeU2LVrV2wRQCCLBD777DNbNXHLli0hd2jYsKENJipYQ0MAgcQQmDFjhvn9738fNJmVK1eaYsWKJcYEPczi8OHDQaHEo0ePRuylim6dO3c2CqodP37cTJs2zcgsUlOQ0amU2L17dw+j4pScFFBI95133gkZgp5BFU4sW7ZsTg4v4e/93HPP2aBC6rZ161aTJ0+ehJ8/E4xfAW268+2339rAYqR20UUXuUHF9PxOOHDggP3dE9gi/Vzs2LEjKKyoEL6XVqVKFRtWdA79DqMhgAACWS0wcuRIo0qxab1X3XTTTeaBBx4wNWvWzOqhcH0EEEAgRwRUTdGprKjPGbxuNFGvXj13owk9v2mDFxoCCCCAAAIIIIAAAggggAACCCCQ2QIEFH2KElD0CUh3BBBAAAEEEEAAAQQQQCCMgCpMOJUStTNwtKaqTgpD6ShVqlS00/l3BBDIoICqrSiYOG7cuLBXUDBRR4ECBTJ4B7ohgEAsCvzpT38yn3/+uTu06667LmwwKBbH7mdMWug3adIkN5i4d+/eqJfr2LGjadOmjT1vzpw5ZsqUKVH7qKqBE0wk1BaVK8dPUPhn8ODBNmCUuv3hD38wL7zwQo6PMVkGoCConktSt40bN5r8+fMnCwPzjFOB1atXu0HFTZs2RZyFqiD26tXLBhYrVaoUdcatWrUymzdvds/T39aqfhitnTp1KiisuGrVqmhd7L+XKFEiKKxIBXVPbJyEAAIZFNBGSdqk4B//+EfYK2jzMoUUVVExX758GbwL3RBAAIHYF9B/Q3HCivq6Z88eT4OuUKFCUFgxmTaf8gTESQgggAACCCCAAAIIIIAAAgggkGEBAooZpvtvRwKKPgHpjgACCCCAAAIIIIAAAggECKiahBNMPHLkSEQb7YbuhBJVsY2GAAJZK6AFgCNGjDDhfjY7dOhgg4laDE1DAIHEEjh58qSpXbu2UWjBaWPGjLHVARO1/fTTT24oUVWnorXWrVubLl26mEKFCpklS5bYZ5l9+/ZF7KbKU04osWnTptFuwb/HiMDy5cvNoEGDzIIFC0JG9PTTT9vF8LTsFXjllVfMq6++GnLTdevWGSq6Ze9rwd0yJqDfswo8awOQaKF2BW8VUtTRqVOnNG/Yr18/M378ePffX375ZXPbbbele4ALFy50A4szZ8701F8VhAMrK+oZgoYAAghkhYAqh+lzCoVywjV9VqhnM71n0hBAAIFEFzh+/Lh9bnMCi+vXr/c0ZYW6nWe3K6+80lSuXNlTP05CAAEEEEAAAQQQQAABBBBAAAEEwgkQUPT5fUFA0Scg3RFAAAEEEEAAAQQQQCDpBZyF/FrMv3bt2ogeWvjvhBK7d++e9HYAIJAdAlqMrOpE4aqZaodtBRP79++fHUPhHgggkAMCn332mXnsscfcO2un/Xnz5uXASLL2lqp2OHnyZFsxMdrziEbSpEkTG9KsVq2a0cI/PccovBapXXzxxfY5xgkm5smTJ2snxdUzVUAbaSicuGvXrqDr6nehKvmx+D1TudN1MT2n6DVI3VT9rWjRoum6FicjkJMCixYtMt99950NK27bti3iUBo3buyGFVNXLNSmIi+++KLb/8477wz7M5KeuarKo/4e0DFjxgyjarJeWrNmzdxF7y1btvTShXMQQACBdAl89NFH5r333jOqrBiu9e7d21ZTbNCgQbquy8kIIIBAPAvMnj3bDSyG22AnrbkppKjAor6yKWQ8fwcwdgQQQAABBBBAAAEEEEAAAQRyRoCAok93Aoo+AemOAAIIIIAAAggggAACSSmwe/dut1KidjyP1vQfxJ1gYpkyZaKdzr8jgEAmCBw7dsxWTHz77bfDXu26666z4cRatWplwt24BAIIxKpAnz59TGDVJP3cK6SVCE2VoaZOnWqDidowIVqrW7euDSWqWuzOnTvts4wCjdFaixYt3FBixYoVo53Ov8egwAcffGBUITF1q1+/vhk2bJihCmbOv2jvvPOOef7550MGsmzZMlOyZMmcHyAjQCAdAkePHnWDiikpKRF7ahOfXr162bBi+/bt7bmqxBhYMVHvUd9//306RhD51MOHD7tBRQUWN2zY4OnaNWvWDKquqOA+DQEEEMgMAW0goWqKf/vb38JeTu83CimqoqLeN2kIIIBAMgmsXLnSrayo/xZz/vx5T9NXsDuwuqKnTpyEAAIIIIAAAggggAACCCCAAAJJLUBA0efLT0DRJyDdEUAAAQQQQAABBBBAIKkEfvzxRzeYeOjQoYhzr169uhtKVHUIGgIIZJ/A+PHjbTgxXDWwqlWr2mDijTfemH0D4k4IIJAjAmvWrDEdOnQIurcWsylgEK9N1R9/+ukne3gJJeo9r0uXLjaYePbsWfc5Zs+ePREJVGnSqZRIxah4/W7577ifffZZM3LkyJBJqJq3qvaVLl06vieYQKPX66TXK3VTVTo2OUmgFzrJpvLLL7+4YUWF4yM1BeIVVFSQXr+3nJYvXz6zefPmLJNThR5VVVRYcf78+Z7uo59JZ8G7vl522WWe+nESAgggEElAVdFVTVGfP4ZrtWvXtkFFPs/g+wgBBJJVQFW6f/75Z/fYv3+/J4pKlSoFhRWLFCniqR8nIYAAAggggAACCCCAAAIIIIBAcgkQUPT5ehNQ9AlIdwQQQAABBBBAAAEEEEh4AVUtUYUhHatXr44434IFC7qhRC3qpyGAQPYK/Pbbb+aNN94wn3zySdgb/+EPf7DhxFKlSmXvwLgbAgjkiIAqw7355pvuvdu1a2fGjh2bI2Pxc1MFJ5xQYrjgdeprly9f3gY7dCho6DzHLF26NOIw8uTJ44YSVfmZylB+XrWc77t3714zePDgsFXH+vXrZ5577rmcHyQjCBH4+9//bp588smQ/12hqcsvvxwxBOJWQBv8jBs3zoYVFQSM1IoVK2ZOnTpljh8/7p6mqoqqBJzVTZsbOGFFjTNwDGnd+5JLLjFXXnmlu+hdmxXREEAAAT8Cn3/+uQ0qrlu3LuxltNGEqik2b97cz23oiwACCMS1wJEjR+xzpRNY3Lhxo6f5FC1aNGijCX1uQkMAAQQQQAABBBBAAAEEEEAAAQQkQEDR5/cBAUWfgHRHAAEEEEAAAQQQQACBhBTQgm5nMb8CAdFa27Zt3WBiuXLlop3OvyOAQBYIKJSocKJCiqlb06ZNbTBRVcRoCCCQPAJasBv4nvDaa6+ZW265JS4AtMjOCSVG2yBBEypRooQbSlTlKQU59CwzceLEqPOVkwKJOipXrhz1fE6IfYHFixfbcKK+pm6q0Ne/f//Yn0QSj/Djjz82TzzxRIiAwsr8jCbxN0YCTX3u3LluWDFaRV9n2kOHDjV33313tirocwH9PnaOcH9nhBtQ69at7aJ3hRb1dwgNAQQQyIjAwYMHzbvvvmuDiqqEHq6pmqIOqrhmRJg+CCCQaALOJhMKLIb7Wzit+bZv394NLNarVy/RWJgPAggggAACCCCAAAIIIIAAAgikQ4CAYjqwwp1KQNEnIN0RQAABBBBAAAEEEEAgoQQmT57sBhMPHDgQcW5Vq1Z1F/Oz6DChvg2YTJwJqMqpgonjx48PGflFF11kBg4caMOJefPmjbOZMVwEEPAjMGnSJHPHHXe4l8ifP7+thBzLVQFTUlLcUGJa1VICTUqWLGk6dOhgOnbsaDp16mSWLFniPsfs2rUrIp8qsTmhRAUpaIkjoN+HgwYNMgrWpP5+UVXRnj17Js5kE3gmn332mXnsscdCZqigFNXZEviFT7Kp7d+/3wYVdcycOTPi7FWlUJsMXHPNNaZFixbZLnX+/PmgsGK0qsTOAPXz2qZNG6PftfpKJfdsf+m4IQJxL7Bo0SIbUtR7ZbimzQsUUgz82yfuJ80EEEAAAZ8C+rxYQUX9/TRt2jTPV2vUqJEbVtSmlDQEEEAAAQQQQAABBBBAAAEEEEguAQKKPl9vAoo+AemOAAIIIIAAAggggAACcS+wYsUKdzH/ypUrI86nQIEC7mJ+LepX+ImGAAI5J/DWW2/ZcOKxY8dCBqGwjsKJzZo1y7kBcmcEEMgxAS3S/eabb9z79+3b17z66qs5Np5wNz537pwbSFS1xI0bN0YdX5kyZWwgUYfCiTt37nSfY6JVCNBzixNK1Fc919ASS2DkyJFGFRJTt4YNG5rhw4cbLbakxY/A2LFjzcMPPxwyYL1f1K5dO34mwkgR8CAwa9Yst6qigouRmqrcKKjYq1cvU6hQIQ9Xz/xTtOg9sLqifqdHa9okwQkq6it/p0QT498RQCBQ4N///rcNKi5fvjwsjP4+0N9Aqt5KQwABBBD4P4EtW7bYsKJzHDp0yBNPlSpV3LCiqmNfeumlnvpxEgIIIIAAAggggAACCCCAAAIIxK8AAUWfrx0BRZ+AdEcAAQQQQAABBBBAAIG4FNCCx//85z/2mDJlStQ5aPGgs6BfFYdoCCCQswJaUKJgohYyp26qKKaKif369cvZQXJ3BBDIMQH9nr/iiiuC7v/ll1+aWNj9/vTp00GhRC2Ui9YqVKjgVkrUwuMzZ86YH374wX2WidZflZ6d5xhVgKYlpsAzzzxjRo0aFTK5q6++2qhy4mWXXZaYE0/wWX399dfmgQceCJmlqsTWq1cvwWfP9JJRQNVfv/vuO6Pf26oaFqmVK1fOBhV1NG7cOMe4tm3bFhRW3LNnj6exVKtWLai6YunSpT314yQEEEhegRMnTtiQ4rvvvht2oybJ3H333fbZgc8vk/f7hJkjgEDaAgonBoYVvXwmo6uVKFHCBsAVVNRRvnx5mBFAAAEEEEAAAQQQQAABBBBAIAEFCCj6fFEJKPoEpDsCCCCAAAIIIIAAAgjElcDUqVPdxfz79u2LOPbKlSu7i/mbN28eV/NksAgkqoAWkSiYqAV54VqfPn1sOLF69eqJSsC8EEDAg8AHH3xgnn76affMWrVqmZSUFA89s+YULSRWxTPnUJAhWtNO/YGVEvPkyWOmTZtmg4k6VDkxUlNowwklxkIwM9p8+feMC+zevdsMGjTIPuOmbvfee6/5y1/+kvGL0zMmBMaNG2f0WqZues2pihkTLxGDyCIB/f4+fPiwp6ureroTVsyfP7+nPllxkn7nq7LijBkz7GYqK1as8HSbfPnyBVVX5DMIT2ychEDSCqxcudJ+LqIwd7hWtmxZW03xnnvuSVojJo4AAghEE7hw4YINK+rZTV9VIdtL0+czgWHFunXreunGOQgggAACCCCAAAIIIIAAAgggEAcCBBR9vkgEFH0C0h0BBBBAAAEEEEAAAQRiXmD16tVmwoQJdtH28uXLI4734osvdhfza1F/3rx5Y35+DBCBZBH49ttvbThx1apVIVOuUaOGDSbecMMNycLBPBFAIIJAjx49gqouDR482Dz88MPZanbkyJGgUOKuXbui3r9mzZpupcQOHTrY8/We51RLjLZYLleuXEHPMQULFox6T06Ib4GFCxcafX8vXbo0ZCJ//etfWZQe3y9v0Oj1PqCKSKmbwovNmjVLoJkyFQT+T+Dmm2+24XynqeLghg0bIhJVqlTJBhV79epl6tevn+Oc+gxCQcXZs2fbr14Dl6p43KZNGze0WKZMmRyfCwNAAIHYE9DnnaqmuGDBgrCD0/uIgoqdO3eOvcEzIgQQQCDGBBYvXuwGFrXZhNfWtGlTN7DYunVrr904DwEEEEAAAQQQQAABBBBAAAEEYlCAgKLPF4WAok9AuiOAAAIIIIAAAggggEBMCqjKmgKJWqgzadKkqGNs2bKlu6C/YsWKUc/nBAQQyD6BTZs22WDiP//5z7A3VUUAhRNLlCiRfYPiTgggELMCWlCmTQYC2/z5883ll1+e5WM+ePBgUChx7969Ue+pnfadSolOpUNVedZzjAJJU6ZMiXqNxo0bu88xVJCNypUwJyiYpsqJ+/fvD5pTqVKlzPDhw0N+DhJm4kk8kcmTJ5vbb789RODrr782rVq1SmIZpp6oAs8//7x555133Ok9+OCDdvH3d999Z/QeqM0AIrXu3bu7VRUvuuiiHGfS5xQKKTqHKqB5ado4SYvdFTTSQXVFL2qcg0DyCJw/f95WU1RQMfVzoaNw66232qCigt40BBBAAIHoAhs3brRhRafCYrTnTueK+kwmsLriJZdcEv1mnIEAAggggAACCCCAAAIIIIAAAjEjQEDR50tBQNEnIN0RQAABBBBAAAEEEEAgpgRUXcEJJu7Zsyfi2BREVIBBhwKKNAQQiD2Bjz76yIYTd+7cGTI4LcxVMLFTp06xN3BGhAACOSbwzDPPmFGjRrn379Kli/n444+zbDwKIf7000/uoZBitNawYUMbSlSVxMBnkB9//NGGEnUcOHAg4mXKli1rFLzQc4wWv9GSS0CL0FUhMXVr0qSJDSfGQtWw5HpFsm+2KSkp5pZbbgm54dixY027du2ybyDcCYFsEFAF9fvuu8+9U/v27d1NS7Zv325DigorqppspKZAjqoq6qhdu3Y2jNzbLVQZObC6oteF71WqVAmqrqhnAhoCCCDw66+/2pDip59+GhajePHiNqT4wAMPmNy5cwOGAAIIIOBRQOFvJ6yor9u2bfPU87LLLgsKK/LM5omNkxBAAAEEEEAAAQQQQAABBBDIUQECij75CSj6BKQ7AggggAACCCCAAAII5LjA2rVrbShRx5IlSyKOJ0+ePKZHjx5uMPHiiy/O8fEzAAQQCBVYtGiRDSZOnDgx5B9VQWTgwIE2nBgLlVB4/RBAILYErrjiiqDKIQpy9e7dO1MHuWvXrqBQopdAQdOmTd1KiQqROU0VH51Q4po1ayKOU+95CiQqmKijYMGCmTovLhYfAk899ZQZPXp0yGAVvBk2bJjR4nNaYgvMmDHD/P73vw+Z5Oeff26DzzQEEkVgw4YNQcFbvb+tWLEiZHpTp051w4rHjx+POP1evXoZ54glJ21wEFhdcdWqVZ6Gp884AqsrtmjRwlM/TkIAgcQVUAV2/Q00c+bMsJPU3yUKKl599dWJi8DMEEAAgSwSOHv2rJk+fbobWPRaETtfvnzmd7/7nRtYjKVNM7KIissigAACCCCAAAIIIIAAAgggEJcCBBR9vmwEFH0C0h0BBBBAAAEEEEAAAQRyREBBACeUqEX90VqzZs3cYGLlypWjnc6/I4BADglcuHDBjBgxwrz55pvm5MmTIaPo2rWrDSYGhntyaKjcFgEEYlAgdaWltIIMGRm6dsgPrJR44sSJqJdp1aqVWymxQYMG7vmq+qTnFz3LKGgUrSls4IQSVTWJlpwCqiY8aNCgsOF9VcJ5+umnkxMmSWc9d+7csOHrMWPGmM6dOyepCtNORIGaNWuawI0A9L1fsWLFsFP97bffbEVFVVbUBgCRmhaFO1UVVWEx1trSpUvN7Nmz3dDi0aNHPQ1Rn3e0adPGDS2WK1fOUz9OQgCBxBPQhhaqqKi/PcK1Pn362KBi3bp1E2/yzAgBBBDIJoEFCxa4YcU5c+Z4vmvz5s3dsGLLli099+NEBBBAAAEEEEAAAQQQQAABBBDIWgECij59CSj6BKQ7AggggAACCCCAAAIIZKuAdqd1golapB2plS9f3lYZUsVEVRSgIYBAbAuo8omqJs6bNy9koKVKlbJVE+++++7YngSjQwCBHBW48847zY8//uiOoV+/fua5557L8Ji2bNkSFEo8ffp01Gu1a9fOrZRYp04d93ztsu+EEvU1WoUnBQycUCKL1aKyJ/wJWvSocOLy5ctD5jp06FB+Pyb8d0D4Cer7omfPniH/+OGHH9r3DxoCiSBw/fXX26Ce0xS40d/40dqkSZNsUFFHuI1PnP6qTuwEFWP15+bAgQNB1RVXr14dbfr23zW3wOqKPE94YuMkBBJKQOFEhRTDVd/WRFWRXRtdKKhYoECBhJo7k0EAAQSyW2D9+vVuWPHnn382Xja20hi1IUdgdcX8+fNn99C5HwIIIIAAAggggAACCCCAAAII/K8AAUWf3woEFH0C0h0BBBBAAAEEEEAAAQSyXGDDhg02lDhhwgSzaNGiiPfLnTu3DSU6wUQW12T5y8MNEPAtsH//fls1cdSoUWGvdeONN9qqiVWrVvV9Ly6AAAKJK6AKh6qYHNj07NC4ceN0TVrPHdOmTXODiefOnYvav2PHjm6lxBo1agSdr0pPCiTq2LRpU8RrXXLJJTZUpOcYfc2TJ0/Ue3NC4guoMqjCiQcPHgyarKpiDRs2zKi6MC15BZYsWRI2jKjnqnDhxeSVYubxKvDMM88E/Z3w6KOPmj//+c+ep7N582a3quKyZcsi9qtfv77p1auXDSxWqlTJ8z2y+0T93AdWVzx27JinIWhOgdUVtakTDQEEkkNg5syZ5r333jNTpkwJO+F69erZoOJ1112XHCDMEgEEEMhigd27d9uwojbc1Ndom206wyldunRQWFH/Pw0BBBBAAAEEEEAAAQQQQAABBLJPgICiT2sCij4B6Y4AAggggAACCCCAAAJZIqCqQk6lxPHjx0e9R5MmTdxgYrVq1aKezwkIIBAbAl999ZWtmrhu3bqQAdWqVcsGE1kgFxuvFaNAINYF3nrrLaNKck5r1KiRfZbw0mbNmmW0aHfGjBlhq7imvkbevHndQKLCiap2GNg2btzohhLDVYVNfT1VXXRCiQqd0RBwBFTxJlwV0BYtWthwYt26dcFCwKxcudJ06tQpREJBhN69eyOEQFwLjB071jz88MPuHLp06WI+/vjjDM1p4sSJbljxzJkzaV5DVWucqorhfrYydPMs6qTNXvQc4xxr1qzxdCdt7hRYXbFVq1ae+nESAgjEt8Cnn35qg4ralCVcU0hbQUX9LUVDAAEEEMgcgVOnTgVVVly7dq2nC+uZNLCyoiot0hBAAAEEEEAAAQQQQAABBBBAIGsFCCj69CWg6BOQ7ggggAACCCCAAAIIIJCpAlpU5wQTVQkpUitbtqwbStTCfhoCCMSPgBbDqWril19+GXbQ/fv3t+HEYsWKxc+kGCkCCOSoQIcOHUzgonyFuvr16xd2THv37rVhRCeUGK2yoS6iqsyBlRIvv/zyoGurepFTKVHPMtEqLyqErSqJOlgAnKPfOjF78yFDhpgPP/wwZHwK7g8fPtwULlw4ZsfOwLJfQItc27dvH3Jjhbf79OmT/QPijghkksCqVavMVVeuVDDYAAAgAElEQVRd5V6tTJkyZtGiRb6u/uuvv5px48bZsKICvpGaqir26NHDXH311SZ1lWRfg8iizosXLw6qrqjNn7y0ihUrBlVXTP2c4+UanIMAAvEhoGCzNsFQUPH8+fMhg1YVd4UU77//flO0aNH4mBSjRAABBOJIYO7cuW5lxfnz53seecuWLd3AYvPmzT3340QEEEAAAQQQQAABBBBAAAEEEPAuQEDRu1XYMwko+gSkOwIIIIAAAggggAACCPgWUJUhJ5T4yy+/RL2eKgw5x6WXXhr1fE5AAIHYEhg9erQNJyoglLppocXAgQONgkY0BBBAwKuANji44YYbgk5fsWKFKV68uPu/KYCgUKITTPSyYF8BMIUS9Z6kr6VLlw4Z0s8//+wGE3fs2BFxyApdO6HErl27ep0e5yWZwPbt283gwYPNjz/+GDLzhx56yCi4SEMgnIBCV23btg35Jz133XTTTaAhELcCqlSsyjNOU0BRQcXMaBMmTHDDiuGCOoH3UEhRhwKLF198cWbcPkuvsW/fvqDqil6r9eTKlSuouqIqLdIQQCDxBBYsWGBDiuPHjw87OYWyFVS8+eabE2/yzAgBBBCIEYHVq1cHVVeMVOU7cMi1a9d2w4r6zErhchoCCCCAAAIIIIAAAggggAACCPgXIKDo05CAok9AuiOAAAIIIIAAAggggECGBLS4UAsBFUzU12hVhho2bGhDiVoIGA9VCzKEQicEElxAAWQtkJ8yZUrITLXAV8FEVU3UglgaAgggkB6Bxx9/3Hz66adul2uvvdaoalhglcQlS5Z4uqQqNKsysyqRKZQYGHJ0LqDw48SJE20wcdmyZVGv26lTJxtM1LNMiRIlop7PCckroOoJgwYNCqnolTt3bjNs2DBzxx13JC8OM/cksHXrVtOiRYuQc1955RVz6623eroGJyEQawI9e/Y0CtI4bcyYMaZz586ZOsx169a5QcXAiszhblKpUiW3qmLTpk0zdRxZeTEFO2fPnu2GFk+cOOHpdhUqVLDVFbWZjN5fqlWr5qkfJyGAQHwIfPXVVzaoqL9xwjVtrKKgot4DaAgggAACWSegTa+0CZZzhNvcL9zd9TnW7373O3PllVfar5dddlnWDZIrI4AAAggggAACCCCAAAIIIJDgAgQUfb7ABBR9AtIdAQQQQAABBBBAAAEE0iUwd+5cN5ioxbORWqlSpdxKiQoJ0BBAID4FtPPzG2+8Yd58800TbhdohXYUTGzUqFF8TpBRI4BAjgqcPn3aaOf4wEX2qiCmSmLRKho6A7/iiivsQi4dCifmy5cvZE47d+50Q4kpKSlR51y/fn37HKP3uDp16kQ9nxMQ+Prrr2048fDhw0EYCoYMHz7cXHXVVSAh4ElAVTjDhab0fXTnnXd6ugYnIRBLAnpv/Mc//uEO6YknnrCbm2RVGzdunPn+++/tZxdnz56NeBs9O2gjJVVWjKfF4FrwrgrUzqGAptemZ5zmzZvbQ4HFcuXKee3KeQggEKMCqi6vkOK7775r0qo0379/fxtU1Oe1NAQQQACBrBU4duyYG1ScPn262bBhg6cbXnLJJTak6AQWq1ev7qkfJyGAAAIIIIAAAggggAACCCCAwH8FCCj6/E4goOgTkO4IIIAAAggggAACCCAQVWDLli1upcR58+ZFPV87c2tBv44iRYpEPZ8TEEAgdgUmTZpkqyYuXLgwZJBlypSxC4tZKB+7rx8jQyAeBF588UX7PpOepkqtgYHEtALSClU7lRL19ejRoxFvo/c1BRJ1sLlCel4Rzn377bfNCy+8EALRunVrWzmxVq1aICGQLgGFqhs3bhzS5/nnnzd//OMf03UtTkYgpwVUJVnVkp2mMOAHH3yQ5cPSZgcKKY4fP94sXrw44v2KFi1qQ4o6VIE53pr+Xgusrnjy5EnPU1BI0Qks6vdW4cKFPfflRAQQiC2BlStX2pCiqiqGaxUrVrQhRT7Hia3XjdEggEDiC2hTCaeyoqpie216NnPCivFU+dvr/DgPAQQQQAABBBBAAAEEEEAAgcwWIKDoU5SAok9AuiOAAAIIIIAAAggggEBYAS3o/89//mMPLeYLVzUtsKNTZUihRFVBoiGAQHwL7N6921ZN/Pvf/x52IjfffLOtmli5cuX4niijRwCBbBdQSHDGjBlm5syZ9uvq1as9jaFkyZJuhUSFE1WVLq2mBfo//PCDDSdu3rw54vXz5MljunXrZg8FEwsVKuRpPJyEgCOQujKY87///ve/t+HEggULgoVAhgT27NljGjRoENL32WefNaqCREMgXgSWLFlif8c6TQGZuXPnZuvwVT1Zn20osLh///6I927YsKFbVbFatWrZOs7MuJneOwKrK65fv97zZQsUKGCrKjqBRT1zaWMIGgIIxJeA3u9UUXHBggVhB67NWBRUVOiFhgACCCCQvQLLly83qqroBBbPnz/vaQB169Z1w4raUINnNE9snIQAAggggAACCCCAAAIIIJBkAgQUfb7gBBR9AtIdAQQQQAABBBBAAAEEggTmz5/vBhM3bdoUUadEiRJ20Z5CifFYYYCXHgEEwgt88cUXtprZxo0bQ06oU6eODSZee+218CGAAAKeBVTBSGFEJ5gYLRjgXFhV59q1a+cGEyMFvdauXeuGEsNVfU092FatWrmhRMLWnl9KTgwQ+O2338zgwYPN5MmTQ1xUYfiJJ57ACwHfAvv27TP16tULuc5TTz1lHnzwQd/X5wIIZIfAuXPn7MYCFy5ccG+3YsUKU7x48ey4fdA99u7d61ZV1KLwSC137ty2oqI+99DXvHnzZvt4M+OGCijNmzfP6PMefdX7item18gJLOrZqUmTJl67ch4CCOSwgN5zVU1RR1p/f9111102qBhp85ccnga3RwABBBJaYOvWrW5QUc+mBw8e9DTf8uXL27Cic+TEc7WngXISAggggAACCCCAAAIIIIAAAtksQEDRJzgBRZ+AdEcAAQQQQAABBBBAAAGjxdVOtURVHIrWOnXq5AYTixUrFu10/h0BBOJEYM2aNbZq4tdffx12xPfff78NJxYpUiROZsQwEUAgJwXmzJnjhhLTUyWpdevWbiBR1XsiNS2wV5VEVUucNGlS1OnWqFHDDSU2bdo06vmcgEBaAvqeVuXE1BVA8+XLZ4YOHWpuvfVW8BDINAEtUtUmEambvgf1bEZDIB4EunbtapYtW+YO9V//+leOV+7ShgaqqKhKY9E2aNJmBgop6mjcuHE8kIcd46lTp2xIMTCweOLECc/z0WJ4J7CoTST0bEVDAIHYFtBmMQopfvrpp2EHWqZMGaPPe+69997YngijQwABBBJc4PDhw0Fhxc2bN3ua8aWXXuoGFVX9umrVqp76cRICCCCAAAIIIIAAAggggAACiShAQNHnq0pA0Scg3RFAAAEEEEAAAQQQSFKB8+fP24V4CiZqMZ4WqUVqdevWtZUSVTlA/zcNAQQSS2DkyJHmzTffDLurvsJCqgSlHZlpCCCAQFoCCgs6FRL1NVwV1mh6qjin95tozQkl6uuBAwcinq5d5Lt162a6d+9uFI6gIeBX4KuvvrLVEY8dOxZ0KYVXhg8fbtq3b+/3FvRHIERAi1VVVTZ1e/zxx81jjz2GGAIxL/CnP/3JfP755+44n376aVu1KxbamTNn7OciOvQ5iT4vidT0Pu9UVSxRokQsTCHDY1AAWqF7J7CoKovpadWrV7eBRVVX1IJ4BZ1oCCAQmwJTpkwx7733npk5c2bYAeqzHwUVu3TpEpsTYFQIIIBAkgmooqKO6dOnm6VLl3qefdu2bd3AYqNGjTz340QEEEAAAQQQQAABBBBAAAEEEkGAgKLPV5GAok9AuiOAAAIIIIAAAgggkGQCToUABRO1g3akpuqICiXq6Ny5c5JJMV0EkkNAFc5UNTElJSVkwvnz5zePPvqoefjhh5MDg1kigEC6BVatWuVWSdRC19SBrbQuqN3cq1SpYrRI1mmqPKdqdAUKFAjb7ZdffrGVEhVKXL9+fdSxKoyoUKLCiQop0hDIDAGF+YcNGxZyKVWRUjixWrVqmXEbroFAWIGjR4+a2rVrm3PnzgX9u4LdCs3SEIhlgQ8//NAMGTLEHeJ1111nK3rFWtMzhlNVMdpCcD1fqKKiwoodOnSItalkaDw7duww+hvRqbK4cuXKdF2nQYMGRhWwtTBegUVV9KEhgEBsCYwePdoGFbdt2xZ2YH379rVBRQWQaQgggAACsSGwZMkSt7qiNgXz2urVq+eGFdlMyasa5yGAAAIIIIAAAggggAACCMSzAAFFn68eAUWfgHRHAAEEEEAAAQQQQCAJBLTATIFELbJLa5fsQIaOHTu6wcSSJUsmgRBTRCD5BE6cOGGDiW+99VbYCiFaZPvII48YLTClIYAAAo7A2bNn7bOEFkPpWLx4sWccLVZXiEuL1VWdQ1WTvv76a7f/LbfcYl577bWg66kKoxNKVHWfaK1p06ZuKLFGjRrRTuffEfAsoGpagwYNMmPGjAnpc/PNN9vQooL9NASyWkDPcHXq1DGnTp0KutWAAQPMk08+mdW35/oIZFhAlfmuueYat7+CL6oGE8tt6tSpblhRlQYjNVWnUVhRhzZhSJSmja1mz57tBhY3bdrkeWq5cuWy1RVbtmxpn//0HEhDAIHYENi+fbsNKX7wwQdhB6RN6xRSvO+++0zevHljY9CMAgEEEEDACuizMqeyor4eOXLEk0yFChWCwopFihTx1I+TEEAAAQQQQAABBBBAAAEEEIgnAQKKPl8tAoo+AemOAAIIIIAAAggggEACCyiUqGP8+PHm+PHjEWeqShxOtcT69esnsApTQwABvS8onKidl1O3cuXKGVXhuf3224FCAAEErIAWoquSjhanK5SoxaxeWsGCBd1Aohak16pVy+2mRf4K2AS2sWPH2vMPHz7shhIVTlQwLFKrXLmyG0ps1aqVl6FxDgLpEti6dasNJyqokro9/vjj5rHHHkvX9TgZAb8CCieqEoYqKgY2hQj+53/+x+/l6Y9AlggoXKsKyoFt3bp1cVFhb8+ePfZzFR3RKtbkyZPHraqosOJFF12UJZ45ddEVK1bYzSoUOFWVxd27d3seyiWXXGIDi051xYYNG3ruy4kIIJA1Avp5VlAxsLJ94J2aNGlig4o9e/bMmgFwVQQQQAABXwIHDhww06ZNc6srplUdN/VNChcu7IYVf/e735lKlSr5GgedEUAAAQQQQAABBBBAAAEEEIgVAQKKPl8JAoo+AemOAAIIIIAAAggggECCCaiSkRNM1GK/SE07pDqhxK5duyaYBNNBAIHUAgoVKZj48ccfh8Xp27evDSdqN2UaAggkr4B2Xle1QoUSdSxYsMAzht4/VCHHqZKTViXmv//970GVvlTtUKGaiRMn2nCiggCRWqFChdxQYrdu3YzCADQEskJAwVyFE9euXRt0+QIFCpihQ4caVU+kIZATAqpoq41lUld169evn3nuuedyYkjcE4GoAh06dDBr1qxxz1Ml5XjbXOCXX35xqypu2bIl4pwVyFRIUdXpVWExEZs8FNp0Aoupg9OR5lyiRAm3uqKeHatVq5aIRMwJgbgQ+PTTT21QccOGDWHHe8MNN9ig4hVXXBEX82GQCCCAQLIK/PTTT25YceXKlZ4Z9CymoKKOBg0aeO7HiQgggAACCCCAAAIIIIAAAgjEmgABRZ+vCAFFn4B0RwABBBBAAAEEEEAgAQR27drlhhJ//vnnqDPSf2TUAjmFE0uVKhX1fE5AAIH4F/jss89sODHcIlotMHvkkUdMr1694n+izAABBDIksGjRIhtGVDBx1qxZRiFFr00L7p1Aor7mypUraldV4AgMPirIuHfv3qj9Onbs6AYTS5cuHfV8TkDAj8CXX35pVCFR1eoCW/Xq1c2wYcNsxU8aAjkpoAqzqkCW+v3zrrvust+jNARiTWDAgAHmq6++coelMK1CtfHY9LtBFRUnTJhgv0ZrCmcqrKijWLFi0U6Py3+/cOGCDSvqUHVFHdEqYQdO9PLLL3erK+qZks+r4vLbgEHHsYCqcL377rv2CPezqyqoDzzwgFHF5oIFC8bxTBk6AgggkBwC+txN/71Qhz7z89oUUHTCinomoyGAAAIIIIAAAggggAACCCAQTwIEFH2+WgQUfQLSHQEEEEAAAQQQQACBOBZQlSFVS9RiuGi71KsykQKJCiZqESsNAQSSQ2DFihU2mDhu3LiwE37wwQdtOFHVyGgIIJA8AgorO1USFUjctGmT58nny5cvKJCY3ioa3333nenfv7/n+2lhVPfu3Y0qJdatW9dzP05EwI/AiBEjzIsvvhhyCQVMFPyqXLmyn8vTF4FMFWjcuLHZuXNn0DVvu+028/LLL2fqfbgYAn4FRo4caZ599ln3MjfddJPR+228t3Xr1tnPZXQsX7484nS0KYNTVVELvxO5HT9+3A0salH8smXL0jXdWrVquZW5tThe1YtpCCCQ9QILFy60IcW0wtf6+09Bxeuvvz7rB8MdEEAAAQQyRWD9+vVuWFGBxRMnTni6bqVKldywojYNI6DuiY2TEEAAAQQQQAABBBBAAAEEclCAgKJPfAKKPgHpjgACCCCAAAIIIIBAnAloQZdCidqlf82aNRFHr8CRFvQrmKiDhgACySXwzjvvmLfeesscOnQoZOJt27Y1AwcOpPpTcn1LMNskFtACcS0M16FAYmD1Qi8s1apVMy1atDCtW7e27xtly5b10s09Z8eOHebHH3+0x9SpU6P2LV++vBtKZLf2qFyckIkCZ8+eNYMHDzaffPJJyFVvvfVWM3z4cJMnT55MvCOXQiBzBPQevXXr1qCL3Xzzzeb111/PnBtwFQQyQWDmzJmmT58+7pW08cCUKVMy4cqxc4nJkye7VRUPHz4ccWBNmjRxw4rJEHzft2+fG1icPXu22bBhQ7peuKZNm7qBxZYtW5qLLrooXf05GQEE0iegirfvvfee0cZX4VrPnj1tUFEbJdAQQAABBOJHYO/evSYlJcVMnz7dhhZTb3aT1kyKFi3qhhW10UaFChXiZ9KMFAEEEEAAAQQQQAABBBBAIGkECCj6fKkJKPoEpDsCCCCAAAIIIIAAAnEgoP9gqFCijp9++inqiBUccEKJ6Q0QRL04JyCAQMwLzJgxw1ZN1NfUTVUn/vSnP5kBAwbE/DwYIAII+BNYsmSJrZKoMMC0adPMqVOnPF+wVKlSRgu/FXjRoSqG6W2q7uyEEidNmmQUkozUtAt7165d7aENFvLnz5/eW3I+Ar4ENm/ebAYNGmQX6qVuTzzxhA320xCIZYE2bdqYjRs3Bg1RYTBtWEFDIBYEtHFK7dq1g4ai915VZ060tmvXLlt9TJtL6VksUtP8e/ToYcOKOnLlypVoHGHn89tvv7mBRW2goQ0t0tOaNWtmn1edZ9YiRYqkpzvnIoCAB4GTJ08abX6liorh/p5TUFghxfvuu88UL17cwxU5BQEEEEAg1gT0mZ2CijrWrl3raXi5c+e2G0coqKijXr16nvpxEgIIIIAAAggggAACCCCAAAJZLUBA0acwAUWfgHRHAAEEEEAAAQQQQCCGBbTzvkKJWtQWrgJa4NBV2cgJJWoXfhoCCCSfwJEjR2wwUYvHwjXtbv/II4+wYCD5vjWYcZIIbNu2zVZIdAKJ27dv9zzzvHnz2sqITiCxefPmRv9bRpqeX5xgohbnR2tdunQxOhRMLF26dLTT+XcEskRAPzcKJ65fvz7o+qpIPnTo0KCKX1kyAC6KQCYJaHHounXrgq7Wu3dvWwGJhkAsCKQO0urzjkT/DGP+/Pn2cx0dCuVFatWrV3erKmZkg4hYeI0zOga9d2mTHR36vRztc7DU91H41Qks6mu5cuUyOhT6IYBAKoGVK1fakKKqKoZreu9SUPGWW27BDgEEEEAgjgXmzZvnhhX1DOu1NWrUyA0rtm3b1ms3zkMAAQQQQAABBBBAAAEEEEAg0wUIKPokJaDoE5DuCCCAAAIIIIAAAgjEmMCKFSvcaola/BGpqdKQKgw5wUTtWkpDAIHkFBg3bpwNJ+o9JHUrX768efTRR82tt96anDjMGoEEFVA1C1VI1CJu7XK+dOnSdM20adOmplWrVkZhRAUTixUrlq7+gSdrAZMTSkwdjIl00RtuuMG8/fbbGb4vHRHIDIEvvvjCPPbYY+bs2bNBl6tVq5YZPny4/TmhIRBPAp06dTKp/5bURhWjRo2Kp2kw1gQVuPfee43+dnHaiy++aO64444EnW3wtE6cOOFWVdRmVNHaVVdd5YYVixYtGu30hPt3Pds6gUV9PXPmTLrmWKFCBfuM64QWa9asma7+nIwAAqECClpr04MFCxaE5dHGMwoq8vzMdw8CCCAQ/wKrV692w4rTp083p0+f9jSpKlWquGFFPc/mz5/fUz9OQgABBBBAAAEEEEAAAQQQQCAzBAgo+lQkoOgTkO4IIIAAAggggAACCMSAwIEDB8yECRNsMHHKlClRR9S6dWsbSuzRo4dR8IiGAALJK7BlyxYbTPzss8/CItx2221m4MCBvFck77cIM08wgeXLl7uBxGnTppnz5897nmHVqlXNlVde6QYStWjbT1u1apUNJU6aNCnNBaqB11dVGy1uCmzff/+9UVCShkBOCbz22mvm5ZdfDrm9Al7Dhg0zfn9Ocmpe3BeBbt26hQTXtbnNhx9+CA4COSrw1ltv2cq0Trv99tvNSy+9lKNjyombr1mzxg0rhttkJnBMpUqVsp//XH311bbidbI2bcyhxfHaGEP/t9dF8o6XNuNwwooKLiZ65c5k/T5h3tkj8M4779ig4r59+8LeUGH0++67z5QtWzZ7BsRdEEAAAQSyVGDXrl0mJSXFDSzu3bvX0/1KlChhP4v83e9+Zzp06MDvBU9qnIQAAggggAACCCCAAAIIIOBHgICiHz1jDAFFn4B0RwABBBBAAAEEEEAgBwV++uknG0zU7tMKKUZqlStXdislqtIRDQEEEPj444+NFvj+9ttvIRj169c3jzzyiF3ESkMAgfgV2LFjR1Agcc+ePZ4nU7x4cbsIqE2bNrZ6jAKCftu2bdvcSolamBSt6fmla9euRpU0Fi9ebF544QW3S8OGDc0PP/wQ7RL8OwJZIqBQw+DBg8MG/O+8804bTsyVK1eW3JuLIpBdAnoOXLhwYdDtOnfubMaMGZNdQ+A+CIQI6HOQvn37uv97o0aN7GZNydy02YM+F9Jx9OjRiBTNmjWzf+Np06pKlSolM5t9tlRQ0QksphWUSgspb968bmDRCS7my5cvqU2ZPALpEfj1119tSPGTTz4J200bfaia4l133ZWey3IuAggggECMC5w7d85+NqiNI37++WezYcMGTyPOkyePG1ZUYLFu3bqe+nESAggggAACCCCAAAIIIIAAAukRIKCYHq0w5xJQ9AlIdwQQQAABBBBAAAEEsllAlYO0+E7BRFVBitQuueQSu6hfC890aPEUDQEEEFiyZImtmpjWQt6HHnrIhhMLFiwIFgIIxJnAmTNn3AU+qpCYuuJgpOkoTKUFPjq0mUFmbWhw5MgRN5SoBUgnT56MqFqyZEk3lKjnmNy5c9vzr7rqKqOqi077y1/+YlRZg4ZAdgts3LjRDBo0yC6kS92GDBli9HuUhkCiCPTu3dsGeAKbKld8/vnniTJF5hFnAtpsoUGDBu6otVB569atcTaLrBmuNqZQSFGfF82ePTviTfT5kD4nUmVUHQUKFMiaQcXRVbU4Xu93Tmhx06ZN6R69ArNOWFFfteEHDQEEIgtMmTLFBhVnzpwZ9kT9faqgYvv27aFEAAEEEEhAgVmzZrmVFRctWuR5hqpm7XyO2bp1a8/9OBEBBBBAAAEEEEAAAQQQQACBSAIEFH1+fxBQ9AlIdwQQQAABBBBAAAEEskHg0KFDNkikQwv7ozUtgnJCiRUrVox2Ov+OAAJJJKBg4ttvvx22soYqpQ0cONBWS6MhgED8CCh0rKCUAolpLepMazZa4K/FPE6VxMwMJuuZRRV99HX37t0RQfPnzx8USixcuHDQ+XPmzDHXXXdd0P+2bNkyozAjDYHsFNAO/0888YRRSDGwFS1a1AwdOjTk+zQ7x8a9EMgqgT59+oT8fmnXrp0ZO3ZsVt2S6yIQUUBVAFWV2Wl63qhXrx5qAQIK2TlhxUCrcEjly5e3IUV9jtS2bVsc/1dg165dbnVFVVnUs2d6W40aNWxgUdXI9ZXP6NIryPnJJDB69GgbVEzrPUtVyu+///6kr/6aTN8TzBUBBJJPQJuyOpUV9Vnn+fPnPSFUr17dra7YuXNno01MaAgggAACCCCAAAIIIIAAAghkRICAYkbUAvoQUPQJSHcEEEAAAQQQQAABBLJQQEEDhRK///57s2/fvoh30iInJ5SoRU80BBBAIFAgJSXFVk1UyCd1U7XVxx57zO5IT0MAgdgX0G7i+ll2jsOHD3setJ4XnN3FtVC6dOnSnvt6OVFjUiBRh6rQ/H/27gNKqipf//4mZ5AsOWdQggKCCgbCoIOOY2QYRskiQwbxr2MiiDMmsohwdXRMgICEwUBa5KxkRXLOOad3Pee+59xK3ae6q6q7wnevVau66RP2/lRTXXVqP/vn1lQVsVmzZlY4sXjx4kluPmDAAPPZZ585P//jH/9oPvroI7fD83MEwirw1VdfmT59+pibN296HbdGjRrmrbfeClvV0bB2moMhECaBp59+2grCe7aGDRuaqVOnhukMHAaB4AWeffZZ8/333zs7vP/++0a/ozR/gfPnz1sVFRVW9DRLyqpOnTpOVcXKlStD6iFw4cIFJ7BoV1m8fv16ioyKFSvmVWGxWrVqKdqfjRGIdwFVgh0zZoz5+OOPAw5V718VUuzcubPJkCFDvHMwPgQQQCChBQ4cOGDmz59vLUxd0IMAACAASURBVMqm0OLJkyeD8ihcuLATVrzvvvtMkSJFgtqPjRBAAAEEEEAAAQQQQAABBBCQAAHFEH8PCCiGCMjuCCCAAAIIIIAAAgiEWeC3335zqiWqIlJyTdWGNKm/VatWVjgxW7ZsYe4Nh0MAgVgX0Af3CiaOGzcu4FBat25tevbsaapXrx7rQ6X/CMStgGcYUV9fvnw56LHmyZPHCSSq2lX58uWD3jfYDbds2WJNeFcoUeFJt6ZgpF6/6FalShW3zc3Vq1dN1apVjSaF2+2TTz4xLVq0cN2XDRAIl8A777xj3n33Xb/DKVw7bNgwo8ABDYF4F2jbtq2ZO3eu1zBVyW7GjBnxPnTGF2UCej7W87LdOnToYAYPHhxlvYy+7ug1mx1UVHUat6bXWqqsqJsqBdP8BVavXu1VZfHUqVMpYtJrdS0yZt/uvPPOFO3PxgjEq8DSpUutoKLv6w57vFokQUFFvRanIYAAAgjEv8CVK1es644KK+q2e/fuoAadNWtW67roPffcY5o0aRLUdcigDsxGCCCAAAIIIIAAAggggAACcStAQDHEh5aAYoiA7I4AAggggAACCCCAQBgEzp07Z61or2qJc+bMcT2iJoEqkKhgYtmyZV23ZwMEEEhMAVW0GTFihNm6dasfQMmSJa0qUM8880xi4jBqBKJUQOFD30BiSrvauHFjJ5RYu3btlO4e1PaqbGGHErWauVtTCNoOJdarV89tc6+ff/3116ZXr17Ov6nS4po1a1J0DDZGILUCly5dMi+99JJR9UTf1r59ezNkyJDUHpr9EIhJgeeee87vPav+1ui9LA2BtBLQaxBVUbSbwl3Tpk1Lq9PHxXkWLFhg/V/W7fDhw8mOqVChQlZIUdehVP2alrTAr7/+6lVlcd++fSniypgxoxVW1IIedmgxZ86cKToGGyMQTwL/+c9/zNixY8327dsDDkvXtLp27Wqo+BpPjzpjQQABBNwF7KCiKiuuX7/efYf/fwstBqGwokKLeq1FQwABBBBAAAEEEEAAAQQQQMBXgIBiiL8TBBRDBGR3BBBAAAEEEEAAAQRCEFi8eLEVTNQK9keOHEn2SAoT2RPCGjVqFMJZ2RUBBOJdYOfOneaDDz4w33zzTcChtmvXzgr7UO0p3n8TGF8sCJw5c8YrkBhMBULfcdWoUcOZXKMqiVmyZInI0C9evOiEEhUM8KxoGOiEpUqVsipaKJioVcpT25566ilrdXS7de/e3bz88supPRz7IRC0gCZCDxw40Og1u2979dVXraotNAQSUaBTp05m5syZXkOvWbOm+fHHHxORgzGng8D+/fuNFm6ymwJcSYVX0qF7MXXKs2fPOkFFhRVv3LiRbP+16IRdVbFWrVoxNdb06OyBAwfMihUrnNCiqlimtMnZDisquFikSJGUHoLtEYhpAVUmHT16tFVRMdBzlCq86nV5ly5dTLZs2WJ6rHQeAQQQQCDlAr/88otTWTHQ9Zukjqhwux1WpCJvyt3ZAwEEEEAAAQQQQAABBBCIVwECiiE+sgQUQwRkdwQQQAABBBBAAAEEUiigSXOqLqFgolsIIWvWrNakfq1SrxurpqcQm80RSECBiRMnmlGjRhlVN/Ntt99+u+nZs6f1fEJDAIH0ETh69KhXIHHz5s0p7shtt91m7rrrLueWN2/eFB8jJTuowo5dLVGTrJNr+fPnd0KJmtwTalhSr5sUuvRs8+bNM9WqVUvJENgWgRQLLFy40AwYMMDs2bPHa19VkVLVxNatW6f4mOyAQDwJKAjgW7GuatWqJpiquvHkwFjST0Cvh/S6ym563qaCVmiPx44dO5yw4qpVq1wP1rRpUyesWLRoUdft2cAYBUI9A4srV65MMUu5cuWswKJCuqpgq8VKaAgkgsDatWutkKIW+gvU6tSpYwUV//jHPyYCB2NEAAEEEAggsHfvXus9qV1hUa+9gml6LauqigosPvDAA6ZAgQLB7MY2CCCAAAIIIIAAAggggAACcShAQDHEB5WAYoiA7I4AAggggAACCCCAQBACqjCkUKJuSU2i8DxM3bp1nVBihQoVgjgDmyCAQKILaKKWqiYmVblGwUTdcuTIkehUjB+BNBXYt2+fVyAxNdV9NNHSM5CYK1euiI/h559/dkKJbiHKjBkzWqHEFi1aWPfhnMTzr3/9y7z33nvOeBs2bGimTp0a8fFzgsQW+OKLL0zfvn39EBSGeeutt4xeq9MQQMCYHj16mEmTJnlRVKxY0SxatAgeBCIu0KZNG69ArKprPfbYYxE/b6KcQCE6VVTUbdeuXckOO0+ePFZQUQvh6D5DhgyJwhTyOG/evOlUV1RYUe7nzp1L0XG1uJmCinrPoJu+LlOmTIqOwcYIxJLAlClTzNixY82mTZsCdlt/C7p27Wqo8hpLjyp9RQABBMIvcPHiRevaph1WVBX2YFr27NmdsKIW5NB7XBoCCCCAAAIIIIAAAggggEDiCBBQDPGxJqAYIiC7I4AAAggggAACCCCQjMDSpUutUOLMmTPNoUOHkrUqXry4M6HLt1IQyAgggEBSAtevX7eCiVpFXmFo39akSRPTq1cvo1APDQEEIi+gAOLy5cudmwKKKW2qhuIZSNTEmLRomnxuV0rUaxi3pucVhRJ1UyWXSDSdY/fu3c6hFVhs27ZtJE7FMRGwBP75z3+a999/309DoYthw4aZIkWKIIUAAh4Cffr0MV9++aWXSdmyZc2SJUuMAuw0BCIloMD4iBEjnMOratarr74aqdMl7HGvXbvmBBUVVjx//nyyFlpkSyFF3fSalpZyAS0O4lll8eDBgyk+iBYMsUOL9n3BggVTfBx2QCBaBa5cuWJGjhxpBRUDPS9pca5u3bqZzp07m7x580brMOgXAggggEAaCnhWVnRbjM2zW6pcrcqKqrB45513pmGPORUCCCCAAAIIIIAAAggggEB6CBBQDFGdgGKIgOyOAAIIIIAAAggggICPwM6dO51qiatXr07WJ3PmzObBBx80rVq1slaaz507N54IIIBA0AJz5841w4cPN6tWrfLbR88nqv6kVeNpCCAQOQFNaPEMJB49ejTFJ9NEF89AYpYsWVJ8jNTucPLkSfPDDz84wUSFnpNr1apVc6olqkJLJNu8efPMX/7yF+cUctm6davJmTNnJE/LsRNUQCvrDxw40HzzzTd+Ap06dTJvvvlmgsowbATcBQYMGGA+++wzrw1LlixpFHZPy79p7j1li3gSmDFjhhU8sZsmDQd6Do+nMaf3WLTwll1VceHCha7d0etbO6xYunRp1+3ZILDAnj17vKos/vbbb6mi0mPgG1rMli1bqo7FTghEi8CWLVusBbsmT54csEvVq1e3gop//vOfo6XL9AMBBBBAIAoE1qxZY1VWXLRokVm2bFnQPapatapTXVGf7dIQQAABBBBAAAEEEEAAAQTiT4CAYoiPKQHFEAHZHQEEEEAAAQQQQAABY8zly5etUOLs2bONJsm5tdtvv90KJOpWuXJlt835OQIIIOAlcOzYMatq4oQJEwLKPProo6Znz55GH5jTEEAgvALr1q3zCiSeOXMmxSeww4iNGjWygolpXWHq5s2bXqHE48ePJzuGYsWKOaHE++67L8XjTe0O3bt3N1OmTHF2f+qpp6znPhoC4RbYtm2bFU4MVDn0jTfe8ArAhPvcHA+BeBF4+eWXzcSJE72Gc+utt1qTPdOqEnC8WDKO4AS0OJReS9ntlltuMQqq0NJGYMOGDU5Y0a0CTdasWa3rX3ZYkeeE0B4jLTCiRYrWrl3r3NwqWyZ1Ri0+okVHdFN4sWbNmqF1jr0RSCcBXZNXUFGBk0DtoYceMqq0W69evXTqIadFAAEEEIhWgV27dhktkqbAom5awCqYpuulqqqohVKaNWtGxd5g0NgGAQQQQAABBBBAAAEEEIgBAQKKIT5IBBRDBGR3BBBAAAEEEEAAgYQWWLFihRVMVCjxwIEDyVpocmaLFi2sSVlNmjRJaDcGjwACqRfQqvAjR440gaomqCJCnz59jEI8NAQQCI+AZ3VEfa1FCVLSMmXK5FUdUYHE9Gp63fL9999b4cTt27cn240cOXJYr1uaN29u3ad11UIFPxWyVpjSbl9//bU18YeGQDgFFixYYPr162f279/vddiiRYuaoUOHWpXOaQggEJzAa6+9Zj766COvjQsVKmQF+3PlyhXcQdgKgRQI6LXC6dOnnT0UiC1btmwKjsCm4RDQhG67sqJbNXFVV7WDio0bNw7H6TmGMebXX3/1Ciy6hUaTQlPVW98qi/yf4lcslgRGjx5txo4dawItwqOFgVRNUdV3CxcuHEvDoq8IIIAAAmkkcO7cOevaqR1WVAXxYJqum9phxfvvv5/3JMGgsQ0CCCCAAAIIIIAAAgggEKUCBBRDfGAIKIYIyO4IIIAAAggggAACCSewZ88eK5Somyb6J9c08eHBBx90qiXmy5cv4bwYMAIIhEdA1Z2GDx/uVU3M88jPPvus6dWrl1GggoYAAqkTOHz4sFm9erXXLaVHUoUYu0Ki7uvXr5/SQ4R1+61btzrVElVlxa01bdrUCSUWL17cbfOI/fyTTz4xL730knP8ihUrmkWLFkXsfBw4MQU+//xz079/f7/B161b1wonquo5DQEEUiYwaNAgq4KRZ1NlO713zps3b8oOxtYIuAg8/vjjZsmSJc5W48ePNw8//DBu6SSgsKgdVNS9W9PfWzusWKlSJbfN+XkKBC5duuQVWNT7AL3XSU3Lnz+/X2hR4XMaAtEqoEpYCirqtX6gVqFCBSuo2KZNm2gdAv1CAAEEEIgSgR9//NEJKwZaMDKpbuqasAKLuuk1Lw0BBBBAAAEEEEAAAQQQQCB2BAgohvhYEVAMEZDdEUAAAQQQQAABBBJC4OrVq04ocfr06V7VfAIB1KpVywklakV/GgIIIBCKgCbajho1yhw5csTvMKpuoGCiKpzREEAgZQK//PKLVxhx3759KTuAMUaVBj0DifXq1UvxMcK9g1b3VpVErfitijZuTc8jdqXE6tWru22eJj//4x//aD02dhswYIDp3bt3mpybkySGwNtvv20++OADv8Hqd++tt94yBQsWTAwIRolABASGDRtmLazh2XLnzm1WrlxpFHShIRAugTfeeMN8+OGHzuF69uxpBg4cGK7Dc5wQBH7//XcnrLhmzRrXI9lBRd2zuJcrV6o2ULVoBRU9b9euXUvVsVQJs06dOtbNrriYPXv2VB2LnRCIlIDeC2vRBM8gu+e5tKjg888/bxo1ahSpLnBcBBBAAIE4EtD7Wbuy4qpVq4Iema61elZXDHpHNkQAAQQQQAABBBBAAAEEEEgXAQKKIbITUAwRkN0RQAABBBBAAAEE4lpAHzKpUuLMmTPN3r17kx2rqpY1a9bMtGrVytx3331x7cLgEEAgbQT0obcmdycVMFJYR5Nws2XLljYd4iwIxLDAiRMn/KojagGClLZcuXJZExjtUKIm5EZDU5UUO5So+3PnziXbrbJly1rBZgUTo21C5oYNG6x+ebbly5ebMmXKRAM1fYhxgfPnz1vhlcmTJ/uNRBOUX3311RgfId1HIDoE3nnnHfPuu+96dUbhFb3HpvJWdDxG8dCLKVOmmO7duztDeeCBB5KsmBUP443VMSxbtsxaOENVFXfv3p3sMAoXLmxVVfzDH/7AtbU0eMDXr1/vFVjcvn17qs+qBdo8A4tavI2GQDQITJgwwYwdO9YopBuoderUyXTp0sWUKFEiGrpLHxBAAAEEYkBAr5nmzp1rFi1aZIUWr1y5ElSv9bfGDivq2qeuM9MQQAABBBBAAAEEEEAAAQSiS4CAYoiPBwHFEAHZHQEEEEAAAQQQQCDuBDRZYfbs2VYwUZOo3JomwGnilIKJVINw0+LnCCAQjMDly5etYKJWetfXvk0haFVNrF+/fjCHYxsEElJg8+bNXoHEnTt3psohb968XhUSb7vttlQdJ1I7LViwwPz444/WpO+kJlza577lllucUKLCiZkyZYpUt0I6rm81pPvvv9/85z//CemY7IyABH799Vfz4osvmhUrVniBZMiQwQwaNMh06NABKAQQCKOAqpSqWqlny5w5s/X3WQv80BAIVUDP602bNnUOU6RIEaMK2bToFNDiIAop2rcLFy4k29EaNWpYYUXdatasGZ2DirNenT592gosquqlXWlR/5aapud7u7qifV+uXLnUHIp9EAhZ4PDhw2bUqFHm448/DngsVQXt1q2bee6550I+FwdAAAEEEEgsAb1W0utbu7risWPHggLInTu3FVbUTZ8z628RDQEEEEAAAQQQQAABBBBAIP0FCCiG+BgQUAwRkN0RQAABBBBAAAEE4kLgxo0bViBRwcTp06eb69evJzsue5KUgon6moYAAgiES0AhoxEjRliTAX1bnjx5TL9+/Uznzp3DdTqOg0BcCJw9e9avOqLbhOekBq6/63Xr1nVulStXjjojVVdVKFE3Tcx3a3alRN0XLFjQbfN0//ntt99ujhw54vRDE0n//Oc/p3u/6EBsC6gacd++fc2hQ4e8BqLV64cMGWKFd2kIIBB+AT2H6/+Yb1P4pXjx4uE/IUdMOIHy5cubixcvOuPmdys2fgUOHDjgBBVVecataZEeO6yoICot7QRUIcgOK+peVRdT2/Lly2dVWbQrLSp4yt+C1GqyX2oEli5dai0GpqpXgdo999xjVFVdzzk0BBBAAAEEUiOgz5rtyoopqU7duHFjK6yoBViibYG81DiwDwIIIIAAAggggAACCCAQqwIEFEN85AgohgjI7ggggAACCCCAAAIxLaCJNfqwaMaMGWb37t3JjqVw4cKmWbNmVrXEBx98MKbHTecRQCD6BBSYUNXETz75JGDnHnvsMdOzZ08TjWGp6NOkR/EusG3bNieQqEnowYT0ApmoepNnGFFfZ8+ePSr5NmzYYH766ScrlLhu3TrXPjZo0MCpllihQgXX7aNlg1mzZpmOHTs63dEk5q1bt0ZL9+hHjAr8+9//tion+rY777zTvPXWWyw4EqOPK92OHYFx48aZ119/3a/DqmZaunTp2BkIPY1KgdatW5tVq1Y5ffv0009N8+bNo7KvdCqwgKpe2lUV3V73qbq5goq6Nqd7WtoLXLt2zSuwqGurbpXck+tl/vz5rddiulWvXt35Ou1HxhkTSeA///mPGTt2rEkqONKuXTvTpUsXoxA8DQEEEEAAgdQKKBhvV1YM5nqufR4t4mBXV2zSpElqT89+CCCAAAIIIIAAAggggAACqRAgoJgKNM9dCCiGCMjuCCCAAAIIIIAAAjEncPDgQada4pIlS1z7rxWTNfFJt0KFCrluzwYIIIBASgW++uoro+oygSZGlSlTxqr49MQTT6T0sGyPQFwIXLp0ya864unTp1M8tkyZMvmFEUuWLJni46TlDnpOsCslakKLW6tSpYoTSqxXr57b5lH58/bt21uv0+z23HPPmaFDh0ZlX+lUbAgogKjKxL7t0UcfNcOGDTMKwdIQQCDyAhMmTDCvvPKK34n0961cuXKR7wBniFuBl19+2UycONEZX//+/U2fPn3idrzxPjAtyGGHFY8fP57scCtWrOhUVYzV177x8ngePnzYL7So93GhtEChRYUZaQiES+DMmTNm5MiRVlDx+vXrfodVtVZVU+zUqZPR9QQaAggggAACoQj89ttvVgVfO7B448aNoA5XqlQpJ6zYokULky1btqD2YyMEEEAAAQQQQAABBBBAAIHUCRBQTJ2bsxcBxRAB2R0BBBBAAAEEEEAgZgQ02V236dOnmytXriTb72rVqjkrsteqVStmxkhHEUAgtgS2bNliVU3U81KgpqBOr169jCq40hBIFAGF8rSi9OrVq42qI27cuDFVQ1fYwbM6Yu3atVN1nLTeSQsp2KFETdB2ayVKlLAqPOt2//33u20e1T9XJdk6dep49VFVru+4446o7jedi06Bs2fPmoEDB5pvv/3Wr4Pdu3c3CrTQEEAgbQVU2U7/L33bokWLjIJGNARSI/Dll196BRK1uJRnYDE1x2Sf9Bc4efKkE1T84YcfXDvUqFEjJ6yoSdy09BfYvHmzV2gxtVXvPUdSvHhxryqLCjFS4S79H+tY74GuP4wZM8bMnDkz4FAaNGhgBRUVCqEhgAACCCAQDoETJ05Yn1crrKj3w3rtG0xTNXG7suKDDz5oihUrFsxubIMAAggggAACCCCAAAIIIJACAQKKKcAKtCkBxRAB2R0BBBBAAAEEEEAgqgV+/vln60MeTTDYsWNHsn0tWLCg0Qc6rVq1Ms2bN4/qcdE5BBCIfQGt0K4JUMeOHfMbjAI6vXv3tgJHNATiWUCTVjds2GDdFETU/YULF1I85Dx58vhVRyxQoECKj5NeO5w6dcoKJSqQqPuLFy8m2xWNTa9Z7GBivKycrefEQYMGOWPXIhHBTEhPr8eN80avgBYAGDBggBV09myZM2c2gwcPNn/729+it/P0DIE4F/jiiy+s6uC+bcGCBUaVgGkIpFRArx89r+GoQvaqVatSehi2j2KBbdu2OWHFtWvXJttTvS5u2bKlU1U8V65cUTyyxOra+fPnvQKLev934MCBkBFy5MjhF1qsXr260b/TEEiJgBY20XvSTZs2Bdzt6aefNl26dDFVq1ZNyWHZFgEEEEAAAVcBfYZtV1bcvXu36/b2Bvfcc48VWNSidXr9Q0MAAQQQQAABBBBAAAEEEAhdgIBiiIYEFEMEZHcEEEAAAQQQQACBqBM4cuSImT17trP6pFsH9eGNVthXMLFIkSJum/NzBBBAICSBpUuXmhEjRpiFCxcGPI4mbPfs2dNkyZIlpPOwMwLRJHD9+nUniGgHEnWvf09NU6UMz+qIlStXTs1h0nUfVXP2rJR4/PjxZPuTPXt2K5BoBxPz58+frv2PxMk1Ns/JoK+99prp2rVrJE7FMeNYQEFfhfx9FwAoXbq0GTJkiPV/iIYAAukr8M0331ivd33b3LlzmVSZvg9NTJ795s2bRhXzPF9X6nVmoUKFYnI8dDp5Ab2fnjNnjnXbu3dvshsXLVrUCq/ai3pgG30CqhakRWv0HsDz/saNGyF3VpUV9b7RvmnSviow0hBITuDq1avWNTstKqZQrW/Lly+fVU2xU6dOJmfOnGAigAACCCAQdgFVVLTDiuvXrw/6+LfddpsVVmzSpIm5++67g96PDRFAAAEEEEAAAQQQQAABBLwFCCiG+BtBQDFEQHZHAAEEEEAAAQQQiBoBVdhRMHH69Onm0qVLyfZLlRlatGhhBRNr164dNWOgIwggEL8Cmtg0fPhw8+GHHxpNePJtDzzwgOnVq5e544474heBkSWEgCogelZE1NeabJraponFnmFEfa2wXqy2+fPnO8HEffv2uQ5Dzw32pOp4nlC7YsUK8+ijj3p5aBJO4cKFXY3YAAFb4JNPPjEvvfSSH8hdd91lhg4dSrUTflUQiCIBVSl64YUX/Hqk9/WqoEtDICUCqpj3yy+/OLt8+eWXpmnTpik5BNvGmMDly5edoKLCim7XAStUqOCEFfW6gBbdAqqG7Rtc9F18IjUj0CIvnoFF++vUHIt94ltg69atZvTo0Wby5MkBB6rPExRUbN26dXxDMDoEEEAAgXQV0GsiLcSlwOLixYuD7kuZMmWssKJueq+UOXPmoPdlQwQQQAABBBBAAAEEEEAg0QUIKIb4G0BAMURAdkcAAQQQQAABBBBIVwGFHv773/+aGTNmmN9//z3ZvmgSiiqmKJSoGw0BBBBIK4FZs2aZUaNGmZ9//tnvlHnz5jX9+/c3HTt2TKvucB4EwiZw6tQpv8qI27dvT/Xxc+XKZbTa8+23327q1KljBRNLliyZ6uNFy47Lly+3JpOoYuJvv/3m2i1NmrZDiRUrVnTdPh42ePHFF82///1vZygPP/ywGT9+fDwMjTGkkYCqI+pvrW/785//bIYNG2Zy586dRj3hNAggEKyAFhcKVClX7/FZSChYRbaTgN5Pff755w7Gyy+/bLp37w5Oggho0Q+7quKSJUtcR633GnqtreqKBKJduaJmgyNHjvhVWvz111/D0r9AocV4rFgfFqwEO4gWQxwzZoxZs2ZNwJH/6U9/Ml26dLGuYdAQQAABBBCIpMDRo0etz8Pt6opnz54N6nS33HKLE1bU618WgwuKjY0QQAABBBBAAAEEEEAggQUIKIb44BNQDBGQ3RFAAAEEEEAAAQTSXEArZutDGE0QWLBggev57777bieUWKxYMdft2QABBBAIl4AmSqpqoudkWc9jP/7446Znz54mUQJI4XLlOOkjoAmhWhjA87Z3795UdyZHjhzWJD47kKj7ePq/oOp/CiTq5lnRJykwBTE0UVqLKcgikdr169etynbnzp1zhj1x4kQWlEikX4IQxnr69GkzcOBAM23aNL+j6G+sfkZDAIHoFdBiQ507d/br4MyZM029evWit+P0LKoEPv30U6/n+0ceecSqXE9LPIF169YZVWLVa/BNmza5AjRu3NgJK5YrV851ezaILoFr1675VVpU5UW9Pgy1qXp99erVrfcpVapUse51owJRqLKxub+qKY4dO9YcP37cbwDZs2c33bp1sxYeI9gam48vvUYAAQRiTeDmzZtGC/4orLho0SKjz6GCaRkyZHDCig888ID1GoeGAAIIIIAAAggggAACCCDgLUBAMcTfCAKKIQKyOwIIIIAAAggggECaCajykIKJmnx84cKFZM9buXJlayV0VUpU9SUaAgggkNYCCiVqAtOuXbv8Tl22bFnTr18/o6pONASiUUDBQ98wogKKqW2asOcZRFQwsVKlSqk9XNTup2rOdihx2bJlrv3U6xW7UmKDBg1ct4/XDSZNmmR69OjhDO/WW281mlxOQ8BNQMEDVc3y/X3Rc86gQYNM27Zt1/7ZwgAAIABJREFU3Q7BzxFAIAoEtPhQhw4d/HqiCZf169ePgh7ShWgXUGUrVV+2W/ny5U0wlfSifVz0LzQBTdjWa3MFFvfs2ZPswTRZW9cR7dfmRYoUCe3k7J2uApqkr9eJCiva9zt37gxLn7Sojh1WtO8rVKgQlmNzkOgW0PPIyJEjk1yErFq1alZQUYuR0RBAAAEEEEhLAS3mu3DhQiuwqNc/wTYtmHfvvfea++67zzRs2DDY3dgOAQQQQAABBBBAAAEEEIhrAQKKIT68BBRDBGR3BBBAAAEEEEAAgYgKaBKJQomqqvDbb78le658+fIZrfjYqlUrK5iYMWPGiPaNgyOAAAKBBBTqUtXEWbNmBQTSiuq9evUyBQsWBBCBqBDYtm2bNWnTM5B46tSpVPcta9asfpUR43k15v3791sTn7WQwty5c13dSpUqZVVJ1ORnTf6gGfPMM894VcXWpM5//OMf0CCQrIDCBvp7evLkSa/tFEoZMmSIadq0KYIIIBBDAnPmzDHPPfecX4+nTJliGjVqFEMjoavpIXD58mWjRWA826+//mry5s2bHt3hnFEmcPXqVaeqol4/+L528O1unjx5vMKKOXPmjLIR0Z3UCGixO8/Aoh1cvHjxYmoO57WPqir6hhb1fYkSJUI+NgeIPoH58+dbC5IlFYTXZxNdunRhkYXoe+joEQIIIJAQAhs3brSuUyusGMwCejaKqokrrKib/pbREEAAAQQQQAABBBBAAIFEFSCgGOIjT0AxREB2RwABBBBAAAEEEAi7gCYKKZSocM+8efNcj6/Jii1btrRCiSVLlnTdng0QQACBSAloJfWxY8cGnPCoaq59+vSxgtQ0BNJDQH9fNSFzy5Yt1r1904Td1DZNxFQ1RM/qiKoaEO9NlnalRE34uHTpUrJDViBZgUQ7mKgQJ+1/BXbs2GEaN27sxaGgZ/Xq1SFCIEmBiRMnmpdfftnv53fffbcZOnRoXFZo5dcBgUQQUHDob3/7m99Qv/nmG3PPPfckAgFjDEHg/vvvt17n2o1wawiYcbzriRMnnKqKes65du1asqMtVqyY9Tpe1RV5Lx+fvxh6P+IbXNQiNOFoCrsqqKgFezwDjCxYFQ7d9D/GhAkTrGuAgX5fVJVVC+906tTJFC1aNP07Sw8QQAABBBJS4NChQ2b27NlWWFG3YBdmKFCggBNWbNGihdH3NAQQQAABBBBAAAEEEEAgUQQIKIb4SBNQDBGQ3RFAAAEEEEAAAQTCJqDVhxVMnDZtmjl79myyx61YsaI1QUihxDvvvDNsfeBACCCAQGoE9OGuwomLFy8OuHv//v1Nz549TaZMmVJzePZBIMUCqjrsGULU1wcPHkzxcTx30O+vZxBRwcRECpGdP3/eqZKoUKJb5ZUcOXJYr1Xsmyo90/wF3nnnHfPuu+86P2jQoIH1WpCGQFICgwYNMmPGjPH78VNPPWXeeusto/97NAQQiF0BhdTbtm3rN4Avv/ySyqix+7CmSc/1fkthVru98cYbpnPnzmlybk4SmwJ79uyxKivqtmjRItdBVKpUyQkr6jUrLX4FTp8+bVRhcevWrUbVWHWv25kzZ8Iy6MKFC3sFFu0AY65cucJyfA6SdgJHjx41I0aMMB9//HHAk6q6u4KKf/nLX9KuU5wJAQQQQACBAAJamGP69OlOWFHhxWCaFijUgkGqrKjr3BUqVAhmN7ZBAAEEEEAAAQQQQAABBGJWgIBiiA8dAcUQAdkdAQQQQAABBBBAICQBTe5QKHHGjBleK90HOqhWndZq5Qol6pYlS5aQzs3OCCCAQKgCmrQ2fPhwM27cOHPjxg2/w6laWu/evY2qJ9IQiISAKoD4BhH1/fXr10M6nVb7962MWLNmzZCOGYs7X7lyxSgooUCi7g8fPuw6DLtKoiZsqOIKLXkBVcLeuXOns9Hbb79t2rVrBxsCfgIKBb/44ovW+wbfpgrFWgyAhgAC8SGgxYvatGnjN5jPP/+cCmbx8RBHZBTjx483r776qnPsJ554wgqN0BAIRkBhNAUVVSV93bp1rrvUqVPHWYgkEd8nuQLF6QYHDhxwwop2aFEBRr1vDEcrVaqUV3DRrrqYMWPGcByeY0RQYPny5Wb06NHWtYNATZ9pdO3a1ajiOw0BBBBAAIFoENC17gULFliBRS12GGzTZ10KK6qCPQsIB6vGdggggAACCCCAAAIIIBBLAgQUQ3y0CCiGCMjuCCCAAAIIIIAAAikWUKBHocTZs2dbE3/cWsOGDU3Lli2tUGLp0qXdNufnCCCAQJoIaLVZTT7asGGD3/lUKW3AgAGmffv2adIXTpIYApoAaYcRt2zZYn0d7ErHyQlly5bNVKtWzdSqVcupkKivE7nZgUTd79u3z5WicePG1gRlhRNZRdqVy9lAk2CeeeYZ53tV6dQEXyqHBG+YKFtu3LjR9O3b16xfv95ryPpdUUVFz9+jRDFhnAjEu4AmSaoyqm/79NNPTfPmzeN9+IwvFQLLli0zjz32mLOngj0Ku9IQSKmAgka6XqnA4u+//+66uyrK2FXTy5Yt67o9G8SfwI4dO/yCi9u2bQvbQFW90w4r2veqzEeLPoEvvvjCqva+ffv2gJ3r2LGj6dSpE59xRN9DR48QQACBhBb45ZdfrNe/eh++atWqoC10HVxhxSZNmpgWLVoEvR8bIoAAAggggAACCCCAAALRLEBAMcRHh4BiiIDsjgACCCCAAAIIIBC0wMKFC61g4rRp04xCisk1TbLQJP9WrVqZBg0aBH0ONkQAAQQiLbBr1y6rauJXX30V8FRPPvmk6dmzp2GyWKQfifg9/rFjx6zwoR1CtEOJgap0plTBc2KjQoma3FiuXLmUHiYut9cEDDuYqAmmbo2qKW5C7j/v0aOHmTRpkrOhnj/1/EpDwFNgzpw51t/VM2fOeMFUrlzZDB482CgUQEMAgfgUWLx4sVEVPN82ceJEawEjGgKeAmfPnjX62+DZVKU5e/bsQCGQagFN1LbDim7V1LXYhoKKClHrvlChQqk+LzvGvsD169ed0KIWYbErLu7duzcsg8uaNasTWtRznwICug6le/0u0tJP4Ny5c9b72rFjxxr9Hvi2EiVKmG7durGoWfo9RJwZAQQQQCAZgf3795tZs2aZRYsWWYHFYCtFFy5c2LpGp8Ci3q/nzZsXZwQQQAABBBBAAAEEEEAgJgUIKIb4sBFQDBGQ3RFAAAEEEEAAAQSSFdBq0aqUOGPGDLNp06Zkt1UFlPvvv9/64ELBRFV0oiGAAALRJPDJJ59YE4z27Nnj1y2FvPr372/+9Kc/RVOX6UuUC/iGEBVGPHLkSMi9Ll68uDVZ0Q4h2l8zUdGbVtVRFErUTZNG3Vr16tWtBRR0u/POO9025+fJCChEoN9PzwmbCn5rxW0aArbAhAkTzCuvvOIH0rRpUzN06FAC1vyqIJAAAkuXLjV//vOf/UY6fvx48/DDDyeAAENMicDdd9/tVbVK16LuuOOOlByCbREIKKDAkR1UVGXFCxcuJCuVL18+r7AiQVl+sWyB8+fPe1VbtMOLR48eDRtSmTJlvAKLdnBRwTha2gmoGtWoUaPMzJkzA55Uf7O6du1qHnjggbTrFGdCAAEEEEAgBQKXL1+2Fh1WUFE3LawYTNNCCnZYUYt3UGU8GDW2QQABBBBAAAEEEEAAgWgRIKAY4iNBQDFEQHZHAAEEEEAAAQQQ8BPQpB1VStQKi99//72rUP369U2LFi2sYCJVnFy52AABBNJBYN26dWbkyJHWc1ug1rlzZ9OrVy+TP3/+dOgdp4wFAVXkU2h/+/btXpURQ+27Jr4GCiKyQnHSsmvWrDFz5861QokbNmxwfQgqVqzohBIbN27suj0bBCfw6aefmoEDBzoba9LskiVLgtuZrRJC4I033jAffvih31jbtGljhg0bZrJkyZIQDgwSAQSMWbFihXn00Uf9KPQc8cgjj0CEgCOgoMf06dOd79966y3z7LPPIoRAWAUOHTpkFFLUTe8r3JpCYaqoqJsWZqMhEEjg+PHjXsFFu+KirrOHq2kxQM9Ki3ZwUfdczwqXsv9xvv32WzNmzJgkF2/861//anRdUdceaAgggAACCESzgF7/LliwwAor6nOOYJsW+lNgUYv+1alTJ9jd2A4BBBBAAAEEEEAAAQQQSBcBAoohshNQDBGQ3RFAAAEEEEAAAQQcgcWLF1vhHa2meOLEiWRltFqiPohQKLFRo0YoIoAAAlEpcPPmTfPBBx+YcePGmdOnT/v1sV69eqZv377mvvvui8r+06m0FThz5oz5/fffnZs+pLe/v3HjRkidyZw5s1c1RDuUWKxYsZCOmyg7K4ioQKImECug6NZKlSrlhBKZROymlbqfK1CycuVKZ+d+/fpZz6c0BDQ5e8CAAVYVdt+mf+/duzdICCCQgAKrVq0yrVu39hv56NGjzWOPPZaAIgw5kIB+HwYPHuz86C9/+Yt55513wEIgYgJahEYTtVVdUWFqt1alShUnrKgF22gIuAns27fP2FUW7dCi7q9du+a2a4p+XqBAAeMZWFSQ0Q4zqgoSLTSB69evW9cXx44da1RF07cVLlzYPP/886ZDhw4G79Cs2RsBBBBAIG0E1q5da70OVlhRC3wG2ypXrmyFFfWZGlWEg1VjOwQQQAABBBBAAAEEEEhLAQKKIWoTUAwRkN0RQAABBBBAAIEEF1D4QqHEGTNmmPXr1yerkSNHDmulcIUSdcuZM2eC6zF8BBCIZoF58+YZTXBdunRpwG6++OKLpmfPniZDhgzRPAz6FgGBvXv3WsFDzwCivj98+HBYzqZJgQogelZGZCX9lNNqEqdCibotX77c9QBFihRxQolaRIHqbK5kqd5g06ZNlrVn03MtlbRTTRo3O+r9RJ8+ffyqi6ha7KBBg8wTTzwRN2NlIAggkHIBTYB86KGH/HYcPny4efLJJ1N+QPaIO4GFCxeap59+2hnXbbfdZr7//vu4GycDik4Be5K2woqbN2927WTdunVN8+bNrcBi9erVXbdnAwQ8BXQNwg4s7tixw9i3s2fPhh1KC/j4hhf1fenSpcN+rng/4G+//WZGjhxpJk+eHHCoCi536dLFtGrVKt4pGB8CCCCAQBwJ7Nmzx8yaNcsKK+oW7GKNRYsWtcKK9957r/Ven3kDcfRLwVAQQAABBBBAAAEEEIhhAQKKIT54BBRDBGR3BBBAAAEEEEAgAQUuXLhghRJV1SRQZRNfkjvuuMO0aNHCCiVq5WUaAgggEM0CqgCrVc3Hjx8fsJuaQKjqTbVr147mYdC3EAUuXbqUZDVE/SwcTR/A+wYR9X22bNnCcfiEPIYmZapKokKJmgzh1hR6UlDOvuXOndttF34eBgEFzcaMGeMcSStmf/HFF2E4MoeIZQG9r+jRo4dfRZFq1apZ1bCouh7Ljy59RyB8Aj///LN1bcG3vffee+aZZ54J34k4UkwKqApvzZo1nb5nzJjRaHER3dMQSEsBhWUVVFRVGf0OujVNyrbDioS+3LT4eXICR44cccKKWlTJDi7qa1XxC2fToj6Bgou6/l+wYMFwnirujqXPVrQo2po1awKOTQsvdO7c2dSoUSPuxs6AEEAAAQTiW0BzCKZOnWoWLVpkXZ8/efJkUAPOnj27FVRUYLFly5amZMmSQe3HRggggAACCCCAAAIIIIBAuAUIKIYoSkAxREB2RwABBBBAAAEEEkhAlW304fm0adPMsWPHkh25JtM88MAD1mq/d999dwIpMVQEEIhlgSlTplihmUDVDvLnz28GDBhgnn322VgeIn33EVDVQ99KiKpEEMwk0mAxb731VlOpUiVTuXJl6143BW70O0ULXWDfvn1WINEOJrodUZMdPEOJTJx0Ewv/zxXw9qw4qgoSjz/+ePhPxBFjRkCLArz66qt+/dX7iaFDh1KdJWYeSTqKQNoIqNqqFkHybf/6179M27Zt06YTnCVqBVR9yvO1vCooqpIiDYH0ELhy5YoTVFRY8dSpU8l2Q4EvVVTUTYHFAgUKpEe3OWecCuzevdsKLPoGF/WeOtxNiwEpqBgowJgjR45wny5mj6eQ4tixY40C9r4tb9685vnnnzcdO3Y0LKYUsw8xHUcAAQQSXkDzCubPn2+FFfVaJNjWoEEDK6yo18W8nwtWje0QQAABBBBAAAEEEEAgHAIEFENUJKAYIiC7I4AAAggggAACcS6wa9cuq0rijBkzjCoVJNdU8en++++3VjZUMJEPzuP8l4PhIRBHApqcNXz4cDNp0qSAo3r66adNz549TdmyZeNo1IkzlBs3biRZDfHMmTNhg9Dvhx1A9Awk5smTJ2zn4ED/K6Bwmx1I1L0m/ibXVDXHM5RYrFgxKNNJQK8rO3To4Jxd/z+2bt1KZaN0ejyi4bSvvfaa+eijj/y60q5dO/PWW2/xuxENDxJ9QCAKBTZt2mT9bfdtw4YNM3/729+isMd0Ka0E2rdvby2uZbd3333XtGnTJq1Oz3kQSFLgxIkTVkVF3VRd8dq1a8lqaUEbz7Bi1qxZ0UUgIgJ6Px0ouKh/CxScC7UTRYsWNWXKlLEWIfG819da4CnRmkL1I0aMMJ9//nnAod9+++2ma9eu5tFHH000GsaLAAIIIBBnAqtWrbJeCyusqIWHgm1Vq1a1wopayKxJkybB7sZ2CCCAAAIIIIAAAggggECqBAgoport/3YioBgiILsjgAACCCCAAAJxKHD58mVrMtesWbPMzJkzXUdYr149a8LMH/7wB6s6FA0BBBCIJYEJEyZYq5Xv37/fr9ta7b1///7mkUceiaUhJWxfVY1C1Q99bwqghqsp6GaHED0rIurfmDAaLuXAxzl58qRXpcTz58+7nlATFuxgIgFjV6402UDVH/Qa024KkShMQks8gaNHj1p/Y1XZyre99NJLpkePHomHwogRQCBFAlu2bLEWSfJtQ4YMMQqp0RJT4P333zf//Oc/ncE/99xzVjVeGgLRJKDqMXZQcdGiRa5dK1mypFVRUddfmzZt6ro9GyAQLoHTp097VVz0DDJeuHAhXKdxjqPrKgoq+gYX7TBjzpw5w37OaDngggULjCoqLl68OGCXFFDs1KmTqVu3brR0mX4ggAACCCCQaoGdO3dacxAUVkzqb1+gg2vhwXvvvdcKKmqxZC2eTEMAAQQQQAABBBBAAAEEwilAQDFETQKKIQKyOwIIIIAAAgggEEcCK1assIKJU6dONUeOHEl2ZJoYo5UKFUpktcI4+iVgKAgkkMDq1avNyJEjrUmBgZpWJ+/Vq5fJly9fAqnExlC1uvy2bdu8goj6/tixY2EbQI4cOazQvW9FRIVWaWknoBDiTz/95FRLVEjRrTVs2NAJJVapUsVtc36ehgJ6fanqD55t+vTppn79+mnYC04VDQKqzN67d2+reqZnK1CggBk0aJB57LHHoqGb9AEBBGJA4Lfffgt4TeLNN9+0JvHTEk9AlelUhddud9xxh5kxY0biQTDimBHYuHGjE1bUayS3pgoydlhRv980BNJL4NChQ17hRS0OpQCjbjdv3oxItwoVKpRkgLFEiRIROWdaH3TixIlmzJgxARdSUwijW7dupkOHDqZgwYJp3TXOhwACCCCAQEQEzp49a81NUFhRN30fTNPCBQorqrqi5isovEhDAAEEEEAAAQQQQAABBEIVIKAYoiABxRAB2R0BBBBAAAEEEIhxgT179lihxO+++86sXbs22dFkyZLFqk7QsmVL60I/oZ0Yf/DpPgIJKnD16lUzfPhwM27cOHPu3Dk/hTvvvNP07duX8HU6/36cOHHCaBXdXbt2WfeeVRFV6TdcLX/+/AErIiqIT0sfgStXrjiBxLlz55rDhw+7dqROnTpOKPG2225z3Z4N0kfgww8/NG+88YZz8po1axqFCGiJJaDV0f/+97+bS5cueQ28Vq1aZvDgwQRWE+vXgdEiEBYBvU7Uwkk3btzwOt5rr71mtOgILbEEDh486FVdKnv27Nb7CRoCsSCwbNky6/WxFlJS2Mut1atXz1pATjfeB7lp8fO0FLCDip4VF/X1gQMHItaNzJkzG7vSYqAKjHny5InYucN9YC3ApWuXH3/8ccBDK6is1zhPPfVUuE/N8RBAAAEEEEh3AV07nDdvnlGl8X379gXdn7vuussKK7Zo0cJUr1496P3YEAEEEEAAAQQQQAABBBDwFCCgGOLvAwHFEAHZHQEEEEAAAQQQiEEBhXMUSpw1a5YVTHRrmvTfrFkzK5SoD79pCCCAQKwKaKLf6NGjjSrGBmovvfSS6dGjR6wOL+b6rWpqniFEhRHtQOKZM2fCOp5bb73VCiJ6VkXU11p9nxYdAp6VEoOZeKBJBg8++KB1U7CYFv0Cej2pCjF2e/XVV83zzz8f/R2nh2ET0OIAr7/+ut/xNHFoyJAhJl6qnoQNjAMhgEDQAgo9aEEl34UsXnnlFfPCCy8EfRw2jA+B2rVrey1yMX/+fK5nxcdDm1CjsIOKCivqvbNbUyV5O6xYrVo1t835OQLpIqBFSrRg4u7du62b/bV9f/HixYj1S9XaPYOLnmHGUqVKRey8oRx45cqVZuTIkUbXSwI1fV7TuXNno///NAQQQAABBOJRYPny5eb777+3Kitu3rw56CHqswNVV9Tr47vvvjvo/dgQAQQQQAABBBBAAAEEECCgGOLvAAHFEAHZHQEEEEAAAQQQiCGB1atXm9mzZ5tp06YZrSifXCtevLg1uU8fcuuehgACCMSygCbzaeXxiRMnBhyGghF9+vSh4kAEHmStjp9UCPHChQthP2P58uVNxYoVrZtnIDGWVsoPO0oUH3DBggVWtUTdgqlso8fVDiU2btw4ikdG13wFVq1aZVq3bu31zz///LMpWrQoWAkioJDQhAkT/Eb73HPPmaFDhyaIAsNEAIFICijooMmH58+f9zoNi5BEUj06j922bVvr9aXdFO54/PHHo7Oz9AoBF4GzZ886VRUVWgzmfbQqx9hhRb2HoiEQKwK6fpdUgDGS1RczZMhghReTCjDmy5cvXQm//PJLa8G1pCqrduvWzXTo0MHoMx0aAggggAAC8Srw+++/G1VXVFhRlceDbVoQTWHF++67z7Rq1cpkypQp2F3ZDgEEEEAAAQQQQAABBBJQgIBiiA86AcUQAdkdAQQQQAABBBCIcoH9+/db1RJVKVETw5NruiCvMKKCOgomalVhGgIIIBDrAt98840ZO3as2bp1q99Q9Dz34osvmnbt2sX6MNO1/5o8Zlc+9L2/cuVK2PuWK1cuK3xoBxE9A4kZM2YM+/k4YHgFFi9e7IQSt23b5npwVTKwQ4ksmuDKFbUbKBzyySefOP3TZJBAYbWoHQAdS7WAJhn37ds3YNUPKpulmpUdEUAgCYG9e/caVew9ffq01xb9+/e3FiShJYbA22+/bT744ANnsF26dAlYwTcxNBhlPAlowTlVVNRt3rx5QQ1N76HssKLCVzQEYlXg6tWrXlUXPSsw6mvfBQrCOU4FFO0Ao2+QMa3+X2l8+tuma5zXr1/3G165cuVM165ducYZzgeeYyGAAAIIRK3AqVOnzLfffmuFFXULtgpz7ty5rbCibro+Xbhw4agdIx1DAAEEEEAAAQQQQACB9BEgoBiiOwHFEAHZHQEEEEAAAQQQiEKBGzduWKHEWbNmmalTp7r28Pbbb7cm/iuUWKNGDdft2QABBBCIBYFff/3VqFLGlClTAnb3mWeeMb169TKlS5eOheGkax81CcxewT5QEDHQxKhQO6ygYdmyZY0mWOm+QoUKTiCxWLFioR6e/dNYQCsa25USA4WFfbtTpEgRJ5So1yhZsmRJ4x5zunAK3Lx501StWtWcOXPGOezHH39sHnrooXCehmNFocDatWtNz549jVY492z6P/7mm2+aRx55JAp7TZcQQCDWBVRhqXnz5ub48eNeQ1FAUUFFWvwL6HpYx44dnYE2atQoyfeF8a/BCONVQK+v9B7rp59+MloExq1pYTq9t7LDilRacxPj57EmoL/7vqFF+1rWvn37IjqcQKFF+9/CXX1xw4YNZsSIEVYFqUBNoeTOnTubJk2aRHTMHBwBBBBAAIFoEpg2bZqZP3++FVY8dOhQ0F1r3LixFVbU4s1VqlQJej82RAABBBBAAAEEEEAAgfgVIKAY4mNLQDFEQHZHAAEEEEAAAQSiSEATgBVMVChRlROTa7feeqtVLVGhRE1OoSGAAALxJDBu3Dijm6oL+DZV2xswYID54x//GE9DDnksstLELXvylv217gM5hnxCY0zWrFmdAKJnGFGhRIKj4RBO32OsXLnSCSVu2rTJtTO33HKLNVnWrpao1Yxp8SGgoHj37t2dwRQtWtT8/PPP8TE4RpGkwIwZM8wLL7xgFHL3bLVr1zaDBw829erVQw8BBBCImIAmJOp6h+/ExB49ehhV9aXFt4ACKg0bNnQGmTdvXqMFbGgIxKvA5s2braCibqtWrXIdZvbs2b3CilSOcSVjgxgX0MJante79HfCM8zouZhOuIeqv0ElSpQwJUuWtG721/a9PqdJTVMQY/To0Wbjxo0Bd+/QoYMV1tf1NhoCCCCAAAKJJLBkyRIzZ84cs2jRohS9D6xZs6YVVmzWrJnX+8lEsmOsCCCAAAIIIIAAAgggYAwBxRB/CwgohgjI7ggggAACCCCAQDoLKDSiUOJ3331nVqxYkWxvMmTIYIUStQqgJuoVKlQonXvP6RFAAIHwCixfvtyanKNJeYGaghKq5JQnT57wnjgGjnb69GkngBgohOgbIAnXkDTxUYFDz5sdRqRiQ7iUo+c4WizBrpT4yy+/uHYsZ86czsRYBRMLFCjgug8bxJ5AmzZtrBWs7fb888+bV199NfYGQo+DFhg7dqxVIdG3tWrVygwdOtQopEpDAAEEIi1w5MgRq1qvb9Wkbt3EPfU9AAAgAElEQVS6mX/84x+RPj3HT2eB6tWrm5MnTzq90CTV8uXLp3OvOD0CkRdYt26dE1Zcv3696wl1fcSzsqIWjqEhkGgC+nuRXIAxkh6qbppUeNEONGbLli1gF27cuGHef/99o/df58+f99tG1930/rt9+/YmY8aMkRwGx0YAAQQQQCAqBbRQjRZRU2XFYBbysAdRqlQpK6yoeRW6nklDAAEEEEAAAQQQQACBxBEgoBjiY01AMURAdkcAAQQQQAABBNJJQKHEWbNmWdUS9UF0cq1WrVpWRSJdQNfXNAQQQCDeBC5evGiGDx9uxo8fby5cuOA3vPr165t+/fqZe+65J96G7own0GrwnhURFVCMVAsUQrQDicWKFYvUaTlulAgoiGiHEhVQdGtZsmRxKiXq9UlqqwW4nYefR4fArl27zF133eXVmR9//NFoRWpafAqoMtknn3ziN7hOnToFDC3GpwKjQgCBaBE4fvy4efjhh43+Hnm2zp07mzfeeCNaukk/IiDw5JNPWhUz7DZu3DjTunXrCJyJQyIQvQJazM6urLh161bXjmrBGM+wYq5cuVz3YQMEEkHAt+Ki/b3uI3m9zbYtWLCg0fW1pG66LqpropMnTw74cDRu3NjotU/z5s0T4eFijAgggAACCAQU0PWBb7/91gor6nblypWgpFQNWWHFpk2bWnMt8ufPH9R+bIQAAggggAACCCCAAAKxKUBAMcTHjYBiiIDsjgACCCCAAAIIpKGAAgCzZ88206ZNs1b0Ta4VKVLEWtWvZcuWVsVEGgIIIBCvAgpsjxkzxqxevdpviKoc+//+3/8z3bt3j4vhHz161Gjyk2fw0F7hff/+/REdo6oqlC5d2pQpU8avIiIhxIjSR+XBN27c6IQSg115WGFE3TThVSsQ0xJD4L333jP/+te/nMHeeeedVuVvWvwJHDp0yPTp08erWqY9ytdff9106dIl/gbNiBBAICYEVBXpkUceMdu2bfPqr6oJDRkyJCbGQCdTLjBo0CDrfaLd/v73v1vvDWkIJKqAJmHbYcWdO3e6MqjitWdYMWvWrK77sAECiSiggKJnYNG+bmf/W1qZ5M6d2yhAce7cOXPmzJmAp23btq3p2LGjqVKlSlp1i/MggAACCCAQtQJTpkwx8+bNs8KKx44dC7qfWghVgcU//OEPpkKFCkHvx4YIIIAAAggggAACCCAQGwIEFEN8nAgohgjI7ggggAACCCCAQIQFjhw5YhS+0UTupUuXup5NocRmzZpZF8U1kYSGAAIIxKvAgQMHzIgRI8ynn34acIgKaPft2zemqnRdvnw54KQmO4SoFdEj1bJly2aFxhRC1M33a1aFjZR87Bx3y5YtVihRH9ovW7YsqI7rw3p7Uisf1gdFFncb3X333Wb79u3OuN566y3z7LPPxt04E31AWiSgR48exneyuwLsb775plW9jIYAAgikp4Am6j/66KNGr2c8W7t27czbb7+dnl3j3BESmDp1qunWrZtzdFW7+PLLLyN0Ng6LQOwI3Lx50wkqKrCoayturWTJkl5hRS0GRUMAgeAEtJCLfTt48KDztee/JxUoDO4MKdsqU6ZMRv+n69SpY137K168uFWZUfe6qVojDQEEEEAAgUQTUEhxzpw5VljR81q2m8Ntt91mhRVVpVgL89EQQAABBBBAAAEEEEAg9gUIKIb4GBJQDBGQ3RFAAAEEEEAAgQgJ/PDDD2bWrFnm22+/NdeuXUv2LDVq1LAqEimUWLt27Qj1iMMigAAC0SPwxRdfmA8//NCvCop6qIk0AwcONFoVPBqbXQXRd3V1fa/JSZFsgYKHdiCRUHsk5WP32Ko0pFCibosXLw5qIA0bNnQqJVatWjWofdgoPgU0oeOpp55yBpcxY0azdetWo4qstPgRmD59uhUAuXHjhteg7rjjDqPqVbw/iZ/HmpEgEOsCqij02GOPmQ0bNngNpU2bNubdd9+N9eHRfx8BvY7VRFG7FSpUyO+xBw2BRBfQIkl2VUXdB1M5ply5ck5YsUmTJolOyPgRCIvAhQsXrGuCgQKM+rd9+/aZw4cPh+VcbgdRtVQ7rOgZXCTE6CbHzxFAAAEE4kVg8+bN1sLRixYtMmvXrg16WGXKlLHeg2rBRgUWaQgggAACCCCAAAIIIBCbAgQUQ3zcCCiGCMjuCCCAAAIIIIBAGAU0SU7VErXK+65du5I9siZWqVqiKoQpmEhDAAEEEkFg06ZNZtSoUWbatGkBh6vJxb1797ZWAk+vplB5oPCh/W+adBSpVqBAAaMPQe3Qof21fR+p83Lc+BLYsWOHE0pcuHBhUIOrW7eu9cG7brVq1QpqHzaKf4GePXuab775xhno448/bkaOHBn/A0+gEY4ePdoMHjzYb8StW7c2Q4YMMXrPQkMAAQSiSUCvxZ944gm/SYZPPvmkGT58eDR1lb6EQaBixYrm/PnzzpFWrVqVru8VwzAkDoFAxARUwc0zrHj27FnXc1WuXNkJKzZq1Mh1ezZAAIHUC1y9etXs3bvXCismdVOF1LRoniFGLXim26233up1r3/LmTNnWnSHcyCAAAIIIBAxgSNHjpgpU6ZYlRV1812gLakT33LLLVZY8b777jOtWrUyefPmjVgfOTACCCCAAAIIIIAAAgiEV4CAYoieBBRDBGR3BBBAAAEEEEAgRAGtTK1QolbiC6YyUdOmTU2zZs2sUKJWraUhgAACiSKgEMRHH31k9IGgb6tUqZJ58cUXzUMPPZQmHJoQ5HnTxCB9rxDi/v37I9YHTQBS+NA3eGj/W+7cuSN2bg4c3wL63bUrJc6bNy+owSqIqECiqjjXq1cvqH3YKHEEFAZQBU3PSuCqfqtJGbT4EBgwYID57LPP/AbTtWtX89prr8XHIBkFAgjEpYAqhimQuHLlSq/xqbqi3nPQ4kfg0UcfNStWrHAG9D//8z/WQl80BBBIXuDo0aNWWFHvEXWv5023VqNGDef94Z133um2OT9HAIEICOiapH2N0jfEqOs+nu/PI3B6v0MqjOEbYAwUZsyWLVtadIdzIIAAAgggEJKAFgKYNGmS0ecnCiuePHkyqONlyJDBCiuq+rjCivp8j4YAAggggAACCCCAAALRK0BAMcTHhoBiiIDsjgACCCCAAAIIpFJAkztmzZplvv32W3PlypVkj1KtWjWrWqIuWqtCEQ0BBBBIJAGFt8eMGWPmz58fcNjdu3c3vXr1Mrly5QobS1IBRPvfw3aiAAfSRB19QOkbQtT3Wo2chkC4BDRxzQ4l6v769euuh1bgTIFEBRMbNmzouj0bJK6AgmsKsNmtbNmyZtmyZYkLEkcjP3DggFWtWBNxPFumTJnM66+/bjp27BhHo2UoCCAQrwKqQvT000+bpUuXeg1RFWDHjRsXr8NOuHH94x//MB9//LEz7r59+5p+/folnAMDRiAUAb1v9KysGMyxateu7bxv1Nc0BBCIDoHff//dvPfee2bq1KkBO5QxY8agK0OFc0SqMmVXYLQDjPre96aABw0BBBBAAIFoEdBnllqEWtdItRBAsE2vjxVY1OI5derUCXY3tkMAAQQQQAABBBBAAIE0EiCgGCI0AcUQAdkdAQQQQAABBBBIgcDmzZvN7NmzrQ+Ad+zYkeyeBQoUsEKJLVq0sIKJ+nCYhgACCCSSwNmzZ82IESPM+PHjA67W36BBA9O/f3/TuHHjFLOkZwBRVRDtAGKg++zZs6d4POyAQLAChw4d8golui2SoOOWL1/eqYShD85pCAQj8Kc//cksX77c2ZRAQDBq0b+Nqo39/e9/N3v27PHqbKlSpcybb75JVarofwjpIQIIeAjcuHHDtGnTxixcuNDLRddgJkyYgFUcCHz99dfWYjZ2a968ufn000/jYGQMAYH0EdD1bDusuGjRoqA6oWqK9iI3qrJIQwCB9BdYtWqVdc1V/58DtaZNm1pVnnLnzm20QM3Bgwetm/31uXPn0mUQyYUX7TCjwo40BBBAAAEE0lpgw4YN5rvvvrPCiuvXrw/69OXKlbPCis2aNbNeM9MQQAABBBBAAAEEEEAg/QUIKIb4GBBQDBGQ3RFAAAEEEEAAAReBkydPWqvnTZ8+3a/KSKBddRFaVYn+8Ic/mJIlS+KLAAIIJKTAjBkzzIcffmjWrl3rN34Ftl9++WXTrVu3JG00aUYhRAUoAt1HGrVQoUJJhhCLFSsW6dNzfAS8BI4ePeoVSrx48aKrkMJG9iRSPhh35WIDHwEtyuH7e7NkyRIr7EqLXQEtshLob68WDBg8eLCpWbNm7A6OniOAQEILtG3b1nqt5NkIssXHr8SmTZusa2x2K168uFmzZk18DI5RIJDOAlu2bLGeOxVwWrFiRVC9adSokfM+s3LlykHtw0YIIBA5ga+++sqMHj3aqLKib9MCa88//7xp3769KVKkiNePtaicHVY8fPiw0WJYutlf2/daDCKtmxZ+U1hR118DVWG0/03joyGAAAIIIBAJAX0+OXnyZGteyOLFi4M+hRav1jwRXVfXwkk5c+YMel82RAABBBBAAAEEEEAAgfAJEFAM0ZKAYoiA7I4AAggggAACCCQhMH/+fDNz5kyrWqJbEKBKlSpWtUSFErWqNA0BBBBIVAEFCkeNGmU+++yzgAR6nuzXr581MSa5AOLVq1cjSpg3b16jAJfvrXTp0lYwMVeuXBE9PwdHwE3gxIkTZt68eU4wUZPH3JpWotcEbjuYmCVLFrdd+DkCAQUUVtMkR7up8oImPtJiV2DkyJFm6NChfgNQpcwhQ4aY/Pnzx+7g6DkCCCBgjHn22WfN999/72Wh6zT/+c9/8IlxAb1H83x/+Msvv/gFLWJ8iHQfgXQX0P8ru7Lizz//HFR/9B7Bfu+pyjE0BBBIHwF9dvX++++bMWPGmOvXr/t1Qp9ddenSxTzzzDMp7uCRI0ec0GKgAKP+7dixYyk+bjh2KFiwoBNktMOMuvf8Ol++fOE4FcdAAAEEEEhggWvXrplJkyZZn9MosBjM5zTiypQpkxVWVFVjhRVZ1DqBf4kYOgIIIIAAAggggECaCxBQDJGcgGKIgOyOAAIIIIAAAgh4CGzdutWqlqhQ4rZt25K1ueWWW6xQYosWLaxgIiEAfpUQQCDRBf7973+bjz76yGzfvt2PIkeOHEYT1jRRRsHECxcuRJQrqQCiHUjUz2kIRJuAPty2K1jo/tSpU65d1Kq8npUSCde6krFBEAJ169Y1WinabsOHDzdPPvlkEHuySbQJ3Lx501oY4IsvvvDrWvfu3a2KxjQEEEAgXgQ6duxoZs2a5TUcTQjUc6AmB9JiU0CTOdetW+d0XqFTXY+jIYBAZARWrlzphBVVZdGtZciQwXpPar8vZfK1mxg/RyAyAhs3bjR6765FNwO1li1bGr1Waty4cVg7oGu9vhUY7e8974MNdISzc6pcZVdjTCrEqJ/TEEAAAQQQCFZAi3poLonCivv27Qt2N6Pr7bo+ofe3tWrVCno/NkQAAQQQQAABBBBAAIGUCxBQTLmZ1x4EFEMEZHcEEEAAAQQQSHiB06dPWxeSv/vuO6OqiW7t7rvvtqoTKZSoVdxpCCCAQCIKqLqbPnxT2NCevLZjx440oyCAmGbUnCjCApcuXfIKJR49etT1jLlz5/aqlKhFE2gIhEtgzpw55rnnnnMOp9Drr7/+SrAjXMBpeBz9ne7Vq5dZsmSJ11mzZs1qXn/9da/HOQ27xakQQACBiAo8//zzZtq0aV7naNSokfnyyy+Nnv9osSfw4osvGi2GY7eXXnrJ9OjRI/YGQo8RiEGBxYsXO2HFQItR+Q5Jz7OeYcWiRYvG4KjpMgKxLaDPuUaOHGkUWAzUunbtajp06JDmlZzOnz/vBBkDBRjtf1OlqrRsClknF2LU85huuhZHQwABBBBAwFNAlcenT59uhRU3b94cNE6FChWssKIWwVZVchoCCCCAAAIIIIAAAgiEV4CAYoieBBRDBGR3BBBAAAEEEEhYAV0s1mqy3377rdGHo8m1SpUqWauza5XZhg0bJqwZA0cAgcQROHLkiBNAVMDBDiPa95GugKgVrlXtUEHwQPf58uVLnAeDkcadwI0bN6xJnna1xAMHDriOMVu2bF6VEosUKeK6DxsgkBqBzp07mxkzZji7tmvXzrz99tupORT7pKPA8uXLjSok7t+/36sXZcuWNW+++aZp1qxZOvaOUyOAAAKRFfj73/9uJk+e7HWS+vXrm6+++sqosjsttgQ+++wzM2DAAKfTDz/8sBk/fnxsDYLeIhAHAvb7V72XDaZajBY68QwrFihQIA4UGAICsSPw/vvvm9GjRwf87EvvC7t06WKeffbZqBvQsWPHzMGDB5MNM2rhvLRuek6zw4q613U5z+/tr7WoHg0BBBBAIPEE9PpY1yE0/2TZsmVBAxQqVMgKK2pxbFVX1OdANAQQQAABBBBAAAEEEAhNgIBiaH6GgGKIgOyOAAIIIIAAAgklsG3bNqtaokKJqgSTXNMHiQolNm/e3KqWmD179oSyYrAIIBDfAgpEBQoe2v92+fLliAJkyZIl2QCiPpSjIRBvAqrUbE/q3L17t+vwtIq7PpjWpE7dlyhRwnUfNkAgFAFV8Lztttu8DqEqVA0aNAjlsOybxgJTpkyxwom+rXHjxmbQoEGmWrVqadwjTocAAgikvUDv3r2tQKJnq1u3rvn666+pgJP2D0dIZ1y3bp01UdNuClWkZMJnSCdnZwQQ8BO4cuWKU1VR72+1wJVbu+WWW6zr7Lrdd999hrCimxg/RyA8Aqp8+sEHH/gt3GAfXf8fO3XqZP2/jKWm5yHPEKP9te/91atX03xYWgwjmCCjnhdpCCCAAALxKaDPVydNmmS9Zl60aJEJdsFXVSO/5557rNfMeg+sCr80BBBAAAEEEEAAAQQQSLkAAcWUm3ntQUAxREB2RwABBBBAAIG4Fzh37pwVSpw+fboVCnBrjRo1soIACiWWK1fObXN+jgACCESlgIKGe/bsSbIK4vXr1yPe7+QqIBYrVizi5+cECESDwJIlS5xqiVooIZimiWF2pQlNwKYhkFYC48aNM6+//rpzuurVqwf1+jmt+sd53AVUJeOf//yn34ZPPPGEGTJkiMmTJ4/7QdgCAQQQiBMBVd1T9T3PpiC+QopMCo+dB1nhgtKlS3t1eMuWLTyGsfMQ0tM4FtB1d028tm+nT592HW2+fPmcoKImXxcsWNB1HzZAAIHQBH788UczYsQIs3r16oAHat++vdGtQoUKoZ0oyvY+fvy4E2T0DS8eOnTI+tmpU6fSpdeqkGUHGT2rMSqM4hlwzJ8/f7r0j5MigAACCIRP4PvvvzezZ8+2qivq70+w7Y477jBNmjSxwoq6Tk9DAAEEEEAAAQQQQACB4AQIKAbnlORWBBRDBGR3BBBAAAEEEIhbgcWLF5uZM2da1RLPnj2b7Dj1wasmRLRs2dIooEhDAAEEol3gxIkTVgAxqVtaBBA9jTJmzGhat25t2rVrZ1VGLFmyZLQT0j8EIiawcuVKJ5S4efPmoM6jD5oVStTrkXibEBYUABtFhUCLFi3M+vXrnb688sor5oUXXoiKvtGJ5AVu3Lhh+vTpY4VufFvPnj3NwIEDIUQAAQQSUuCll14yn3zyidfYNbHvm2++IRQTQ78Rqia+adMmp8eqRnH33XfH0AjoKgLxL6AgkGdY8dKlS66Dzps3r1W5za6sWLhwYdd92AABBFIv8OGHH5pRo0YZ/X/1bVpMrkuXLqZDhw4mc+bMqT9JjO2p56qkwosKkRw+fNi6qWpjejTPIKOCi54BRs+vFf6mIYAAAghEv8CaNWusRbUVVvz111+D7nDlypWt6opaYLtx48ZB78eGCCCAAAIIIIAAAggkogABxRAfdQKKIQKyOwIIIIAAAgjElcD27dutaolTp041boGA3LlzW0GAZs2aWRdzc+bMGVcWDAYBBGJbQJMjkgsgugWvQx199uzZrZChbqousnPnTvPLL78EPOxDDz1k+vXrZ6pWrRrqadkfgZgVWLdunVVpThMyk/q/4js4faCsiZh6PVKpUqWYHTsdjw8BTY54+OGHvQaj32tNeKNFt4BeLyiEuHz5cq+O6v2NKmL+9a9/je4B0DsEEEAgwgIK3E+YMMHrLJrcp5CbKtbQol+gd+/e5quvvnI6+tprr5muXbtGf8fpIQIJKnDgwAFn0R69R9ZiGm5N1+rtsKLeJ/P87CbGzxFInYD+f77//vvm888/D3gALeDZqVMnazFP2v8JnDx50goqeoYW7fCi5316BRl1Ld+3+mKg7/PkycPDigACCCAQJQK7d+82kydPNgsXLjSrVq0KulcKrOuzpebNm1vVFTNlyhT0vmyIAAIIIIAAAggggEAiCBBQDPFRJqAYIiC7I4AAAggggEDMC1y8eNHMnj3bfPfdd+aHH35wHU/Dhg2tMIAu2FKhyJWLDRBAIIIC+/btSzKEqIkNkWy5cuVyKh3aFQ8VRrS/tletnzhxohk/frzZtWuXX3e0zcsvv2yeeuqpSHaVYyMQtQIbN250QomrV68Oqp9a3dYOJVapUiWofdgIgbQQ0PO5nvPtpgU8PL9Piz5wjpQLLFu2zHTr1s2aJOnZKlasaN544w3r+YaGAAIIIGDMq6++ar2v8Wzly5e3JgOqYhAtugUUMFXQ1G6PPfaYGT16dHR3mt4hgIAloOtJ8+bNM/Pnz7du169fd5XRQht2VUXds2iKKxkbIJBigcWLF5vhw4cb3Qdqf/nLX6xqitWqVUvxsRN5h2gPMur51bcSY6DvFRqnIYAAAgikncCFCxesRZS0uIeqKwYbeFdAXWFFLYKpuS9UJE+7x4wzIYAAAggggAACCESvAAHFEB8bAoohArI7AggggAACCMSsgCbjzpw503z77bfm1KlTyY6jXLly1qSGFi1aWBdpaQgggEBaCJw4cSLZKojBTMpKbT9V9dCugOgZPLQDiPnz50/20GvXrjVjxowxs2bNCridqjH17dvXmtBAQyCRBH777TenEsTSpUuDGvpdd93lhBKZ2BUUGRulg4B+Nz1fUyvE4VtRMR26xSmTEdCklR49evhtce+995pBgwYZVQejIYAAAgj8n4Cqyo4bN86LpHTp0mbKlCnWeyda9AqsWLHCPProo04H9TdOVSZoCCAQWwJ79+51gooKK16+fNl1ADly5HAqK6rCYvHixV33YQMEEAhe4NNPPzWjRo0yWkjPtxUsWNB06dLFtG/f3mixO1r4BKI9yKiAosLhWshD90l9HT4RjoQAAggg4Cmgxbn1+azCiseOHQsap0GDBqZp06ZWWJFrw0GzsSECCCCAAAIIIIBAnAkQUAzxASWgGCIguyOAAAIIIIBATAloxeX//ve/VihRVYuSa1oJVKvFPfjgg0YVYPLkyRNTY6WzCCAQ/QJa0XLPnj3WTZOs7K/t+3PnzkVsEEWKFPEKIHqGEfV1ap/zFJocMWKEVV1EEyV8W9WqVc3AgQOtwDcNgUQR2Llzp1MpMdiJ0PXr17deh+hWo0aNRKFinDEqoNfWL7zwgtN7rbS8fv36GB1NYnT7nXfeMe+++67fYJ9++mkzZMgQo/dCNAQQQAABfwEFuLUQi2crUaKEFVIsU6YMZFEqcP78eaPqwJ5t+/bt/L2L0seLbiEQjMDBgwe9wor6f+7WsmXL5lVZUc/fNAQQCF1AixW99957ftWm7SPfcccdpmPHjuaRRx4J/WQcIUUC0R5kDCbESDXGFD3kbIwAAgj4CaxcudJMmzbNCivqfXCwTZ/nauFuhRUbNmwY7G5shwACCCCAAAIIIIBAzAsQUAzxISSgGCIguyOAAAIIIIBA1AtoJWWFEqdPn27mzJnj2l8FAlQtUaFEVoZz5WIDBBBIRuDmzZvJVkBMyaqVKYX2DRz6fq9JWeFuc+fONR9++KFZvHhxwEP37NnT9O7d20Ti3OEeC8dDIFQBrRyv/xM//fSTda/nA7emCVt2KLFWrVpum/NzBKJGoG3bttbvud1UIUFVpmjRJ3Dt2jXrb/HkyZP9OqfKxv369Yu+TtMjBBBAIMoEFORWpSDPpsrwCuyXL18+ynpLd2wBVQjetm2bA6LrhLoGSEMAgdgXOHr0qFdY8fTp066DypIli/UZgG6qrFiqVCnXfdgAAQSSF1izZo354IMPrGthgdrjjz9uOnToYGrXrg1llAlEc5CRaoxR9stCdxBAIKYFduzYYV0X1kKaa9euDXosqoirsGLLli2tOTQ0BBBAAAEEEEAAAQTiWYCAYoiPLgHFEAHZHQEEEEAAAQSiVmDFihVm5syZ1gSxEydOJNtPrXKvyQiq6NWkSZOoHRMdQwCB6BM4cuRIkiFEVUWMRMuaNWuy1Q8VRsyQIUMkTh3wmApaaoKuqibeuHHDb5tGjRqZF198kcmfafaIcKL0EtDzgR1I1P2VK1dcu1K3bl0rlKjXIUzQcuVigygUUNXfBg0aePXshx9+MIRso+/BUjX5Hj16mFWrVnl1TlWTFSht06ZN9HWaHiGAAAJRKjBs2DAzfPhwr94VLFjQTJ061VSqVClKe53Y3VK1Z10jtJuCpu3bt09sFEaPQBwKKGQzf/5853b8+HHXUWbOnNkKKdphRSriupKxAQLJCnzzzTdm5MiR5vfff/fbTmEzLWqkoGL+/PmRjDGBaA4yJleNUT/TTdc/aAgggAAC/ytw9uxZM2nSJPPjjz9a1RUDfb4byCpnzpxGCwA9+OCDVnVF/p7zG4UAAggggAACCCAQbwIEFEN8RAkohgjI7ggggAACCCAQVQKaIK1qiZpwtH79+mT7lj17disQoIunWuktX758UTUWOoMAAtEhoICzgoa66TnG915VWiPRChcubMqWLet10wQphQ9VnSNamlba/Oijj8yGDRv8uqTV6F955RXTufteXEcAACAASURBVHPnaOku/UAg7AKamOMZSjx//rzrORREtEOJCijSEIhlAVVHePvtt50hqBLojBkzYnlIcdn3JUuWmOeff96ouoxnq1KlinnzzTetSSU0BBBAAIGUCfzzn/8077//vtdOurY0bdo0U7Vq1ZQdjK0jLjB27Fjrb57dnnnmGfPee+9F/LycAAEE0k9Ak649w4qHDx927UzGjBmdoKICi7o2R0MAgZQL6Jq5/s6OHj3aXL9+3e8AWtSoU6dO5oknnkj5wdkj6gX0mcrBgwfNoUOHkrzXNdW0bnY1RjuwqIpg9tee/5aWiz+mtQHnQwABBJIS0DX9WbNmWWHFlDxH33XXXdZiHworVqhQAWAEEEAAAQQQQAABBGJegIBiiA8hAcUQAdkdAQQQQAABBNJd4Nq1a2b27Nlm+vTp1r1b06RpTS5QKJEJY25a/ByB+BfQZKWkwof693PnzkUMoUSJEk4AsVy5cl5hxFy5ckXsvOE48LZt28yYMWPMV199FfBwDz/8sOnfv7+pXLlyOE7HMRCIKgE9L8ydO9cJJgbzYe1tt93mhBL1WoSGQLwI3HPPPV5VEYYOHWqee+65eBleXIzj66+/Nr169fIbi94TDRo0yJQvXz4uxskgEEAAgfQQeOedd8y7777rdWq9l1NIsWbNmunRJc6ZhMCiRYvMk08+6fxUj48qRdAQQCAxBC5evOgVVty/f7/rwBVQ8aysyOtmVzI2QMBPYPPmzdaCDjNnzgyo07p1a6uicYMGDdBLMIFLly4lG2C0A46BAq6RptICkZ7BRd8go77PmzdvpLvB8RFAAIF0E1i2bJmZOnWqFVbcvXt30P2oXr26adKkiRVW5HOwoNnYEAEEEEAAAQQQQCDKBAgohviAEFAMEZDdEUAAAQQQQCDdBFavXm1VZ9HFUd9KIL6dKlWqlBVKbN68uXVPQwCBxBHQB92BKh/aocRTp05FDEOrrvtWQfT8XhUGY7F9/PHHZvz48Zarb9OH9y+//DKrX8fiA0ufkxXQyu+eocQjR464imnSs153qFpi/fr1XbdnAwRiTcB3or/6v3XrViqTR9EDqeqWqnLp29q2bWsGDx5ssmXLFkW9pSsIIIBAbApo0r2qKXo2Pb9qIa3bb789NgcVh73WoiKaLOnZdF0gc+bMcThahoQAAskJXL161SusGOyka4UV7cAi1WH4HUMgZQL6LG/EiBFm48aNfjvqGnmXLl1Mhw4drFAYDQFPAV2DTa4So4KMWoQyrVvOnDmTDDEqwKhb8eLF07pbnA8BBBAIu4AWrJ08ebJZsGCBWb9+fdDH1yK99957r2nZsqU1R4eGAAIIIIAAAggggECsCBBQDPGRIqAYIiC7I4AAAggggECaCmhlY1VJVChx3bp1yZ47a9asViBAN1VLLFCgQJr2lZMhgEDaCaia2Y4dO7xuO3futCojugWYQ+1l9uzZA4YQVRGxdOnSoR4+qvZfuXKlGTt2rJkzZ07AfrVr187069fPFC5cOKr6TWcQSK3AzZs3nSqJP/30kwmmwoImPduhxIYNG6b21OyHQEwI9O7d26uS7mOPPWZGjx4dE32P905euXLFqpqo902+bcCAAUaPHQ0BBBBAIHwCw4cPN8OGDfM6YKZMmcx3331n6tatG74TcaSQBPT63DOI9N///tfUrl07pGOyMwIIxLaA3vfPnz/fuW3fvj2oAakyjB1WrFSpUlD7sBECCBhrAZ1Ro0aZ8+fP+3FUrlzZdOrUyWhBHRoCKRHQ75NdcdH3XuFGO+CYkmOGa1uFFO2wYlJfh+tcHAcBBBCItIAW/Z00aZL58ccfjRYvDLblzp3bCisqqKjqinny5Al2V7ZDAAEEEEAAAQQQQCDNBQgohkhOQDFEQHZHAAEEEEAAgYgL3Lhxw2jCkFae1yqrbk0TvxQM0GpsNWrUcNucnyOAQIwIXLt2zS+EqFCiJg4FU8kstcPUpFJVYVXY0PPe/rpIkSKpPXTM7KfKcSNHjrSqJp45c8av39WqVTMvvfSSadbs/2PvLcClqvb//0V3dwjSnZLSD3HgclGkJSQklFJQSZG0FQUlLyiKoMBF4NAI/KRTulO6Qbrh/7zX/e/5zuzZZ/aa2Xv6/Xme/czhzMrXDGf2rLXen3fdsJkTB0oCcRHQDieuXr1aOib+/fffprAKFy7sECW+/PLLpuVZgAQigcD9+/cF3vsQwmkxY8YMupWHwIuL+6OePXu6JXRJly6dGDZsmGjRokUIjJJDIAESIIHII4DD9h9//LHbxCBSLF++fORNOAxnBNHDokWLHCP/8ssvKYIIw9eRQyYBfxJYu3atFCvCIQbu8CpRrVo1+T0IgsVChQqpVGEZEohqAkgsCAdqCByMIiYmRrop4v8WgwTsJKCJFZ1Fi/rfGe1/2DkGo7YoYvQ3YbZPAiTgLwLz58+X37FxD+2Nm22VKlVkknGIFXPnzu2v4bFdEiABEiABEiABEiABEvCJAAWKPmH7v0oUKFoEyOokQAIkQAIkQAJ+I7Bjxw65oPn777+LS5cueewnR44cchET4pg6der4bUxsmARIwP8E4Gagd0PEv0+fPu23znPmzBmnCBF/X6I5li9fLiZNmiQ2bdpkiAHuTH379hWJEiWKZkyce5gTQDIECBJxCBGPKqJEZHXXnBKrVq0a5gQ4fBLwngDEiHDN1QIHCTZv3ux9Q6xhKwFkrn7rrbfE9evXXdpF4pbhw4cLHP5gkAAJkAAJ+I/A+PHjxciRI906gKMt3bX9x121Zb3TZfv27d2cL1XbYjkSIIHIJ7Bx40aHWHHfvn1KE8b6gOasiIQuDBIggbgJrFy5UuCzefv27YaFunbtKjp16kThAt9EASUAN0Zn0aLmyKj/HdaTAxkUMQaSNvsiARLwhcD69esF1j4gVjx79qxyE8WLFxc1a9aUYsUyZcoo12NBEiABEiABEiABEiABEvAXAQoULZKlQNEiQFYnARIgARIgARKwlQA2eJYsWSJFiX/99ZfHtiGGgTAAFxYsM2bMaOtY2BgJkID/CJw7d07EJUR8+vSp7R1nyZIlTgdEOCHGjx/f9j7DvUH8PR43bpyYMmWK4VQgcBgwYIAoV65cuE+V449SAvhb4yxKxN8ks8iXL59MiICrevXqZsX5PAlENIEmTZq4iNf79Okj+vXrF9FzDvXJzZw5U7z33ntuw0QSF4hlmI061F9Bjo8ESCBSCEycOFGKwvXx3//+l0LxIL/IcEhv27atYxRly5YVixcvDvKo2D0JkEA4ENi6datDrLhr1y6lIb/88ssOZ8WiRYsq1WEhEohGApMnTxbfffeduHr1qtv08T0WDshwVGSQQCgRuHz5skPIqBcx4t/nz5/3yk3Mjrlly5ZNOAsZnf+t/cy9MDtIsw0SIAEzAnAixxoIkoIeOHDArLjjeezZY+8NZ39wBohBAiRAAiRAAiRAAiRAAsEgQIGiReoUKFoEyOokQAIkQAIkQAK2EFi2bJmYP3++WLBggWl7pUuXlguSMTExomTJkqblWYAESCDwBB48eCAdyCD4MboeP35s66CSJEkiXnzxRXnh0IL2mCtXLilMTJw4sa39RXpjv/32m/jPf/5juGkElh9++KE8GMIggXAj8OTJExdRoooza548eRyiRGRxZZAACQiBAwZwBXEOOPflz5+feIJE4JNPPpEHOvXRoUMHMWrUKJEgQYIgjYzdkgAJkEB0EsD3qY8++sht8rNmzWKiiyC+JS5duiSwrqgFvt+qJCoJ4pDZNQmQQAgS2LFjh/jzzz/lgeu4nN/0w4aLrpZsEe7mDBIgAVcCSJb3zTffiJ9//tkQDdbkIFKsU6cO0ZFA2BC4ffu2FCpqgkXnn4MlYkQyT72IUS9sTJgwYdgw5kBJgARCn8C1a9fEnDlzxIoVK1wSHpqNPHXq1HL9BGeCIFhMnjy5WRU+TwIkQAIkQAIkQAIkQAK2EKBA0SJGChQtAmR1EiABEiABEiABnwns3r1bLFy4ULolYiPGU2BzBG5F2HzEIiSDBEgg+ASuXLkSpwgRh/7sjnTp0rkJEDVRYtasWe3uLirbO3jwoJgwYYLcKDKKRo0aSXcsClCi8u0RtpOGINrZKfHMmTOmc8mbN6/D5YBZWk1xsUAUEtCL4apVqyZmz54dhSSCP2UkhXjnnXdEbGys22AGDRokevXqFfxBcgQkQAIkEKUEpk6dKpO76AOOt3qhf5QiCsq04ZrovA4JV0U6mwXlpWCnJBARBPbs2eMQK27evFlpThUrVpSfA1hvKFGihFIdFiKBaCGwYcMG8e2334r169cbTrl9+/ZSqFigQIFoQcJ5RjiBUBQxZsqUySFijMuVkUlBI/yNyemRgB8JzJ07V54RQsLDe/fuKfeEPQicFWrYsKHIkSOHcj0WJAESIAESIAESIAESIAFvCVCg6C0xXXkKFC0CZHUSIAESIAESIAGvCFy+fFksWbJEihK3bdvmsS5cPrSswg0aNBDI6sggARIILAG4IJ44ccLQBdGbTQPVUWNDQXNA1LshpkmTRrUZlvOBwKRJk6Rr4rlz59xqQwCKg7VNmzb1oWVWIYHAE3j06JGLKPHs2bOmg8iXL59DlMgD46a4WCDKCZQrV87l8wKHB1u2bBnlVAI//ePHj4vu3bsLHIp2jowZM4phw4bxczvwLwl7JAESIAE3AtOmTRMDBw50+/306dPpABSk9wuEDXBu0GLMmDGiRYsWQRoNuyUBEogkAgcOHHCIFeMSV+nnW758ecdaRKlSpSIJB+dCApYI4F5p7NixwmhND2vVXbt2FZ06dRJJkiSx1A8rk0A4EAhFESPWnnLmzClFQvoLv8fzDBIgARIwI7BmzRp5bmjt2rUCbsqqUbJkSXkPDWdFJvxQpcZyJEACJEACJEACJEACqgQoUFQlFUc5ChQtAmR1EiABEiABEiABJQI4+LNgwQK5wGgW2oIinBJLly5tVpzPkwAJWCQAQRpEiCdPnpSPztfz588ttu5ePVeuXALuZLjy5MkjXRE1MWKiRIls748NeiawceNGAXGi8wFN5xo4vPnBBx+IDBkyECUJhDSBhw8fuogSjcS2+gnADRSbmBAk1qxZM6Tnx8GRQKgQwOcFPhu0SJ48uTh06JDgZ3hgXyEc3ujWrZu4efOmS8c41AxxYqVKlQI7IPZGAiRAAiQQJ4Gff/5Z9O/f3+35H3/8UdSvX5/kAkzgyy+/FKNHj3b02qVLFzFixIgAj4LdkQAJRDqBo0ePiv/3//6fvP7880+l6SIRjOasyH0RJWQsFOEE8H33m2++kWvXRlG5cmXppggnJQYJRDsBiBjhEu58nT9/3uXfN27cCBgmiIeNhIvOv6PAOGAvBzsigbAgsH//fvHf//5X3j8fPnxYecxIfFyjRg0pVsQjgwRIgARIgARIgARIgASsEqBA0SJBChQtAmR1EiABEiABEiCBOAns3btXLFq0SIoSzZyL4I5Yu3ZtmT0ebokMEiABewlcuXLFRXjoLEaEqMfuyJw5sxQgwpFMEyNqjwkTJrS7O7bnA4G7d++KcePGSdfEO3fuuLVQtGhRMWjQIPm3mUECoUrgwYMHLqJEHLowiwIFCjhEidysNKPF50nAnQBEcbGxsY4n2rZtK3DQnxE4AnCS6Nevn1uH+B4FgQUy1TNIgARIgARCi8Avv/wiE7/oY8qUKTxUH+CXaunSpdJxSQuI+ufNmxfgUbA7EiCBaCKAdVhNrIjHp0+fmk6/bNmyjmRKEC4ySCCaCezYsUMKFVeuXGmI4fXXX5ef7cWLF49mTJw7CZgSwFq6XrQIQaPz77CXGKigC2OgSLMfEgg/ApcvXxZz5swRy5cvF9u2bVOeQNq0aUX16tXleSMIFhMnTqxclwVJgARIgARIgARIgARIQCNAgaLF9wIFihYBsjoJkAAJkAAJkIALgWvXroklS5ZIUeLmzZs90okXL54UCODCImG2bNlIkwRIwAIBiMyQnVvvgohDMMieanekTp3aUIAIIWLKlCnt7o7t2Uhg8eLFUpi4ZcsWw1b79Okj3nvvPZEgQQIbe2VTJGAPgfv377uIEnGIwiwKFizoECVic5JBAiTgGwHc6+sP/OG+H64FjMAQGDlypBg/frxbZ3CNGDVqVGAGwV5IgARIgAR8IvDrr7+Kvn37utWFK9Arr7ziU5us5D2BM2fOiAoVKjgqYv0CaykMEiABEggEAfwNchYrqiSOK1asmKhZs6Z0hKlWrVoghsk+SCAkCcBVacyYMeLYsWNu40ufPr2AKzK+G6dKlSokx89BkUA4EHjy5Il0XTQTMgZiLkYujHpXxqRJkwZiKOyDBEggiASePXsmnRUXLlwo1q5dKx49eqQ0GpxFwn5gvXr1pFgxa9asSvVYiARIgARIgARIgARIgAQoULT4HqBA0SJAVicBEiABEiABEpAEVq1aJebPny+FiVgk9BQ41AxRIhYDX3rpJRIkARLwkgAymOLwnP5SEel42ZXABqDeAVH7N7KbMsKLANxsJ0yYIH744QfDgVetWlUMHDhQIEs7gwRCicC9e/dcRIkXL140HV6hQoUcokQe4DPFxQIkoEQA4vaPPvrIUbZIkSLy/ybD/wTwd7B3794CSQb0MWTIENG9e3f/D4I9kAAJkAAJWCYwa9Ys8e6777q1A/H5a6+9Zrl9NqBGAGuTSLygxbp160T+/PnVKrMUCZAACdhEAGu5zmLFu3fvmracL18+KVTUBIt0hTFFxgIRRgCiBLgpfvfdd4ZupFjX7ty5M++rIux153RCj8C5c+cE9pvielT5TLNjVhkyZBB60aLzv7NkyWJHN2yDBEgghAhgP2Lu3LkC3+O9cX0tXbq0qF27tmjYsKHAvgaDBEiABEiABEiABEiABOIiQIGixfcGBYoWAbI6CZAACZAACUQxgQMHDshMZRAlnj592iOJTJkyyQU/XHBLpCtXFL9xOHVlAvh/ZSRE/Oeff5TbUCmIDIJ6EWKePHnk77CRx4gMAjNnzpSuiYcOHXKbEISoH374oTy8wSCBUCGAQwzYaMRhPTxeunTJdGiFCxd2iBIhuGWQAAnYSwD38bt27XI0OnjwYNGzZ097O2FrbgRwP/j222+L/fv3uzyHrM/Dhg0Tr776KqmRAAmQAAmEEQFk/u/Vq5fbiHHQvlmzZmE0k/Ad6uuvvy7+/PNPxwSQyKdx48bhOyGOnARIIOwJ4HC1s1jx5s2bpnPKnj27i1gxTZo0pnVYgAQihQDWuEePHi33KI2iSZMmolOnTkySGikvOOcRdgSwj+lJxKiy1m/HpBMmTBingPGFF14QuXLlEhT720GabZBAcAjs2bNHuitiD/H48ePKg8A5iFq1aklnxSpVqijXY0ESIAESIAESIAESIIHoIECBosXXmQJFiwBZnQRIgARIgASijMCNGzfEkiVLpChx48aNprPHwh7cEuvXry9y5sxpWp4FSCAaCRw5ckTg0osRHz58aCsObLRpwkNnQeKLL75oaz9sLLQI7N27V0ycOFH+3TaKV155RfTv318KUhkkEGwCd+7ccRElXr582XRIyHSKew3cc3Aj0RQXC5CAzwR27twpN+yd46+//hI4FMvwHwEcUu7atavA30fngCvE8OHDRbly5fzXOVsmARIgARLwGwF8P+vRo4db+99++61o2bKl3/plw/8j8PHHH4vvv//egQOvBZL2MEiABEggFAhgDwbfAyCkxqXiDJMuXTqHqyLcFekYFQqvJMcQCAKLFy8WuH/at2+fW3cpUqSQ36chVMyYMWMghsM+SIAEFAk8fvxYChg9iRjt3iONa2hIAKaJFY0ekeSVQQIkEPoE4E4+Z84csXz5crFjxw7lAadPn15Ur15d7n3gYqJ1ZXQsSAIkQAIkQAIkQAIRS4ACRYsvLQWKFgGyOgmQAAmQAAlECQFsiM+fP1/MmzdPYNPAUxQtWlQKBerVqyfKly8fJYQ4TRIwJ3Dy5Elx+PBh6WCHR+3n58+fm1dWLAG30gIFCkixmV6MiEyhjOgiMH78eOmaePHiRbeJZ8uWTR7ARDZpBgkEk8Dt27elKFFzS1Q5eKfda+B+o3LlysEcPvsmgaghgM+MqVOnOuYbExMjpk2bFjXzD8ZEwXfgwIFuXf/73/8WI0aMEPgsZ5AACZAACYQvAayzwSFXH19//bVo3bp1+E4sDEa+YMEC8dZbbzlGisOIs2bNCoORc4gkQALRRuDu3btSpKgJFiHkMIukSZO6iBWZnM6MGJ+PBAJjx44VcKPWJ/fB3IoXLy7efPNN0apVq0iYKudAAlFD4OrVqw4RoyZmdH5USW5oByyIFjXhIhLBOosYuTZnB2G2QQL2E8B5JjgrxsbGirVr14pnz54pdQJxItYHkHwdYkUmOFDCxkIkQAIkQAIkQAIkEHEEKFC0+JJSoGgRIKuTAAmQAAmQQAQTgIhq4cKFUpQIYZWnyJAhg6hdu7a8GjRoIBIlShTBZDg1EvBM4OzZs4ZCxEePHtmGDptgECLqr7Rp09rWBxsKXwLYbJk8ebJYtWqV4SQ6dOgg+vXrJ5BdnUECwSBw69YtF1EiDhuYRbFixWQCBFyVKlUyK87nSYAEbCYAYTCcPLSYNGmSgAsvwz8Ehg0bJsBYH926dRN4jkECJEACJBAZBLDuBmcffXzxxReiXbt2kTHJEJzF8ePHRdWqVR0jg2PC/v37Q3CkHBIJkAAJ/B8BHLTWXBUhWDTbs9Fq1qhRwyFYLFKkCJGSQMQSOHXqlBg9erSYPXu24RwbNmwohYpMdhaxbwFOLMoIYM/VSLjo/Lv79+/7lQrOQzgLFnPnzi2QGEC74OTKIAESCD6BP/74Q8ydO1eKFZ33OMxGVrZsWVG3bl0pVixYsKBZcT5PAiRAAiRAAiRAAiQQIQQoULT4QlKgaBEgq5MACZAACZBAhBGAYGDx4sVSlLhu3TrT2WFzG0IBZBGDYIpBAtFE4NKlS4ZCRGS2tiPix49vKEKEKDFJkiR2dME2IozAzZs3heaaaLTxCoHX4MGDRa1atSJs5pxOOBDA+9PZKfHatWumw0aGc02UWLFiRdPyLEACJOAfAnqHJ2QO3rt3r386i/JW4fbQq1cvsWzZMhcS8eLFk8JEIxFLlCPj9EmABEgg7AlgHa5z585u8/j0008Fkssw/EMAhwvh5q7Fli1buLbpH9RslQRIwE8E1qxZ4xAsItmkSlSoUMEhVsSBawYJRCIBrD9+8803Yvv27W7TS5gwofxe3alTJ5EjR45InD7nRAIk4ETg+vXrhiJGJJo9c+aMuHLlil95Zc6c2SFWzJMnj4t4kQln/YqejZNAnAR27twp3RVxv/D3338rk8qXL5/cr4RYkUlUlbGxIAmQAAmQAAmQAAmEJQEKFC2+bBQoWgTI6iRAAiRAAiQQIQSQLQwHj3///Xfx8OFDj7MqXLiwdEqsU6cOF98i5PXnNDwTwAbW4cOHBQ564FH7+Z9//rEFXbJkyUShQoXcxIhY6GaQgCqB2NhY8Z///Mfw4AXa6Nu3r3j//fcFBA4MEggUAfyddBYl4u+pWZQoUcIhSsTBOQYJkEDwCbzxxhsCWYa1wGG+4cOHB39gETYC3GO+9dZb8p7TOXBoEuLEf//73xE2Y06HBEiABEhAIwBheseOHd2AjBw50lC8SHLWCTRt2lRs3LjR0dDUqVPlQUMGCZAACYQjgc2bNwu4KsJhcc+ePUpTKFmypNDcFV9++WWlOixEAuFEAGvlY8eOFVevXnUbNpJAIkEE1jsYJEAC0UsAiT4hVDx9+rTbI36HpIv+inTp0hmKFyFkRHI4BgmQgP8JQKw8Z84cmSxQ9R4ao8L/0Zo1a8o1hAYNGvh/oOyBBEiABEiABEiABEggoAQoULSImwJFiwBZnQRIgARIgATCmMDRo0fFwoULpSjx+PHjHmeSPn16h1gAi2xJkyYN45lz6CRgTACZ842EiHZl0ER2XggRcUHoq/2cO3duviQk4DMBZHecOHGi+OmnnwzbqFatmhg0aJAoXbq0z32wIgl4QwAiRByKgzARjzdu3DCtjkNxmlNi+fLlTcuzAAmQQOAI4JCOXiyMDftSpUoFbhBR0NPKlSuli4PeARnsIU4sU6ZMFFDgFEmABEggugmsWLFCtG/f3g0CPge6desW3XD8MPuhQ4eKyZMnO1ru06eP6Nevnx96YpMkQAIkEFgCO3bscDgrbtu2TalziLU0sSIesY7NIIFIIHD58mXppjht2jTD6dStW1e6KUJkwCABEiABPYFbt24Zihc1UeO9e/f8Ai1lypRxihezZcvmlz7ZKAlEO4EHDx5IZ0UkBF63bp0yjkSJEonq1atLoSIEixAfM0iABEiABEiABEiABMKbAAWKFl8/ChQtAmR1EiABEiABEggzAnfu3BFLliyRosQ1a9aYjh7CFggGYmJiBDL2MUggEghggdlIiHj+/HnbplewYEE3IWL+/Plta58NkQAITJ8+XbomQnCuDwjJhwwZIg9YMEjA3wSQidxZlKiSWRjiJk2UWK5cOX8Pke2TAAn4SGDMmDHis88+c9QuW7asWLx4sY+tsZoRgSlTpsjPbH00btxYjBgxQmTKlIngSIAESIAEooQABOvt2rVzmy0+J7p37x4lFAIzTbgk9O7d29FZnTp15HdsBgmQAAlEEoF9+/Y5xIobNmxQmlrOnDmlWEsTLEIkwSCBcCewadMmKVSMS3Dw5ptvClzcBw33V5rjJ4HAErh27ZoUMGoOjEgoql3nzp3zy2CSJEkSp3gxV65cfumTjZJANBJAkkYIFteuXSuQ5Fo1sN+Js1UQK+bNm1e1GsuRAAmQAAmQAAmQAAmEEAEKFC2+GBQoWgTI6iRAAiRAAiQQJgTWr18v5s+fL4WJelcO/RQgrKpdu7bAOkUdGwAAIABJREFUwZyXX345TGbIYZKAO4GnT58aChFPnTplGy5sWOsdEeGOGC9ePNv6YEMkoCewc+dO6fSAv+tG8eqrr4oBAwbITUoGCfiLADKQO4sSVTbo4OSpiRJfeuklfw2N7ZIACdhIAIdSjxw54mhx1KhR8tAewx4CEJxAoKgPiFCMRIv29MpWSIAESIAEQpkA7rFbt27tNsRBgwaJXr16hfLQw2psBw8elN9NtMiaNavAd20GCZAACUQqASQ4w2fMn3/+Ka/nz5+bTjVDhgwuYkUmTzFFxgIhTuCXX34RSMR09uxZt5FC2NO5c2eZ8C9BggQhPhMOjwRIINQJPHr0yCFWhGjx5MmTLv/2x/jjx48fp3gR+4X82+YP6mwzGghs375dihVXrVpleA8RFwO4lOPMFcSKTNQaDe8UzpEESIAESIAESCBSCFCgaPGVpEDRIkBWJwESIAESIIEQJnDixAkRGxsrRYlG7lrOQ0+bNq1DMNCgQQORPHnyEJ4Zh0YC7gTwHj906JAUJGruiMeOHbMNFTJHGwkREydObFsfbIgEzAjg4NC4ceOkayLEYfrInj27FDPAcYlBAv4gcPHiRRdR4t27d027KVOmjOMeA85rDBIggfAhAIeNZs2auQwYh/nx3YFhjcCtW7dEz549xR9//OHSUKJEicTQoUMpArWGl7VJgARIIOwJrFmzRrRq1cptHv379xfvvvtu2M8vVCaAQ7oPHz50DAcCRQgVGSRAAiQQ6QSQwE8TKkK06Py3MK65p0iRwuGqiEQ2dGmK9HdJ5M4PSdbgpjhhwgTDSVavXl2KFOF+xCABEiABfxDAXp+z26KzeBE/P3nyxB/dihdeeEEKGJF8F4/OPydNmtQvfbJREog0AriPnjNnjli6dKk4cOCA8vSyZMkiE39ArFivXj3leixIAiRAAiRAAiRAAiQQeAIUKFpkToGiRYCsTgIkQAIkQAIhRgDuiIsXL5aiRGwsm0WVKlWkaACLYPnz5zcrzudJIOgEsGGjFyJCkPjs2TNbxobFYSMhIg5gMEggmATwNx3CxLj+tuPQRL9+/USaNGmCOUz2HYEEzp8/7yJKNHNiBgK4I9aqVUveY0CgyCABEghPAu+9956YOXOmY/CvvfaaGD9+fHhOJoRGDZFnt27d3JLI5M6dWwwbNkzUr18/hEbLoZAACZAACQSLwPr160XLli3d1jvef/99gc9ohnUCjRo1EnBC0GL69OnS3YBBAiRAAtFE4MKFCw6xIkSLSKZiFnBogkgRh6zxiPV0BgmEG4Fdu3ZJoeKKFSsMh96uXTspVCxcuHC4TY3jJQESCHMCcHk1cl2EeFFlf8aX6SNRi7Nw0Vm8mCpVKl+aZB0SiHgCSOIKZ8UFCxaITZs2Kc8XgmAkRIBYERf/jymjY0ESIAESIAESIAESCAgBChQtYqZA0SJAVicBEiABEiCBECGABa958+bJ686dOx5HBSFi7dq15VWtWrUQmQGHQQKuBM6dO2coRFTJ5qzCMn369IZCRDoCqdBjmUASuH79uszmDHGi0fu/ePHi4sMPP5SHgRgkYBcBbIBDDLt69Wr5qPK3t3z58g5RYqlSpewaCtshARIIEoEHDx6IIkWKCDxqwUP71l+M5cuXi65du4pHjx65NFa5cmUpTixZsqT1TtgCCZAACZBAxBDYuHGjeP31190+N/r06SMT1DCsERg4cKCYNm2aoxE6VFrjydokQALhTwDrkFgH0twVr169qjQpfJ/RBItcE1JCxkIhRGDu3Lni22+/FceOHXMbFRJadu7cWbz55psiWbJkITRqDoUESCBaCVy6dClO8aJKkgFfuGXIkCFO8SL22xkkQAL/I4BE8hAsrl27Vty7d08ZS4UKFWTSQogVkcSQQQIkQAIkQAIkQAIkEFwCFCha5E+BokWArE4CJEACJEACQSSAzHmxsbFSlAhHOU+ROnVq6WKEC4tbzMIVxBeOXbsQuHz5sqEQ0Uxoq4oR73UjR8RMmTKpNsFyJBA0AvPnz5fCxB07dhiOgc4ZQXtpIrLj06dPu4gSHz9+bDrPihUrOkSJJUqUMC3PAiRAAuFDAM6Jzu5ML7zwgti6dWv4TCAERzpp0iQpQtRH06ZNxYgRIwQP9ITgi8YhkQAJkEAIENi8ebNo06aN2+G23r17CwjsGL4TmDFjhsD3ai1wGHDq1Km+N8iaJEACJBBBBLA+rwkVIVo8f/680uxKly7tcFasVKmSUh0WIoFgE3jy5Il0Uxw7dqzAz/rAGihEinBfZpAACZBAqBJAooG4nBevXbvml2HjDEpczosQeTNIIFoJbNmyRYoVV65cKS5evKiMAc7NdevWlWJF3FczSIAESIAESIAESIAEAk+AAkWLzClQtAiQ1UmABEiABEggwATgYITMWxAlYjHLLJC5FqLEevXqiYIFC5oV5/Mk4DcCN27cMBQi4vd2RNKkSQ2FiNmzZ7ejebZBAgElcPz4cTFx4kTxyy+/GPaLjOSDBg2iy1JAX5XI7Ayb1c5OiU+fPjWdKO4tatWqJe8vihUrZlqeBUiABMKTQLNmzcSGDRscg3/nnXfEgAEDwnMyITBqfG7/+OOPbiOhuCQEXhwOgQRIgATCgMC2bdtE27Zthd4Ro0ePHuLDDz8MgxmE5hB3794tE7lpkStXLoFDhAwSIAESIAFXAnCA18SKeDx58qQSIiQOrFmzpsNdMV68eEr1WIgEgkXg8OHDUqi4YMECwyG0aNFCChVLliwZrCGyXxIgARLwicDt27fjFC96I57ypnM4z0K8mDdvXpEvXz6RP39+xyOTaXtDkmXDncCJEyfEnDlzxNKlSwXuNVQjW7Zsci8WYkU8MkiABEiABEiABEiABAJDgAJFi5wpULQIkNVJgARIgARIIEAEcDgGTlq///6722Ek/RCwyFu7dm15QcTCIIFAEkBmZTh6YnEVl/YznBLtiAQJEhgKEXPnzm1H82yDBIJOYNq0adI1EZsV+sBm3pAhQ0THjh2DPk4OIHwJ4L3lLEp8/vy56WSqVKniECUWKVLEtDwLkAAJhDeBI0eOuH2PWLt2rShQoEB4TywIo79586bo3r27WL16tUvvSK4BN8X27dsHYVTskgRIgARIIBwJ/PXXX/JzQ+980a1bN0OH3nCcY6DHjAQtOXPmdOl2//79dDUO9AvB/kiABMKOgLNYUfWQNdbvsV+lCRaTJ08edvPmgKOHwJIlS6RQcd++fW6TTpcunejcubPo1KmTSJs2bfRA4UxJgAQilsCDBw/cxItIRoAEl2fOnPHLvOGuqBctQsCIpDEMEohkAkg8BWdFnP1CMirVwL0z7qUhVsTFe2lVcixHAiRAAiRAAiRAAt4ToEDRe2YuNShQtAiQ1UmABEiABEjAjwSw4BsbGytFiQcOHPDYU8qUKWXWLFzI/J0mTRo/joxNk8D/CBw9elTs3btX4PCWJkQ8d+6cbXhwCL5w4cJSkIgLP2NzgkECkUhg+/btYvLkyWLhwoWG03vttdekcxU35yLx1ff/nI4dO+YQJeIQmUpUq1bNIUrE32AGCZBA9BD47LPPxJgxYxwTrlq1qszwy/COAO6Ru3bt6pZ0AAllIE6sW7eudw2yNAmQAAmQQNQT2LVrl+jQoYO4dOmSCwsckh85cmTU8/EFQL169eTalhazZs0S1atX96Up1iEBEiCBqCSwadMm6a6IZFjOf089wcicObOLWDFDhgxRyY6TDn0C33//vVwfQWJOfZQpU0aKFJs1axb6E+EISYAESMBHAkjqAqGiJljU//zs2TMfWzaulihRIhenRWfXRZyHYZBApBHAeTAIFtesWSPgWq4alStXFg0aNJBixRw5cqhWYzkSIAESIAESIAESIAEFAhQoKkDyVIQCRYsAWZ0ESIAESIAEbCbw5MkTsXjxYilKXLFihWnrFStWlE6JderUEXQ0MsXFAhYIQCSLAwa49uzZIx+RUdGOePHFF92EiBDDxI8f347m2QYJhDSBx48fi/Hjx0vXRL0TBgYON4cPP/xQvPrqqyE9Dw4u9AjAAU1zSoTzmUog+2atWrVkwgM6pakQYxkSiEwCFSpUcMmOPXr0aPH6669H5mT9NCu4LUCciEM8zgHxN8SJRYsW9VPPbJYESIAESCDSCWBNBofh9QmiOnbsKD755JNIn77t83vvvffEzJkzHe0OGTJEuh8zSIAESIAEvCcAt1/NXRHJ2FQiVapUDldFuCvygLUKNZYJJIHTp09LN8XffvvNsFus27/55puifPnygRwW+yIBEiCBkCCAv5FxiRcfPnxo6xjhugjBorNoES6MTOxqK2Y2FkQCGzdulGLFlStXiitXriiPBHsNSL4EsWKJEiWU67EgCZAACZAACZAACZCAMQEKFC2+MyhQtAiQ1UmABEiABEjAJgLYrJ03b568bty44bHVPHnyONwSISBgkICdBHCIWhMiOj/qD1f70icOF+gdESFETJIkiS/NsQ4JhD0BbDBAmBiXeAwHG/r37y9wUIdBAioE4GariRLXr1+vUkUKEjVRIjZzGSRAAtFN4I8//hBvvPGGCwRkxub9mvr7AokHjFysWrZsKYYPH063e3WULEkCJEACJBAHgX379okuXbpIJwvnwGf4559/Tm5eEPjxxx/FoEGDHDUaN24sJkyY4EULLEoCJEACJGBEAHsLmlgRh61VImHChA6xItxsCxYsqFKNZUggIATwfkYCp23btrn1lzx5cgFHaySRgICGQQIkQAIkIMSFCxekePH48ePi2LFj8sLPp06dshVP4sSJ3USLmpAxRYoUtvbFxkggUASOHj0q5syZI5AIEf9vVAPncZDcHmJF3E8zSIAESIAESIAESIAEvCdAgaL3zFxqUKBoESCrkwAJkAAJkIAFAsh0HhsbK0WJ2Kz1FNjcghgRV0xMjEifPr2FnlmVBP5H4P79+25iRDglWo3MmTO7CBEhQoQwMWXKlFabZn0SiAgCly9fFhMnTpTiRDjn6qNkyZLSNREuSwwSMCOAv9uaKFHlwFe8ePHk/YQmSkTiAwYJkAAJaATefvttMX/+fAeQNm3aiK+++oqAFAkgscDPP//sVrpPnz6iX79+iq2wGAmQAAmQAAmYEzh48KB068UhT+fgZ7c5O+cSEBm88sorjl/hIOu6deu8a4SlSYAESIAEPBI4cuSIFCti/QqPqlGxYkV5sBpXuXLlVKuxHAn4lcDUqVPFt99+K65everWDxyMkHSwdevWfh0DGycBEiCBcCbw+PFjN9GiJl68ffu2rVPLmjWri3hRc1984YUXbO2HjZGAPwkgwT2cFbFvs2PHDuWucDYHe8EQK+KCmJdBAiRAAiRAAiRAAiRgToACRXNGHktQoGgRIKuTAAmQAAmQgJcEnj17JhYvXixFiUuXLjWtXb58eVG7dm2Z5apYsWKm5VmABOIicOvWLbFnzx4XQaL+EJu39BIkSCBKlCghL2y8akLEdOnSedsUy5NA1BCYO3euFCbu3r3bcM4ffPCB6Nu3b9Tw4ER9IwDHFBzqwrVp0ybTRvD32lmUmDt3btM6LEACJBB9BLDRjXs658Dn1ssvvxx9MLycMdi99dZbbq7IOAQwdOhQ0bZtWy9bZHESIAESIAESMCdw+PBh+fkDJ3XnaNWqlfjmm2/MG2AJmbwrb968LiTgVMAkW3xzkAAJkIB/CMD9V3NWxOPDhw+VOipSpIhDrAjBItwWGSQQLAJXrlyR91pwYjaKBg0aSDfFqlWrBmuI7JcESIAEwpLApUuXHE6LmmgRj6dPn7Z1PkmSJBH58uWT4kVNtKg90nXRVtRszA8EcNYMgkXcS+P8mWpUqVLFIVaEeJdBAiRAAiRAAiRAAiRgTIACRYvvDAoULQJkdRIgARIgARJQJIBMVsho9fvvv4tr1655rAXRgOaWCGEigwS8JYDMrXDldL5OnTrlbTMu5ZMlS+YQIzqLEi01ysokEEUEcHB08uTJYubMmYazrlmzphg8eLAoXrx4FFHhVL0hAJG5JkrcsmWLadVEiRK5iBKZEdYUGQuQQMQQOHPmjPDl/zxcAODg6xwXLlyIGC7+mgj+PsPBSn+/XbBgQTFs2DCZpZhBAiRAAiRAAv4igMOaECnu37/fpYvmzZuLsWPH+qvbiGoX38fxnV0LHParVKlSRM2RkyEBEiCBUCRw/vx5F7GiqmtSjhw5XMSK6dOnD8XpcUxRQABrtKNHj3ZLVoSpI2Fc586dpaOiL2s0UYCPUyQBEiABZQKPHj1yuC4eP35cihg1AeOdO3eU21EpmC1bNjfRIsSLOXPmVKnOMiQQUALr1q2TYsU//vhDIImiauA8Qv369aVgEYlAGCRAAiRAAiRAAiRAAv9HgAJFi+8GChQtAmR1EiABEiABEvBA4OLFiyI2NlaKEuNyytKqJ02a1CFKjImJERkzZiRbElAigE18vRjR6kHy1KlTu4gRS5YsKRfiGSRAAr4R+OGHH6RrIjKE6wOZOCEG6dChg2+Ns1ZEE9i1a5dDlLht2zbTuSLrq7NTIg5sMUiABKKDwOrVq8WyZcvk4U4IFCE2xOayN4HyO3fudFQZOHCg6N27tzdNRF3ZhQsXSnGiPiB0gDgRDuMMEiABEiABEvA3gRMnTkiRItaHnKNJkyZi3Lhx/u4+7Nvv1auXPNCnxciRI6WggEECJEACJBA4Akjsie+za9asEThojf01lUiVKpWLWPHFF19UqcYyJGArASQlhKPi2bNn3dqFQxdEih07drS1T9XGFixYIF599VXV4ixHAiRAAmFHAPcMetEixItYI7czcJ5Hc13Uuy8mT57czq7YFgn4RODQoUNizpw5YsmSJYZnEuJqFIkU6tatK/eT4LLIIAESIAESIAESIIFoJ0CBosV3AAWKFgGyOgmQAAmQAAkYEMCCD0SJixcvNuXz0ksvidq1a8sLIjAGCXgiAHGTXoxo5shpRhRiWM0RUXuEiyeDBEjAOgFkUIYwMa7PAxwWhfiDWTets46kFuC6rDkl/vXXX6ZTg8OtsygR2V0ZJEAC0UdALy4sX768TJaiGhBEN2jQwKU4hNH8jIqb4HfffSc++eQTtwKtW7cWI0aMEEhCwCABEiABEiCBQBHAmtHbb78t8JnuHDiQPnHixEANIyz7mTRpkkwsoEWLFi3EmDFjwnIuHDQJkAAJRAKBhw8fSpGidh08eFB5WtWqVXMIFrnnpoyNBW0gAAcviBTHjx9v2BrWbyFUxGMg4tdff5XjgUBnyJAhonv37oHoln2QAAmQQMgQgOuis9Oi5riIx7t379o6zuzZszvEi0j6rAkYmUTUVsxszAsCV69elYmY5s2bJ/bs2aNcE4nMcXYN+0244sePr1yXBUmABEiABEiABEggUghQoGjxlaRA0SJAVicBEiABEiCB/58AHBKxuANh4pUrVzxyQQYqbEDhqlevHhmSgCGBo0ePOsSIWDSEMPH27duWaGFxXC9GpJDFElJWJgFDAvfv35cHQCFOvHHjhlsZfA7ANfGVV14hQRKQBLZu3eoQJZq5LqM8RC/OosQsWbKQJAmQQJQTwEF6HN50DiROKVOmjBKZjz76SH5uaYHvKT/99JNS3Wgs9P7774sZM2a4Tf2DDz4Qffv2jUYknDMJkAAJkEAIEMABdDgpIumJczRs2FBMnjyZB8vieI02bNggmjVr5vLshQsXQuAV5RBIgARIgARAAAm8NLHixo0blaGUKlXKIVasWrWqcj0WJAErBLCfB2HgsmXLDJuBk2KnTp0EBCz+CrS/dOlSl+ZXrlwpihUr5q8u2S4JkAAJhBUBfN/TXBed3ReNnHCtTAyui/h77yxa1MSLSD7KIIFAEYBYERfcyr2JGjVqOMSKSHzOIAESIAESIAESIIFoIECBosVXmQJFiwBZnQRIgARIIKoJXL58WbqSQJS4c+dOjywSJ07sIkqkkCCq3zpuk9+/f7+bM+KDBw8sQYILIjIEOwsSM2TIYKlNViYBEjAnsGLFCinwWL9+vWHhzp07iwEDBtBVyRxlxJfAIVjNKfHAgQOm802VKpWLKDFTpkymdViABEggeggYHT6DEB6OQCqhT1oBoT0clxiuBOBe3q1bN4G/4c6RJk0a6bzUqlUrIiMBEiABEiCBoBI4d+6cdFKEE7Jz1K9fX4oUEyVKFNTxhWLnN2/eFIULF3YZ2qlTpwTWc1UDrklwFkiePLlqFZYjARIgARLwgcCJEydc3BVv3bql1EqePHkcYsXq1auLlClTKtVjIRLwlQCS2kKoiGSk+kACQ6zjwFHRH/dmX3/9tfjqq69cuoUgZtWqVSJJkiS+Ton1SIAESCDiCcDF2dlp0fnne/fu2Tr/XLlyye+hhQoVko/aRcc6WzGzMQMCf/75pxQr4kyDNwnScfaoQYMGUrBYsGBBsiUBEiABEiABEiCBiCVAgaLFl5YCRYsAWZ0ESIAESCAqCSDrJUSJCxcuNJ0/HEtq164tr9KlS5uWZ4HIJvDkyRM3ISKcEZ89e2Zp4gUKFHBzRkydOrWlNlmZBEjAOwLnz5+XIpApU6YY/p9Gxm64JjJbt3dcI600Nn0gSsTjkSNHTKcHwYuzUyKF5qbIWIAEopbAO++8I2bPnu0yfxxmgNNE1qxZPXJB0hWI7pyDrkHuyJCUpmvXrkKfSbtIkSJSnIhDrgwSIAESIAESCAUCFy9elE6KW7ZscRlO3bp1pUgRLg4MVwL6ZA2LFy8WZcuWVcYEd+X58+cLuFpDbAARAIMESIAESMC/BG7cuOEiVoS4XCWwvobvb9qVPXt2lWosQwJeE8De3+jRo8WYMWME9gf1UaVKFXnfgMP+dgbuARs3buzWZIcOHcSnn35qZ1dsiwRIgASihgDWyyFYdBYtwn3RbtdFnPvQxIqaeJHfL6PmbRbwiSKR+pw5cwTWQLx5LyNZekxMjBQrVqxYMeDjZockQAIkQAIkQAIk4E8CFChapEuBokWArE4CJEACJBA1BPbt2ydFich4iUM+niJHjhwOt0RkJ2dEJ4H79++LPXv2uAgSDx48aBlGsWLF3MSIPFhmGSsbIAFLBCAIgWsiPiuMol+/fqJPnz6W+mDl8CSAgyeaSyJEiSdPnjSdSLp06VxEifg3gwRIgATMCEAEP3XqVLdiENQNHz7cY/X27dvLbLlawO135MiRZl2GzPM4lJogQQLhzwQdEBzAjUofderUEUOHDhX58+cPGR4cCAmQAAmQAAmAwOXLl6VIcdOmTS5AkAAFIsUUKVIQlBMBJGtA0gYtPv/8c/HGG28oMVqzZo2bi/L3338vmjZtqlSfhUiABEiABOwhsG7dOodgcdeuXUqNwr3OWayod9RVaoSFSMCEAFwU4aaIPWajaN26tRQqFi1a1BaWWJOGmOXRo0du7f3222+iRo0atvTDRkiABEiABIR48OCBm2hREzLivIgdgfsVI7dFnEtikIBdBC5duiSdFXG/AuGiaqRNm1ZgnwRiRbuTLqiOgeVIgARIgARIgARIwE4CFChapEmBokWArE4CJEACJBDRBK5duyYWLFggF2C2b9/uca4JEyaUYgI4JWLxhRlXI/qt4Ta5mzdvujkjYuHZSuA9VaJECbcLTjgMEiCB0CCAxXkIE2fNmmU4oFq1aknXRLsOFoTGrDkKMwLYcNRcEvGoknESmdudnRLhnMggARIgAW8IfPbZZzIjvz5Spkwp4PyHR6M4d+6cKFeunMtTS5YsEXCCD5fo27ev+PXXX0XJkiUFPnubNGkiChYsaNvwv/32WwGRgj4gWoD4k8lCbEPNhkiABEiABGwmcPXqVSmwX79+vUvLOJQOkaI/xf02T8XvzX333Xfik08+cfTTtm1b8eWXX5r2e/v2bSls0Se089aB0bQjFiABEiABEvCKABLJOQsWjdzrjBosX768/LuOz0r8zCABOwksW7ZMChWR3FQfmTNnliLFTp06xbmG481YWrVqJZBEQR9Yh8bv8cggARIgARLwL4Hz58+7iBc190WsydsRWPPX3BadBYwZM2a0o3m2EcUEnj59KsWKuPRrSp6wxIsXT+7RNGzYUAoWIV5kkAAJkAAJkAAJkEC4EaBA0eIrRoGiRYCsTgIkQAIkEJEE4B4CUSJcMsyiVKlSUpQIUcFLL71kVpzPRwCBK1euuIkRT58+bWlmyZIlcxEi4nB1kSJFLLXJyiRAAv4lAGEirjNnzrh1hA0hCBPhSMWIDgK3bt1yESUiy6RZZMqUyUWUmCpVKrMqfJ4ESIAE4iQwbtw4MWrUKMPnhw0bJuAKZBT6w/goc+HChbAhjc/hChUquIx38ODBomfPnrbMAQ7IcBfQx4ABA8Q777xjSx9shARIgARIgAT8SQBOw3BSXLt2rUs3VatWlSJFux3b7969K5D0LVeuXP6clu1tI7kM3IucQ+WeqFevXvLAnnMkSZJEHkJF8jEGCZAACZBA8AlABOAsVsQej0rgoL+zuyLcixgkYAcBrOEgGdKdO3fcmoMwFiLFxo0bW+pq7Nix4tNPPzVsAwJco7UOSx2yMgmQAAmQgDKBe/fuiUOHDonDhw/LR+26fPmychueCkKgaOS4GFcSQ1s6ZSMRTWDVqlVy7QNn6fD+VQ0kwoRQEVfevHlVq7EcCZAACZAACZAACQSVAAWKFvFToGgRIKuTAAmQAAlEDIEDBw5IUeLvv/8ukMnMU2TLlk0KCnDFxMSIBAkSRAwHTsSVADau9+7d63LpM6J7ywyuWHpnxPz583vbDMuTAAkEicDGjRulMBHZjo2iadOmYtCgQXTSDdLrE8hucej2zz//lMJEXNevXzftPkuWLA5RIjJIcjPQFBkLkAAJKBL4+eefRf/+/Q1LZ82aVfz111/CyIkb322cY+TIkaJz586KvQa/2HvvvSdmzpzpMhAc8mszLNc2AAAgAElEQVTZsqWlweHAateuXcXmzZtd2oHDwNChQ0Xz5s0ttc/KJEACJEACJBBIAjdv3pROivje4hyVK1eWIkWr7grHjx8XX3zxhXQD+vvvv+Whsw0bNgRyipb7wmc/EoY5h5lAcfXq1aJNmzZufVeqVEmuMzNIgARIgARCjwAOVDuLFY8cOaI0yOzZs7uIFek+p4SNhTwQOHv2rHRT1K9paFWwzwBHRRzs9yV27Ngh3YviCogXO3To4EvTrEMCJEACJOAnAkgw5CxY1ASM+E5vR+TIkcPQcZFJGOygGz1tYO1nzpw5YtGiRcKbs1N58uQR9evXl2LFcuXKRQ8wzpQESIAESIAESCDsCFCgaPElo0DRIkBWJwESIAESCGsCWOCLjY2VosStW7d6nAsO80KQCLfEOnXqiJw5c4b13Dl4dwI4QKWJEbGohp9VxCaeWMIdSy9GDLcM8nyvkAAJ/I/A7du3xaRJk6Q4EW55+sD/bbgmNmrUiMgimAA2WjRRIh6N3gv66UP8AzEi7iPwmDx58ggmxKmRAAkEiwC+0/To0SPO7vEZ9sorr7g8v2nTJtGkSROX3+3fv1+kT58+WNPwql8kE4EA4MmTJy71cLgPf299je3bt0txol6UgPt6uFG+/PLLvjbNeiRAAiRAAiQQNAJw6IGTIrLeOweciCFSRDIVX2PlypWiXbt2LtUh0MPndDACrhOY0/vvvy+SJk2qPAR94oY//vhDFC9e3LA+DohWqVJFukXqo3fv3mLgwIHK/bIgCZAACZBA8Ahgb1ATLG7ZskVpIEg45uysiMPWDBLwlcCaNWukUNHo/Zc2bVrppgihordrNc+fPxcFChQQcLc2Cjg+474wX758vg6d9UiABEiABAJEAOvURo6LDx8+tGUE+CzQOy7iM4RBAmYEkPwfzorYn4KgVjVwX1OvXj0pVqxbt65qNZYjARIgARIgARIggYAQoEDRImYKFC0CZHUSIAESIIGwJIANFyyQ4KAMNmg8BTJna26J5cuXD8v5ctDuBJAVHS4yuJBFFGJEiI+sBDLo4v3iLEiEWw2DBEgg/AksXbpUChMh5DCKLl26yMOHyZIlC//JcgZuBJDNWnNJhCjx/v37ppSQhdRZlOjNoVjTxlmABEiABAwI4DtO27Zt42RTtmxZsXjxYpfncWh/xowZLr8zcwpyLvzgwQP5+Yh73mA4ChqNH+ODSKJYsWI+vU/mzp0revbs6VY3JiZGihNffPFFn9plJRIgARIgARIIBQJwjYJIEcI753jppZekoA9rW76EkZMgkiCMGzfOl+Ys1UESGSRlwMG4F154QUycOFHgPkgl9AJFiAVatWplWLVbt24y8Z1RwNmaB+xUiLMMCZAACYQWgaNHj7q4K8Yl7NKPumrVqg7BYqlSpUJrUhxN2BD44YcfpFDx6tWrbmPG3iNEii1atPBqPlgn0iencG6gSJEiYsWKFSJhwoRetcvCJEACJEACoUEACbiNHBftGB0SuEO0qF2FChWSPzMZtx10I7ONR48eSbEirrjOVBjNPEGCBNIoAGJFXKlSpYpMQJwVCZAACZAACZBA2BCgQNHiS0WBokWArE4CJEACJBA2BHAoRRMlnjlzxuO4kTFcEyXiIGqiRInCZp4cqDEBiBA1MSIezd4DZhxxMFnvjJghQwazanyeBEggzAicPn1aCi+mTJliOPLSpUtL10S4JjAii8DJkyddRIl6dy6j2eLwq7MoMXHixJEFhbMhARIIaQLItN+4cWOPY8Qhei3pCjaLc+fO7VL+p59+kllrzQJOQfh8xOF7uNJDhI0Db3nz5jWratvzcbknooPdu3eLzJkze93X119/Lb766iu3eh07dhTDhw/n90KvibICCZAACZBAKBJAgoG3335bLFu2zGV4EFRApOjLYUMkcnn99ddd2sP3ISQES506dcAwwD0C90O7du1y9IlDlXBGHjRokOlnuf5eAI5FH3/8sdv4wQ73B3EFBC5w12KQAAmQAAmELwGIxDRnRTwigZlKQEimuStWq1ZNpQrLkICDANZbIFKcOnWqIZVGjRpJR0VVl2rc2w0dOtQjYSRpGjx4MF8FEiABEiCBCCJg5LYIMaMdkTx5cje3RQgXfVmPt2M8bCN0CSAJAsSKy5cvF9iPUo1y5cqJhg0bSrGiL2tUqv2wHAmQAAmQAAmQAAnERYACRYvvDQoULQJkdRIgARIggZAmgIzZCxYskE6JKhmaIEpEZiZc+sO6IT1RDs6FADaKNUGiJko0c8r0hLBgwYJuYkRm7eKbjgQin8Bvv/0mxRcHDhwwnGz//v3Fu+++G/kgomiGR44ckaJEHK7FpRK4X3AWJTLbtAo1liEBEvAHgf3794s6dep4bBqbuproHp9zffr0cSlv5p6Iv5MTJkyQiV/0G8o4hAnHYYgAAhH9+vUT06dPd+sqXrx4AuJFPHoTvXv3FnPmzHGrgkQEPXr08KYpliUBEiABEiCBkCfw+PFj6aS4ZMkSl7EWL15cihTz5Mnj1RzWrFlj6DQ4YsQI0aVLF6/aslJ4/fr1cbo658+fX4wfP16u8cUVODTXoUMHj/dH169fF3DKQpIGoyhQoIBYu3atlWmwLgmQAAmQQIgRePr0qYtYEQJ8lUCiS02siEfuK6lQYxkQ2Lp1qxQqGq1RJ0uWTIoU4aiod3/W09u3b5+SqzPWeSpXrkz4JEACJEACEUwACX2M3BbN9gRUkaRLl87QcTFNmjSqTbBcBBPYuXOn3H9ZtGiRuHLlivJM8+XL53BWROJoBgmQAAmQAAmQAAkEggAFihYpU6BoESCrkwAJkAAJhCQBiAsgSsSGCjYOPQUO3mhuiRUrVgzJ+XBQcRPAwWi9GPHSpUs+I8P7Qe+MmCRJEp/bY0USIIHwI4ADJhAmGokUMBt8ZkCsUKRIkfCbHEfsRgCCHk2UuGHDBiVCOKzrLEoMlBhHaXAsRAIkELUETp06pZRBf9u2bSJnzpxuh9gg0Bs4cKAhP4gOIGxcuXKlR76zZs2Shy/9HbjfhxMkxBX6yJgxo3RrUo2LFy9KVyVwcQ5kfB42bJh47bXXVJtiORIgARIgARIIKwJYM4WT4sKFC13Gje+6EClC0KcacJZq0aKFW3G4K6t+z1Lty6xc3759xa+//mpYDAllevXqJVDGKLkMkhwgU79z6A9rtmnTRqxevTrOYeB5I0dms3HzeRIgARIggfAhsHv3bhfBokqCzPTp07uIFXPkyBE+E+ZIg0YAyaVGjx4tzpw54zYGuFVBqNiuXTuP40O5mzdveiyTJUsW+Z6miDZoLzU7JgESIIGgEcBnhJHjYlxJebwdKMT0+CwqVKiQi4CRZ3C8JRk55XFfA2fFuXPniuPHjytPDHs/MTExUrCI8xoMEiABEiABEiABEvAXAQoULZKlQNEiQFYnARIgARIIGQJHjx51iBJxONdTZMqUySFKrFevnkiaNGnIzIMD8UzgxIkTQnNFxKM3h4/1LeOQVNmyZcVLL70kHyFM9NZpha8XCZBAZBGYNGmSFCfiUKI+sDkPYeIbb7wRWZOOwtns2rVLZp+GMBHZqFUCGRqdRYkqdViGBEiABAJJAAcGihYtatpl586dRfv27UW1atVcyuLvIg4JaAHxHxK+4LPx4MGDpu1+9NFHUuQQiBgwYID46aefDLsCg1WrVikNY8uWLVKcePnyZZfyZcqUEUOHDhVMYKOEkYVIgARIgATCnACcFBcsWOAyi4IFC0qRovO9gadpQoTYrFkzwyKxsbEysUCg4t69e3Ld19P6MBKUff/994bz0zsRIVEDeCBwb2TmrDxmzBhDsWag5s9+SIAESIAEAkvg9OnTLmJFOO2aBUTyzs6KTIRnRiy6n8e9DdwUce9iFNjnhptiXAmjIGJcunSpKcRGjRrJ+z8GCZAACZAACYAA1syNHBfxuWRHwGkawkXt0gSMdrTNNsKHwP3796VYEZfqnj1mlyhRIukSDbEiLjhMM0iABEiABEiABEjALgIUKFokSYGiRYCsTgIkQAIkEFQCd+7cETjkgsMhKtm4a9asKWrXri0vuB8xQpsAXl9nMSJ+/ueff3wadIoUKRxCRAgScaVLl86ntliJBEgg8gisX79eChNXrFhhODkctBw8eLDImjVr5E0+SmYEZyxNlLhz506lWRcoUECKEnHhHoJBAiRAAqFOQH+g3mi8SM6Cw2njx493eVpzB0LG5GnTpokffvjBTbgX1/wDKU705J6I8dWoUUPAYcAs4Pb47rvvuhVr2LChFCe+8MILZk3weRIgARIgARKIGALdu3eXid+cA0lacEhdJQHCpk2bRJMmTQx5tGzZUnz77bcBZYWEZvXr1xfPnj2Ls18cZuvXr5/A3OPHj+8op7+fGjdunJzb1atXxcsvvyxu377tcS5Yo0ZSNAYJkAAJkED0EcBnBFzotEvVEQbuvZpgkYlyou99ozpj3N9AqGgkNsS9DESKWO+B4MM5sL6DvQ2VYKIFFUosQwIkQALRTQDJGYwcFz19//aGWLFixYTzhTUJnuvxhmB4l8V9DsSKy5cvF0+fPlWeTKVKlRxiRTqVK2NjQRIgARIgARIggTgIUKBo8a1BgaJFgKxOAiRAAiQQFAJr166VokRccPbwFFiwQtZsXJUrVw7KeNmpGgE4s+zYscMhSjx8+LBaRYNSyLCmuSNCjIjMawwSIAES0BOA2xSEibggitZH7ty5xZAhQwTECozwI4BDsnBJxLVv3z6lCeDzQxMlxpV1WqkhFiIBEiCBIBDA59ajR49Me06QIIHL5u5XX30lqlatKiZOnCgg3EPWWtUIpDgRYxo0aJD48ccf4xxe8+bNxdixYz0O/4svvpCH+vTRpUsXMXz4cLqqq774LEcCJEACJBBRBHr16iUPgTkHDrhDpFiiRAmPc0WW+1dffdWwTOLEiaUbc/LkyQPK68svvxSjR4827bNkyZLyHkhLZvfpp5+63EvAYRLJC9q0aSNWr17tsT0cmjxw4IBpnyxAAiRAAiQQHQSwNqmJFbdv3640abj2Yk0S39EhjE+VKpVSPRaKHgJwvsY9zpEjR9wmjfsZiBQhVowXL558Hnutqsn3cL+G92z27NmjByhnSgIkQAIkYAuBo0ePOhwX8dkDEaNqsgazAeBzSS9cZEJ6M2rh/zzun+fMmSMWLlwocKZDNXA/DVdFnO8oXry4ajWWIwESIAESIAESIAEHAQoULb4ZKFC0CJDVSYAESIAEAkbgxIkTDlHiyZMnPfabIUMGhyixbt26Au55jNAicO3aNRcxItwR792759Mg06ZN6+aOmDJlSp/aYiUSIIHoIbBo0SIpTMRBSqPo2rWrFEEkSZIkeqBEwEyRxACCRLglYvNLJSBiRyIDCBNx+IdBAiRAAuFKAJutuM82iyxZsoi+ffuK+fPnCxyYxHemVatWeXQZMmoz0OLEixcvijJlynicXs+ePT06A/To0UN+r9QHhAcQIDBIgARIgARIIJoJvPPOO2L27NkuCOAqDJFi6dKl40QDx/pXXnklzuch+uvQoUNA0cK9AS6KcBsyi2TJksn7Bxzox1oB1gOcAyIA3DuZBfrzlEjBrD6fJwESIAESiFwCWKd0dld88OCB6WQhfK9SpYoUKuIRh60jMa5fvy7Sp08fiVPz25yeP38uEy/hevLkiVs/ECTivgbrPQisf9+8eVNpPEj6Ghsb6+IwrVSRhUiABEiABEhARwDJ5o3cFs+dO2eZFUT1eqdF/Jv7+pbRhmQDf//9t0yqNXfuXIGfVSNz5syiQYMGUrDIxMSq1FiOBEiABEiABEiAAkWL7wEKFC0CZHUSIAESIAG/EoBzBzJB4gApNu7MAgsKtWvXliKD/PnzmxXn8wEksHv3boczIsSI3iwa6YeJg9fO7oj58uUL4EzYFQmQgJ0ELl++LA8L4m93oAIidwgT4zo0COEDXBPpuhuoV8RaPzh0qrkkQpSomo1Tc1iGKBGHfBgkQAIkEAkEcGARiV1UonPnzmLLli1Kh/aN2hswYICAiCGQgc/nKVOmeOwSDoh6UQEq4NADfg/HdudA9uVhw4aJRo0aBXIq7IsESIAESIAEQpYAhHi//vqr2+clRIo4sG4UWOv797//HeecihQpYuo+6A8g+P6P9QZVd2jcS73//vvitddecxkOEqHduXPHdIhMeGCKiAVIgARIgASEEJcuXXIRK164cEGJC/bF8FmFq0aNGkp1Qr0QkhxASIf5fP/996E+3JAb37Fjx6RI0SgREwb7xhtvSDfFr7/+WooOVeODDz5QSs6g2h7LkQAJkAAJkIAzAXy/hnBRuzTHxatXr1oGhXNierdFJGxkRA4BvH8gVsSF9SjVSJo0qUzeALEirsSJE6tWZTkSIAESIAESIIEoI0CBosUXnAJFiwBZnQRIgARIwC8E1q9fLzdT5s2bJ8yyiGquRxAlYlOOEXwC2EzFQhAO/2qPRhk8VUaaKVMmN3dEZj1TIccyJBAeBDp27CiWLVsmcubMKfBz27ZtRerUqf02+BkzZkhxIjY6jGLgwIGid+/efuufDdtD4OHDhw6XRIgTT58+rdQwBO6aU2KlSpWU6rAQCZAACYQTAWyu7tu3z+9DDsbnJQ5wli9fXiDrsqcYN26caNKkiUuRjRs3SnGi3l2yXLlyUpwYl9jC7yDZAQmQAAmQAAmEKAGI9PD92TlwoA8ixQoVKriNeteuXTIjvafAd/9SpUoFfMaYB+ajGpoYsUCBAgLfIXfu3KmcaA0H/3G/wiABEiABEiABVQKPHj1yESseOHBAqWq2bNlcxIr4d7gFEiI4OxTjHuPnn38WadKkCbepBH28K1askEJF3JPpA4mZkJRx8eLFyuOMHz++3LcpUaKEch0WJAESIAESIAGrBJDYeP/+/S7X0aNHrTYrMmbM6BAtIoEtBIw4Z8aIDAKLFi2SYsXly5d7NaGqVas6xIoUsXqFjoVJgARIgARIIOIJUKBo8SWmQNEiQFYnARIgARKwjQAc9TRRIjI+eop06dJJgQEyYNepU0ekSpXKtnGwIe8IPH361CFE1MSI58+f964Rp9LYJHN2R8yVK5fPbbEiCZBAaBOAQ+5bb73lMsj+/fuLd9991/aBY2MewsS4Mgnj8wSuTIUKFbK9bzZoDwFkQ4RDouaWqJpZvGTJkg5RotFBWntGx1ZIgARIIDQING3aVECM588IhnMi5vPRRx/Jz3KzmDNnjsDGshYzZ84U7733nlu1V155RYoTw/EQpxkDPk8CJEACJEACdhDo16+fmD59uktTGTJkkCJFvQv9nj17RExMjMdu27RpI7766is7huZ1Gx06dPD6oBrWCbBO6c2YVb+nej0BViABEiABEogaAkj8iSSuuDZs2CCePXumNHfNWRGf0RUrVlSqE8xC169fl+IAfWBPEMLFvHnzBnN4Ydv3hAkTpFDx9u3bLnPImjWruHjxolfzyp07t3TATp48uVf1WJgESIAESIAE7CSApLV60SKSNJolujcbQ4IECdycFnFvwrNnZuRC+/ktW7YI7BEtXLhQ3Lp1S3mwEK5qzopFihRRrseCJEACJEACJEACkUmAAkWLrysFihYBsjoJkAAJkIAlAsgMOn/+fOmUCNGBWVSrVk2KDHAVLFjQrDif9wOBU6dOSVdETYxolI1TtVtk7YRbibMgEVk5GSRAApFP4OrVqwJ/0//55x+Xyc6ePVv+3q6AiHrSpElS0GC0AQ+3RggT4dzICD0CeH9ogkTcJ1y5ckVpkKVLl3aIEuGOxSABEiCBaCHQvn17gaz5/opgOCdiLji4iO8NKocO1qxZ4/iu+Omnn4qxY8e64Xj77bel4JFBAiRAAiRAAiTgmQA++6dNm+ZSKG3atFKk6PzdHYcD4eTsKXC4fe/evUE55H7z5k3pMqV3U7bz9YdzIhwUGSRAAiRAAiRgF4GzZ886hIoQLKoKzCDug1ARn31IzhOq+25G9xlghzX7H374QY6f4T0BJJEdPXq0ixv2119/Lb788kvl95DW6+uvvy7bYpAACZAACZBAqBE4fvy4Q7iINQmIGC9dumR5mEiWAKGi5rSIn5lU3TLWoDSA9wicFXHhvlo1kNSyQYMGomHDhm4JulTbYDkSIAESIAESIIHwJkCBosXXjwJFiwBZnQRIgARIwCcCcPWAKBFOVvfu3fPYBoSImijRTtGKTwOPskr37993ESNClOjrQR5kINOLEelWEmVvKE6XBJwItGvXTqxcudKFCQ5KnDhxQiRJksQWVhAoQJi4atUqw/ZatGghBg8eLDJnzmxLf2zEHgIQIUKUqLkl6kWscfWCz5iaNWvKewYI3xkkQAIkEI0EevToEadbsFUeEPRB2BeMgNMhEg6oxMGDBwWEE3Bphluzc+A7Cdrq3LmzSlMsQwIkQAIkQAIkIIT83gyRgHPAUQAiRXwHQ+AgYJ06dUx54WB8sBIEwQEILo7+CtyHffjhh/5qnu2SAAmQAAlEOQEk7MHeKlwVIVaEe7FKJE2aVAr9cNWvX1/kyZNHpVpAymDdF2u6RvvE+P4OJ8DmzZsHZCyR2Mm6deukKBEBV2gkh1Rda3fmgftAHNJnkAAJkAAJkECoE0CCZM1tURMtHjlyxPKwsQYCoaL+wv0KIzwIIHGVJlb0Jgk/km3FxMQ43BVDNfGHN6/C5s2b5TlArGMxSIAESIAESIAEjAlQoGjxnUGBokWArE4CJEACJKBM4PTp0w5RotkiUJo0aaTAoHbt2vLCAVOG/wngddmxY4dDlIjDvb5G7ty5XQSJcLNikAAJkAAIwDnXSOCARX29aNEXYth8gDARF4TW+sAhDBwa/Ne//uVL86zjBwLI6qwJEiFOvHv3rlIvlSpVkgdia9WqJUqWLKlUh4VIgARIIJIJDBgwQPz000+2TzGY4kRv3BMTJUokD2p27dpV7N6924XDCy+8IMWJ/Py3/e3BBkmABEiABKKAAO4F8B3bOXBICyJFrN0eOHBAPpoF1geXLl1qVsxvzw8aNEj8+OOPfmkfTpM4tMYgARIgARIggUAQwOF7fP/FBdGi0Tq40TjgBgSxItZTcQU7xowZIz777LM4h4HkQ7gPiRcvXrCHGhb937p1S2zatEm+J/AIcYbVwJ49kkFmyZLFalOsTwIkQAIkQAIBJ/D48WM30SLuo8wS6asMtHDhwm5uixkzZlSpyjJBJoDklhAsens2pUaNGg6xYji+1rjvxv03olWrVjIhCIMESIAESIAESMCdAAWKFt8VFChaBMjqJEACJEACHgk8efJEulbAKRFZqs0Cm2KaWyIWcxj+I4Asmc5iRPx8+/ZtnzpEBla9O2I4Lsb4NHlWIgES8IoAxINwwzXK1PvGG2+Izz//3Kv29IVjY2Plocnt27cbtoMDDTiQCAEDI7gEkLgAYkTNLfHhw4dKA6patarjAE2RIkWU6rAQCZAACUQLgY8//lh8//33tk43mOJETGTEiBFiwoQJSnPKkCGDePr0qdt9BgTtQ4cOFUyaooSRhUiABEiABEjAkICRo3GSJEmkSBGJyjQ3RTN8WCMO1nc5fO+EkPL48eNmw/T6eYg006VL53U9ViABEiABEiABqwQuXLgg4ISiiRVPnTql1CQ+tzR3xRYtWggkHwh04LO5XLlyAvsGcUXdunXFpEmTRLJkyQI9vJDvTxMkQowIh829e/f6ZczY04EDI4MESIAESIAEIoXAyZMnpXBRc1rEz7inshoQ9OudFvPnz2+1Wdb3IwHcQ82ZM0fgnIk3wlUkT0ZCTFwFChTw4wjtaRoJxJFI3Dlwj4dEXilSpLCnE7ZCAiRAAiRAAhFCgAJFiy8kBYoWAbI6CZAACQSIAJyE2rZtK7/YdunSJUC9+t7Nli1bpCgR1507dzw2hMUYTZSIbEMM/xDAwtpff/3lECVaOYiD18xZkIgFNgYJkAAJqBBo165dnJnoxo4dK5o3b67SjFsZ/E2DMDEu1yj8zYJrIgQKjOARwOukCRLx+OzZM6XBaBm9ceA1HBb4lSbFQiRAAiTgBwJmzgPedhlscaI37omYW86cOcXZs2ddptmkSRPpnJgpUyZvp8/yJEACJEACJEACOgJGiQMSJkwohg8fLgYPHqzEq0OHDuLTTz9VKuuPQgcPHhT16tUTSKxnV+TNm1c6FTFIgARIgARIINgEHjx4IPcC8bkEweK2bduUh1S2bFkpWGzcuLGA02Kg4rfffhN9+vTx2B3GM2PGDJE1a9ZADSsk+4EgEXvwOEiPC3u/qmvsVieExE9IAMkgARIgARIggUglgP0IvWjx0KFDlqeL5E44U4X7GWfxYjCSQ1ieTIQ3cOTIEemsCMHixYsXlWeLvSlNrFixYkXleoEsiPObPXr0cOsSScRmzpwZ9ffZgXwt2BcJkAAJkEDoE6BA0eJrRIGiRYCsTgIkQAIBIABxYqtWrRxuUBDxQcSROXPmAPSu3sW5c+ccokSzRZpUqVJJUSIyVuNKnz69ekcsaUrg8uXLLmJEbEY+evTItJ5RAbxWenfENGnS+NQWK5EACUQ3AWRkQ2a2uAIb6nny5PEa0vTp06U48ejRo4Z14ZjYq1cvr9tlBXsI4J7gzz//lMLEtWvXKjUKh0uIEiFIxOOLL76oVI+FSIAESCDaCfzwww/K4gAzVsEWJ2J8o0aNEuPGjTMbquN5uCoULFjQUadnz5628VAeBAuSAAmQAAmQQIQTMHJsjhcvnnj+/LnSzFOnTi3dfRInTqxU3h+FsLZup0gSa/fffPONP4bKNkmABEiABEjAEgEI8yFog1gR182bN5Xay5YtmxQrNmjQQB629mdAYIe9YrO9ZSQegpgxkOJJf85bpW0kAYY7prMg8enTpypVbS+DNfvly5cHzQnb9gmxQRIgARIgARJQIIDPXaBbBaIAACAASURBVGeXRQgYcZkl6ldoWp6L0LstZs+eXaUqywSAAASrECvi8salOmXKlKJ+/fryHhr30qESuOeuXr26MDIziMb77FB5XTgOEiABEiCB0CRAgaLF14UCRYsAWZ0ESIAE/EwAixo44ACBmXPgS+OsWbP83Lt58zh4AsHJvHnzxB9//GFaoXLlyg63xGjaQDIFY7GAszPijh07xJkzZ3xuEdmRnAWJOODLIAESIAGrBP755x+BzwA8GkW6dOnEgQMHvOoGf+8gTMTnkFFApADXRP4d8wqrLYWxSK+JEjdt2qTUJrJEaoJEiBJz5MihVI+FSIAESIAE/o8Asrr27t3bMpJQECdi87dcuXLi/v37yvPBZn7Dhg3ld1N832zRooXImDGjdE9E4hUGCZAACZAACZCAPQQg7oPITwsIGLxxEITrMz6ngxVY027UqJHbmruv4/nqq69EmzZtfK3OeiRAAiRAAiQQEAJwgdHcFfG5DYcY1cBnPUSE+PzOkCGDajXlcmvWrJH74WaRLFkyMXHiROmGHOlhlBQi2HPGXsuKFSsEnKAYJEACJEACJBDNBP7++28pVHS+kNTfauDMhN5pEfsejOATgAMhxIpIyuxN4B5ac1dMmzatN1VtL4v7uPbt2xu2i/tsJEHFeQ0GCZAACZAACUQ7AQoULb4DKFC0CJDVSYAESMCPBG7fvi03enbt2uXWy4QJE0Tjxo392Lvnprdt2yZFifgCbpZtM2/evA5RIgQHDGsEwHvr1q0ul68twrlS744IgQiDBEiABOwm8Oabb4olS5bE2WxMTIyYNm2aUrcPHz6UwkRccIzVBxZ2IUzk4UAlnLYV2rlzp1yQx7V9+3alduGcgXsDzS0xS5YsSvVYiARIgARIwJjAsmXLRMeOHS3hCQVxIibwySefiO+++87SXJwrJ02a1CFWhGARF8SLmoBRe8TvcQiAQQIkQAIkQAIk4JnAF198IV0Dy5cvL0aOHCmzw6sG6sTGxqoW90u58+fPy0NXWIO3GmvXrhUFChSw2gzrkwAJkAAJkEDACGCNHWJF7Pdq7oqqnWPft2rVqnIPG3uMdkWzZs2UEx4MGTJEdO/e3a6uQ7KdQYMGiR9//DHkxoa9nlGjRoXcuDggEiABEiABEgg2gRs3briJFr1N0BzXHEqWLClwlShRQj7iih8/frCnHLX9r1u3TiBh6IIFC8SjR4+UOZQpU8YhVsQ9dTAC63e7d+827Brvqc8//1y0bds2GENjnyRAAiRAAiQQMgQoULT4UlCgaBEgq5MACZCAnwjgYMRrr70mFy/0kTVrVrlpFOjFhgsXLjhEiUbjch5nihQppCgRmYDwiEOeDN8InD592kWMePjwYd8aEkIuUjkLEvPkyeNzW6xIAiRAAqoEFi5cKLp27eqxOASFPXr0MG1y9erVUpgIdz6jaNmypRQnQmTA8D8BCOYhSMTrYZRQwWgEyLCtCRLxCLE8gwRIgARIwB4COFTYvHlznxsLFXEiNvIhXLh7967Pc7FaMXPmzPJ7LJwZ8ufPb7U51icBEiABEiCBkCLw3nvviZMnT1oe05kzZwQ+MxE7duzwqj04JcGFJ5iBzPe9evWyNISUKVOKo0ePWmqDlUmABEiABEgg2AQOHjwo9543bdokBYtGiQGNxohkQHBXbNKkibysxKFDh+S6sWpg/cPZ0Vm1XriUw+Hwb7/9NiSH++uvv0a8u87jx4/FgwcPfLogAHauC+HC06dP5fXs2TOXR+ffmT2v1VWtEy9ePJEgQQJ5psT5Ma6ftXJWnk+YMKHA3wX9BddNo9+b/Q5zYJAACZBAOBPA32690+K+fftsSZZUvHhxN9Ei/g4zAksA99FYX4Jg8cqVK8qdv/jiiw6xop1JP8wGgPMdr776qsdiSASCMzf8HDajyedJgARIgAQilQAFihZfWQoULQJkdRIgARLwAwFP4kR0N2zYMNGtWzc/9GzcJLJZwylx+fLlpn1WrFjR4ZaIxRCG9wT27t3rIki8ePGi940IIeBCpXdHTJQokU9tsRIJkAAJ+Ergn3/+EZUrVxZ49BTz588X+AyJKy5duuRwTTTKQocMc1gkbdCgga9DZT1FAhs2bJCCRAgTzRIWaE0iuQKcKTS3xFSpUin2xmIkQAIkQALeEEDWU2/ci5zbDhVxIsb02WefiTFjxngzdb+VnTFjhvyOyyABEiABEiCBSCKQK1cugUPXwYwuXbqIESNGBHMIsm8kVEJiJV+jTp06Yvr06b5WZz0SIAESIAESCDkC2JeEWHH79u3S0RD7lqpRtGhR0bBhQ+mumDNnTtVqjnLvvPOOmD17tnK9ChUqyM/h1KlTK9cJl4KTJk2SZwJCMZCEEO+NNGnShMTwcLYC161bt+Sj88/63927d89NdKgXFEJcCBEgI/gEjISNRr/DnhMu/C3Q/6z/XeLEiYM/MY6ABEgg6gkgUb0mXIRgET+fPXvWMhfci+mdFvl3zzJW5QYgUIRYEZc37pn4rPrXv/4lr7p16yr352vB1q1by7MengLjmDp1quA5Q18psx4JkAAJkEA4E6BA0eKrR4GiRYCsTgIkQAI2E7h586Zo2rRpnAf+kZF5586dAo/+DGS8higRF9wrPAWy+ji7JfpzXJHWNkQ2yE7kfN2/f9+naUKM6CxI9GXjz6eOWYkESIAEPBB48803xZIlS0wZ/f333wKbikYxb948KU7E559RvP3222Lw4MEyAyzDPwTgbIFFalxHjhxR6gSfQ5ogEeLEZMmSKdVjIRIgARIgAd8JnDhxQjoXeBuhJE5EUoNy5coF1T3Rmd93330nmjVr5i1SlicBEiABEiCBkCVw6tQpUalSpaCPL23atAJZ5oMdOMBerVo1gcRIvsTAgQNF7969fanKOiRAAiRAAiQQ8gSwjwmhIgSLW7Zske6KEHOpRLp06eQBa4gVVdcqII7EfYpqHxgHkhfOnDlT5M6dW2VYYVMGLDZu3CjOnTsnr/Pnz8sL4gWcJwh2xMTEiGnTplkaBkSAZoLCuJ53Fh4+f/7c0jiMKuMwPvasNDGcN4/6shCG6F0MPf3bm7J6h0TnuuCid2z09G9vyurdHp3dHSHw1ESfnh5VyvjjtcXro4kWPQkaPT3H/S7b/8uxQRIgASHk57tetKiaLNgTwMKFC4sSJUpI4aJ2wcGW4X8CcFWEWHHt2rVedVavXj0pVkTiD3+cD8V6nEpizrJly8r77FBJSuEVRBYmARIgARIgAQsEKFC0AA9VKVC0CJDVSYAESMBGAlhsePXVV8Xhw4fjbBUiDBwe9UdcvnzZIUo0y4aJRdfatWs73BLh1scwJwDGmhhx27ZtYteuXeaVDErgAA+yguIqX768fGSQAAmQQKgRWLBggXjrrbdMh1WqVCmxbNkyt3IQwkGY+Msvvxi2AfECXBM9OS+ads4ChgSwuawJEuGWCMGLSuTJk0eKEjW3xIQJE6pUYxkSIAESIAGbCOD7Bj5XvYlQEidi3F9++aUYPXq0N1Pwa9lQ4+PXybJxEiABEiCBqCCA798dO3YMibmOGzdONGnSJOhj2bRpk0wa6MsBaCRVCgXBZ9AhcgAkQAIkQAJRQeDQoUMu7opnzpxRnjf2MiFWxOXJieWTTz4RSBbkTeDQ9M8//xw1+6UQdsF56cKFC1KwqBcwQsgIkZi/A2s4bdu2dXQDQeu1a9cc19WrV13+7fwcfrZLaJkiRQrpmocD/M6PRr9Lnjy5i+gwLuEhE2L6+92j1j7e6ypCxjt37kixq/7R6Hd2OMnjbxicRLUrY8aMLv92fg4/42wHgwRIgAR8JbBnzx7paO38aNXpt2DBgm6iRXxGMvxHAGcuIFjEGRpvXj+cCdTcFXPlymXbAHGOB2MxC5hWzJgxQyYFYZAACZAACZBAtBCgQNHiK02BokWArE4CJEACNhFQESfikD9EbVmzZrWp1/81s2jRIilMXLp0qWm7+OKLLDq4kFmJ4ZnA0aNHXdwR4RDmS+ALv7MgEYtFDBIgARIIZQJwP6pcubLAo1nAZXHUqFEuxZB5F+LEuIRxcEzs2bOnWdN83gsCOLAAUSIWx/GoergEn0maIBGPDBIgARIggeARgBu7N5uEoSa+w/diJCDAYaJgR9GiRaXovmXLlqJAgQLBHg77JwESIAESIAHbCMBBccKECQLCOjjPIJA5P168ePKAFA7s+iLU82WAcFNCJvlQiGHDholJkyZ5NRSs1x87dkwecmeQAAmQAAmQQLQRgPswnBU1d0U8qka2bNlkcgCIFfXfuSEowp6oyt6Cc38QDH399deiefPmqsOI6HI3btyQwkW8Trj/0xwYNRdGPGc14NZXpEgRce/ePSlE1O4tVdvF/SdEhEZCQk1sqCI8xDgYJKBKAHthmpDRSMDo6TmtvLcCYHxv0IsWPYka4UDLIAESIAFPBOCsqBctIlGAlcifP7+baNEf7n1WxhjqdXHOAkkk3njjDY9D3bdvn1wPg2Dx+vXrytPKly+fQ6xYunRp5XpGBTFO1UTgSAYCJ0U4KjJIgARIgARIIBoIUKBo8VWmQNEiQFYnARIgARsIqIgT0Q2ySSOrtB0B5z6IEnEQBdkLPQUy8ECQCMdEXNgsYBgT2L59u4sgEZs/vgQWEjRBIh4zZcrkSzOsQwIkQAJBIwDR4ZIlS5T6x8HIxo0by7IQ4kOYuHDhQsO69erVk66JFAoooTUthM1UTZAIUeLFixdN66CAJtqAcAMHShkkQAIkQAKhQwCH/FQi1MSJGHMw3RNxSKhGjRpSdI/vv/g3gwRIgARIgAQimQAOriFhHQ5D4XuhN9nb7eSyYcMGrxIs2Nm3c1sQZsbExIiDBw8qd4GDWYsXL1Yuz4IkQAIkQAIkEKkEcF+hiRXxuHHjRq/Eao0aNZJixTp16khEU6dOlfsAvkTv3r3FwIEDfakaNXUgwIL7Ig7HHzlyRCaKhGDxypUr8nVDAiy8pt4mrYAIK3369MoXDrszSCAcCeD/BwQlqhf24rwJOHg6CxjxM9Z8jS5v2mVZEiCByCYAp2u9aBGf6VYCCTFLlCghDQy0K3Xq1FaajNi6y5cvFx06dJDzwz3t2LFjhYrgHOczIFbEdfjwYWU+uOfSnBVxZsOXeP/996U7omrgHh19MkiABEiABEgg0glQoGjxFaZA0SJAVicBEiABiwSQTRCZHFUOPqxcuVIUK1bM5x4hRNREiRAoegpkfYYYUXNLdD7kisyKU6ZMEf3794/q7NBYSN66davL9ezZM69fnxQpUgg4UzoLEpHlk0ECJEAC4UogNjZWdOvWTXn4ECViARXCRFz4bNQHFm9xIKF169bK7fqjIA5ODh06VHzzzTdyMT4cA+J5iBE1t0SzRAXaHEuVKiWdpCDcUM2mF458OGYSIAESCHcChQsXFkiC4ylC0YkYB+BwyP/u3bsBeQnwnQtujZoLcPHixZmMJyDk2QkJkAAJkEAoEsD3QhyEmj17ttI6tZ1z6N69uxgyZIidTfrc1vHjx+X3XogVVaJr165i+PDhKkVZhgRIgARIgASiigAOyGuCRaz/w3FYNbDu3qxZMzF58mQpmvMlcHB6/PjxUbmPjTUhiA+dL+ztO//bbN1IY461E4gIsZedOHFiAdEU9sIhzoLgQRMzVq9eXbpXUrDgy7uVdaKBAL5fqIoZUU7VjRTuodmzZ49TvKg9R5fRaHiXcY4kYEwA92B79uz5/9g7D7Anquz/XxUbClbAgigoIk1ELDRF7KAg1lWxIKjYwF53f7pr773vKvayNuwIihQVCwIWiiJNsYC6KFas/+dzd2/+8w6TZDIzSSbJ9zzPPMn7Zsq9n5lk7txzvufYxYkXSVQQxzbaaKOlRIurr756nF1W/LYkAGOO6Lfffsv0BXE549HtttsudP9IHkYiMeboiEsJaxSa6NWrV0awuPLKK4falOQUCE/DGsc555xzzAknnBB2E60nAiIgAiIgAhVJQALFmKdNAsWYALW5CIiACMQgwORi3759DYEP+ax79+72ITSKUcGKSonPPPNM3s07deqUESVSxc9vZNM+5phjbMArn9933301U1li/vz5dcSIYUSlQcDXX399K0Z0osQ4otO8J1QriIAIiECJCXzzzTemS5cuhtcwhvCQ7HEIE8eNGxe4yYEHHmjFieWuZPTkk0/ae6Czv//97wUJMcPwKNY6CxcuzAgSESaGDUDwCjcQjchEQAREQATST4DnDJ5dslkaKyfSVgLZrrzyyqICxnGOIJEFp3D9+vWLejztXAREQAREQAQqkQCVdBAqkuguKIFQ0n0iYRHJ9NKSsA0xBImJwhhJ/PbYY48wq2odERABERABEahZAsxNT5w4MSNYfOONN0KxQBQXJ4kRwdb4sRs1ahTqeJWwErEF+cSHYUQHK620kllnnXXs0qRJkzrvvRUQGzRokBcLQkXmoVq2bJl3Xa0gAiIQjgACF6+gkYQyVNhiWbBgQeZ92ASkfNezCRnd/9PyPBaOkNYSARGIQ2DOnDlLiRbDxg5kO26zZs2WEi0ypqgVu+6668yll14a2N2BAweaiy66KBKKl156ycaKEqdSiHXu3DkjViRGMZedf/755pZbbilk97YQBwm9SV4hEwEREAEREIFqJCCBYsyzKoFiTIDaXAREQAQiEihEnMghcKBQ0TCskf0IUSKBJDh+clnTpk2tKJH9s2R7gLz88svtA6bX2Pbpp5+2jotqs6lTp9YRJJJdMoohQPQKEvM9/Ec5hrYRAREQgbQQGDRokEEYH9ZatGhhPv744zrZ5Ny2G2+8sRUm7r777mF3V7T1br311sCqCA899JDp0aNH0Y4bZ8fct1ylxNGjR9uMxmGMCWsqRrBUapXIMP3UOiIgAiJQrQR4tsuWTCWt4kQCDkmWE9cJ7j+nq666qiHZD4LEnXfe2ehZrFqvevVLBERABESgGAQIiiUQCrHiqFGjQlcVjNIWRIF9+vSJsmlRttlnn33MhAkT8u572rRphsRLMhEQAREQAREQgXAEqCLmKis60SKVW4Js3333NXPnzrXrR7V1113X3H///aZ169ZRd1HS7aiaNm/ePNtvt/C3EyWGmeNH2BkkPvSKEWu9ylFJT6oOJgJFJMAzW5Bw0Sti5H0YQ8zNbybxPyR58y4bbLBBmF1oHREQgQomQLyGv9IicY1xDH8MCSO8C1UFq9GoML3rrrsa4gyDjEQOd9xxR6yEDu+8846trIhgsRBfWqtWrTJixXbt2i3VPBKP45/78ccfCzo13bp1M3fffbettC2rfAI8p/388882pohX/5Lt/9m2YX9UBOW7wWuU9/m2+fPPP22MM5Wiec31Pux6/n3Vq1fPkNzFu1Ch1P+/Qtap/KtFPRCB2iAggWLM8yyBYkyA2lwEREAEIhAoVJyIQGP8+PFmmWWWyXk09utEiZMmTcq5LhnQECMSvMqSK1CTh9HBgwcHVrbacMMNzeuvvx6BQro2YfL2zTffrLNEycoJV8SIbqF6iR7G03Wu1RoREIHiEXjqqacKrijIPQjxnN+OO+44K07Md+8rXm/+u2cmtc4++2w7ueq3TTbZxN6f02QEKyBKpOIxAaRM+IUxqkghSETAUSnBGmH6pXVEQAREoBYJ9O3b17z11ltLdf2cc84xQ4YMSSWSa6+91lx22WWJtG2LLbawyQNYqOosEwEREAEREAERiE+AwCcS4SFWpNph0rb99tubhx9+OOndRt4fQb48H+cK+GrevLl57bXXIh9DG4qACIiACIiACBjzwQcf1BEsfvjhhxksJFl64YUXTNiKi9l44qe97bbbCkoEXMxzQ8UzxIdBQsRsYk3XntVWW22piof+Kohhqh4Ws3/atwiIQLoI4OcMI2JEBJDNCM73ixb5m1ghXvlcJgIiUH0EPv3006VEi/nGKvkoIIT2ixYbN26cb7OK+HzmzJl2vIkwK8hWWGEF89e//tUcddRRsWNgODeIFVk++uij0HwQo/fu3dsuzMU5u/rqq80VV1wRej9uxU033dS2oZoqlhcMoYwbLFmyxHz33XeGJCduCfM38bB+AWKucUAZu1h1hyb+LUjM2LBhQ8PCs1zQ+6DPFI9cdZeHOpQyAhIoxjwhEijGBKjNRUAERKBAAjys77333mbWrFmht7zyyitN//79s66Pc4YAEYQh+axjx44ZUeKWW26Zb3UzefJkM3DgQDtpGWQEpSBqqDT7+uuv64gR8wk6s/WPh2yvIJFgWJkIiIAI1CIBRPJUKFq0aFFB3R8+fLjhPvfKK6/Y7RB2I0zkt7XcxuTx0UcfbUaMGBHYlGHDhqWiuiNjCm+lxDDcyPxFsCULwkTEljIREAERqAYCBFx4nSq5Mjq69fKtE5TZMV/WRrdN2PXCZm4Msx7OSH8wPUlvNttss4KyPObLAMm9JAmLWz2xSZMmGUEiiQ9UBSCJs6J9iIAIiIAIiEB2ArNnzzYPPvigDUDKNmdcKD+CM0geR7WOtNjIkSPN4YcfnrU5++23n7nhhhvS0ly1QwREQAREQAQqnsDChQutWBFfwbPPPmvCVv0K2/Hzzz/fBoSXwj777LNAESLCRIKHsxlzMc2aNauzULmMYH6EiPXr1y9F83UMERCBGiTAbzDPd4heqKTmXfI99/G75QSMTrTo/tbvVg1eTOpyVRPg98BfaTHfb0Q+IPh4EC126NAhs1Sq4O26664zl156ac4ud+7c2SbPSEqY+csvv9iqiszTFVJgAnG5EysSM0K7KGBRqDFGJekYYkVZ4QTwUZPAhDhW9+oVGeYSHCJQTMooyLHiiitm/Mj53uf7nP25aoTZXr0+73zrBn3OfHJQhUb3v7ivztdPPAGsXVxBvve5Pk/ynPEdDitoXGONNQwVbNdaay37iuBRJgIikJuABIoxrxAJFGMC1OYiIAIiUAABxIl9+vSxGRHDGoNCxHMM3L02depUK0pkyfewv95661lRoquYSFaeMPavf/3L4KzJlt2nV69e5s477wyzq7KvA3MexMmySbBLIQJRb+N5oEY840SJTKzKREAEREAEjBk0aJB57rnnCkbRtWtXOwny9NNPm1NOOcWcfvrpBe+jGBt8//335rDDDjMTJkwI3H3btm3Niy++WIxDh9rnjBkzbJVEhInjxo0LtQ1OQKpJOWEiDkOZCIiACKSFAL+7Qdkdszlh3P+DxIVp6VO1t8PrfCLbI0F0XkdI2EyPPFPmc9h6WfI8u+2222buZ23atKl21OqfCIiACIiACKSWwNixY21VReYDCNKIYyeeeKI566yz4uwi8W2HDh1qg7yCjOrPzBvIREAEREAEREAEkiFAsOatt95qbrzxRsM8UTGMhMDcwwmGjWuId0jcEFQNMde4iCqIXhEiAkT3NwH6MhEQARFIGwF+0/yixU8++STzv1ztRbjiFy0SY9OyZUujyj9pO9NqjwhEI0AsJKLF9957LyNeROwcx4hz9IoW27VrVxFV+hBE7brrroaYzlzGePD666+36yZtJNxiLuuZZ54paNctWrSwY9soxu/53Xffbbp16xZl86ra5rfffqsjOPSLD/nb+z+SuEY1/KX4ZVlWXXXVzHv3v2z/J27IVfFzvt4kno+i9qOWtnOJlr0iRmIdiHvgGZjXbIv/c7aLalw7xKR7RYtOvOh/ZR1iAGQiUGsEJFCMecYlUIwJUJuLgAiIQEgCUcSJ7BqhBoINjCoYTpQ4ceLEnEfmwcEJEhEn4twIaz/++KM57rjjDJUZsxkDTzJYMimQRqNqCKISRIm8fv7555GaiRDRK0hUNY5IGLWRCIhAlRNAXEilwSSMTMBU+O3UqZOh6i8Lk2KlNLKEHnDAAeaDDz7Ietj77rvP3mdLae+//74VJL700ktWcB/G1lxzTbP99ttnRBwKcAhDTeuIgAhEJcDzisvwiHOF6rqIDnNld3Sf4bRLwsiWmC9rY9DnubbJVrUwbDbHMBkg/VkcvZUX82V49K9L5tXRo0dbnHvvvbfZY489bAbJbBkegzI5hsn+mNQ5C3PecYa0bt3ajg9IbsBzKA4RPZ+Foad1REAEREAERKD4BAimefLJJ61YMezzqr9VZI5/5513it/YAo7APPl2221nqILkN8ZbjE9kIiACIiACIiAC8QgQpEkQNcmLovpzC2kBgdMkSwpbNYKktzNnzqyzfPjhh4ZxQjaj6g+iQ6/40IkQqV4hEwEREIFqIcAccS7xIpW9slnTpk1txS3EiizuveZ8q+XqUD9qmQD+Qb9okd+KOMa4yitaZE4mjZUWGTcSR5KtGISXwcEHH2wuvPDCool/KIhBZUXG2vkSgGyxxRa2gnnU8Ti+0Guuucbsv//+cU5zardlbpAFPsQAeyseekWHhVahxD9NTA9+UF5ZeE4JIzhEZCirXQKIYcOKGRctWmTjNrhuec33e+Cnigg5l5iROD9897yWOr6vdq8A9bzYBCRQjElYAsWYALW5CIiACIQgQIXDfv36FVQ5kd1SNZEMQ1T8Q5g4fPjwvEfr0KGDrZbIstVWW+Vd378CD8oDBgzImxXn7LPPNmSQTotNmzYtI0Z89dVXDQPrQo2JTlcZ0YkSC92H1hcBERCBWiPABFuXLl1MoRNtYTnVq1fPtGrVyooWnXBxk002MQhQimEEGzBpmmviFdFklGqRUdo7efJkWymRpAFhAzWZ+CGA0lVKlCMvCnltIwIiAAECrYIyO3pFiF4HTK5gg3xEydbozegY9D7IGUPiFBwwTmCoSW9jA/qGDRtmkweceuqp+dBH/pzzjejRCR/J1Jgvu6M/AyTXT5zrhnFCroyO/s+4hmQiIAIiIAIiIALFJTB//nzz0EMP2eCnQoPPGMPsvvvuxW1ggXt/6623TN++fetsRVAGCfJkIiACIiACIiAC8Qi89tpr5txzz81bCDgWTwAAIABJREFUZSbeUZbeGh/DAw88UCfBL6JDt3gFidnmLUgG2Lx58zrVEJ0oUfMPSZ8x7U8ERKBSCSDm8AsY+Rt/bLbfV6ou+kWLm222mRVtyERABCqXAElO/aLFOXPmxOoQFVmdaLF9+/Y2roQEWOU2KoJfdNFFoZpBH2655RaDQLCYxm8vYkWWIO4nn3yyrXh70kknxWoGsaTElFaSEddLfJATITohovdvkqqEMYSaTmjoFR0Gved/em4IQ1XrJE0A3z5CRbc44aJXxOj+xyuJjcMaQkZi1tzixIve/+Hfl4lA2glIoBjzDEmgGBOgNhcBERCBPAR4iOnTp48hMKNQa9eunRXaffrppzk3ZYIOQaKrmBg1Q8ozzzxjhgwZYgNMcxkPpOPHj7cCynIZIg1XIZFKUmQFKdR4yPcKEsnIJhMBERABESiMwKBBg0om1nMtQ7TiqisiWkRUnkTWYaoT9+/f31b7ymUPP/ywrUpYLCP4kUqJzz//vJkxY0aow7Ro0SIjSuzRo0fRsuyFaoxWEgERSDUBMnZ6HSrerI5+MSKVcAoxnCj+LI/ZRId+sSEOG1kyBHB8ci8755xzktlhkfaCAJZ7lrvvtmnTxjgHMs6KoKyP/gyP+e7Z/qbzrByU4ZH/sXidJFGfq4uES7sVAREQAREQgYok8Prrr5vHHnvMJt/LVWXIdW7nnXc29957b9a+ehMkkBzBJUtwr/7/ef8Oes/+qEbtFle52v83mdG9iZlIikE281zbEbjkr8SdrTI3/8/1mavc7dZjXp6xiltc0o6gv8N+VpEXmBotAiIgAiJQsQRmz55tzjvvPPPiiy+WrQ8kyyL5IgGX06dPzxp0uf7665uNN954qWW11VYrW9t1YBEQARGoBgIIZLgfIFb0LtmeHQlsZw6ZqmluQbgoEwERqFwCJL1EtOgVLsZNCMW4zYkW+c0gFpDEEqU25rimTp0a+rBnnHGGQSRYCmOOjMRiiBWJTcGOPfZYO4e3cOHC2E3Ye++9zc033xx7P0nsgP54xYd+ISI+c+b38hnCV+JzWZyf0e8TR3Co5OH5SOrzSiRAzEg2ESP/Jz7eLWFiuPk+eQWLrvqi93/Mh8tEoJwEJFCMSV8CxZgAtbkIiIAI5CAQR5xIZSgcHtmEjXzuBImIExENRjWClMlOedddd4Xaxb///W8rgiil8UBMQAuiREQbUYwJiM6dO2dEiY0aNYqyG20jAiIgAiLwPwJPP/20rc6UBmvatKmtsMj9jPtnoTZixAgzePDgvFWcilU9kUzR3N9IFjB37txQzWdCvXv37plKicWqKhmqMVpJBEQgFQRwoARldfQ6WwpxLBHgHORcyfY/VS9MxWVgPvnkkzoVANLRqqVbwXMlz3hU/OX5MkqyAZ5lc2V19GZ65H0YYYRrKY7EXNkdETOusMIKacWrdomACIiACIhAqggQxECQkzfwKVsDe/bsaZPRkYjALU6AGCZgKFUdr6DGOCEjiUQQX/oXEo8E/d/7Pz0PVNAJV1NFQAREoEwEEP1fcskl5sEHHyxTC7IfdoMNNrAVu/xiRCony0RABERABEpHgBgpv2jxgw8+CJzbJXmLV7DoBIyIR2QiIAKVSQDxHEULvKJFqlzHMUSKxAyyUGWRvxGaFdOoyF1o0muqKP7zn/80xL6UyvDVXXDBBYYktkkaBSPuueceU+ykHlwvCN6JsfG+UgwEn3m2ar3evuIPxOfnBIi8ev/mvRLtJnl1aF/VTIBnfmJTvKJF79+8D1ORlO8hsX8UoGnevLld3PsoMQXVzFx9Kw4BCRRjcpVAMSZAbV6RBBiYhlkIXMu1Hk5xb3bduO/Jzusy4CbxSilknMrZFrIChv28nJXyKvIiM8YOtPr162c+/vjjSF3Yfffd7cPOsGHD6mxPRQlXLZGKUXGNweARRxxhpkyZEmpXe+21l7n11ltDrRt1Jb4LBKqyINagolUUgw+CRLdwzctEQASqgwAPq96qOmRWC6qyw/+8nzH5RJAbCwHt7n2+v6HGvZB7q1vC/E1glqsc5a8Uxf+z/a8SzhKVA8gu7K0gkIZ2IzTs0KFDQU25++67zVlnnRVqG0SZW221Vah18600btw4M2rUKPPss8/acUMYQ4TZrVs3K+bo2rVrmE20jgiIQBUR8FY+DMrwyNg+n5FtzutUyZXlUQFY+Wjq80ojwByPEzT6hY387XWQMFbMZy7Do7fyoj/Lo5yW+SjqcxEQAREQgUoj4Cpw+1+pdOwVFbr3zM0UWpk7GxOSAzDX4q0eGOdv9uetXOitVOjeu9cFCxaYI4880gY23XDDDTZJkr/yoXcbkgh5KzK699le8S/lW8d9zjgF/9SSJUvqVJGM83cS16GrLOlEi15RIxnkXdVq7ytBYEr6kAR97UMEREAE0k2A+9Ytt9xibrrppsTGBUn2uHfv3ubyyy+3fiCZCIiACIhAOgkgPkGoiFDJvc6bNy+wsc2aNTPEViFG4pVFosV0nle1SgTCECA+iMIGXtHijBkzwmyadR3EzfxGtG3b1goWWfD1JGmMfS+88MKCdslcysUXX2z222+/grYrdOXnn3/eXHrppfY3tVhGsQ0SlkVJMO5tEzHcToDoRIjub3znuQwhUy7xISIozUsV6wrQfkUgmADz7H7RolfQmC/mhe+1V7DofU+ibZkIJEFAAsWYFCVQjAlQm5eFAA5gguG//fZbu7j3Qf/zfs57gtHCKPDL0rEUHxQxBsGpOJHJbOIW79+53tdaRR8qVuyzzz5Zqx+GOdUtWrQwO++8s7n99tsNQY/eaolJCe0QRlAtKqy4BEErFQybNGkSpguh1yFwwlVH5AE46sMvVTe8gkSV+g59CrSiCKSCAPdnqjq5haw6vHev3vcEt1Wrcc/kPstvPwvVXoNe+V85HSncP5566qnUnYbx48ebTTbZJHS7yNZ8/fXXh1q/R48e5qGHHgq1btBKBBIivH/hhRdspUSCN/MZwY7bbrutFSMiSuzUqVO+TfS5CIhABRNAVO93sOBo4fkCB0uYZ1mX3dHvbHHZHpMey1cwbjVdBHISYAyaLbsj/8dxwr09n/FdJNut1zniMjwWO3NsvrbpcxEQAREQARGAAGNQv9gQ4X42IWIUaszTOrGaS+TEKwmjuKcSVIpwAUPcdu2119q5EbcugkTEb+UW/lPtiazykydPtu2pJnNVKhGTIi7Nlggs6P9u/TBZ6YOYca5d4pQgEaP3MwWZVNNVp76IgAjUCgHm1Al+Jgix3IavmwqJVEvk2ZzndUQsLMWuolPuvuv4IiACIlCNBHie9QoWES4iWgpKkiPRYjVeAepTrROYNGmSLcjw3nvvWfHitGnTYiFp165dnSqLiBZJShnHevXqFbpohPc4JNBgfoy5sSRt7NixdmwetpBF3GMzj8N8GmLQXIYIEZ94UDXEXMm+iWnm9x0xJIt7zzif8T1zijIREIHKIkBMjEvWjd+AAkG8uveM/7IZGgZ/xUXnlydRnkwEwhKQQDEsqSzrSaAYE6A2T4QAA0yvIMH7/j//+U8dESIiQ9aPYy67LhPQvHdVBN37fK9uO9bzZtf1Vz30Ztv1fpbr/9mqMHoz7XrXyfV/nPsIMnEse1+D/udfx/3t1g1TOSDXOQkSNPoFF06IwWu5Aw3iXF/z5883ffr0sYGMSRjX2b777mtOO+20xBwjXDdXXnmlfZANE+Ts+nHuueeaY489Nna3GCQidOSh97nnngtdNcp7YLLXIBRBkIhwQ4KN2KdFOxCBohMguM09MLpXfiud8JAg8EKM6oNucdUIvf8Les9vh7cKYtj3tMtbbTHse+6n/OYVshRSVYAxhVe8SAC8m3hzk288fCdt/HYPGjQo6d0msr8333zTBhfkM8ZTQ4cONY8//ni+VTOf0++OHTuGXp8VEeGPGTPGVklElMjYKp+RFGKbbbbJiBKZCJeJgAhUDwHuCX4Hi3O25AvU4jffCRCd4ND7N++VpKN6rhX1JP0E+M46sWI2MWOuXhBs75wi/tdijOHST1QtFAEREAERSJIAYjFXgfvTTz/NvOd/XvGhEwaGPTYZinHmE2DkfeX/iAu9AkT3Pl9lbvwPo0ePNsOHD7dzxiTt6969e9gmlXQ9qicOGTKkpMeslIMxB+IXMDrxIr495ga91azde+bZwhq+I6+IkWcgggX9C9eiTAREQAREoLwE8AWfeeaZZubMmSVtCOMO7gsElJPM0AkQ8ZkoUVBJT4UOJgIiIAJlI/DRRx+ZqVOnWrGSe80mWtxyyy2t/5dXFvlYynbadGARSIQA33mqLTrR4vvvvx9rvx06dKhTZbFVq1YFiRZJTLv99tubKLG3zHkwR7b11lvH6gMbI+akMuOrr74ae19RdnDnnXcaxJok8UZI7haeFfCT54qzpcq5V3zoFSQiRJSJgAjUFgF8G974Uydg5DVXwQvmAxAvMk+w2WabZZa4VV5ri37t9FYCxZjnWgLFmAC1eU4C3opHfgGi97NCqyAx6MS5yA0j6DXXZ4gLa62aXxKXKQ5ilzkXRzJOZRb3Ptf/+KxQw8HsFSw6MaP3f7xPm5M5aXGilxvXPcLHE044wbRu3bpQpJn1qZY4cOBAKxAsxBiYIbCIIh5FaEyFRCpGIdAoRHzj2ojQiMpRrkJi27ZtC2m+1hUBESgBAcTPQQ+A7n9h7vf8/vOb7wKNvO+9n6Xt9z9JvAjH+a12wYKMmYLe8z9+X/MZAYL+bGFu8o6Ju0KNtlGxluOnxRBmkvWY6sPnnXeeyVdpGJHggAEDDJWEwxqVjO+7775Qq3Ofe+mllzKixDDVlQjq9IoSC6kCGapRWkkERKCkBLjneTM8et/zbJzNqMISlOUR4TVOKIT1MhEQgcohwBgApypzBUEZHnMl4GJsEFR1ESEj4zuZCIiACIiACDjxIa9+ASL/yzXu9NLDZ8J9xys2zPW+2MGazHVQQZwAMFltEGCuifOeTcDoFTWG9Tcxd+gVLRJo4hcxKot+bVxf6qUIiEB5CDA/fsghhxTt4MyRkdiH33eEiMytEyyO70O/70XDrh2LgAiIQEUTCCNaJB7KCRWdcDFMYtyKBqPGi0ANEJg1a5aNW6RqIJUWWaIavxPMWTH2ZBzKwvtcApebbrrJXHjhhZEOyTzccccdZ8444wxD7GihRpXZSy65xIwYMaLQTRNfn1jvbPM6JJsPEiHiN5cIMfFToR2KQNUSIJbRX3HR+ejROwQZcwtOsEhcvntfzbGpVXsBJNgxCRRjwpRAMSbAGt6crLo4if0LQVfO+R0mGBuETBJ7RQeIEZwggSy8fiFivqDzGj4tqe16kIDRCS68r+592Kp+BE8gVORBhEkhFv/7UkEppjjR34du3bqZY445xiCWKERwO3nyZCtOjFLd8amnngqdkYcqEuPHj7fVEZ9//vlIp4AgGASJXbp0saJEhCcyERCB9BAgm9X06dNtViteP/jgA/uAl8u4n7vfavd7jbDMOwYo5DctPTTK1xISCHjFi59//vlSY7NconAmT5nk8z5g8z7Xby73nyeffLLknWZMSLsI1HdiRAL0C60uSFDbX/7yF5stsxB78cUXbWa8bEYw3ahRo2yVxJEjR4baNZPUBE5wr+OeJwdXKGxaSQRSRcCf5ZH7Ipkw84kQ/cJxJ0okYFYmAiJQOwR4dvYKF70Ok3ziRcZBOL29GR6ZS5OJgAiIgAhUBwGyqpPkYvbs2dbf4hcg8ne+OXSe+b1Vt5mDcX8zF+MqIMrfUh3XTK30gu+GV8zIeIr5MG9Va/7ONZZyrPgeBFVfZJxFEixV2aqVq0r9FAERKAaB77//3j6v/v7777F3T0Iv5s6Zn2c+fccdd7TjGJkIiIAIiIAIxCWAcOedd96xYiVeiXnwG88MiBU7depk70O8l4mACFQ+AeI8ES1SbdGJFsPGOvt7j7iOuBWvYJH3TljHfvfYYw8rkIxqxPH861//svMVYQx/05VXXmkeeeSRMKuXbB0SjTCuh0/Lli3tK35yVTAr2SnQgUSgZgkQL8hvI0krGANSwZVX/h9kzEN4/fDufbETONbsCUpZxyVQjHlCJFCMCbCKN1+yZEmdAHcG5V4xYpjsu0wMO6Gh99X/PynNq/hCitg1xBaIFXOJGPksXyU+gjD8Yhjv30kFABNQ2K9fv0jCv4iI7GZUVxo8eLA54IADDA+7uYyH1PPPP9/gwC/U9tlnH0M2n2zGbwPCDaojvvrqq4Xu3q5PgAziDMSX2267rbLfRKKojUQgeQIEwSG28AsSszmVswnG+e0l44ys9AS4p/rHcW5Ml02wTvIIJ1r0iheZnB00aFDROrHKKqtkBIhOhIggkUlJKunGNURD+++/v+VRiO2+++5m2LBhS20CW4T4iBLDVmOkXzivEN9z3yPRgkwERCD9BBCEu/uh95XA8CDjd9Sb5dH7nnGvTAREQATyEWDezVUid8JF95ptLqRJkyaBjhJVj8hHW5+LgAiIQHkIMLeCCDFoyZcEihbzPJlNgMiYk/uCTARqlQCJpIKEi07IyGc85+UyBIzMSwUtDRo0qFW06rcIiIAIhCbQv39/M3r06Kzr48cP8jXh/0b8QWUaFgKXZSIgAiIgAiJQCgLfffedFSp6RYskqvQaPmt8vcQ1uVclYS7F2dExRKD4BIhFRbTorbaYb+4gW6souoGYxYkWiZc666yzIsVtumOwz/POO88cfvjhWWEw73H11Vebe++9t/jAIh5hzz33NFdddVXErbWZCIiACCRLAJ+8Eyt6hYtoaPyGODFItKiCBMmekzTsTQLFmGdBAsWYACt8859++smqwflx5ZWgbQLWCdrOV2GNkuFkrghaEH0hQmRSWSYCxSRAFlwGCAQGBy1kz81lXMfeqouIBnB6sOB0DmMEDPbp08eKKctlVBscMGCAFY2sscYadZoBoxNPPNGKJ6IYk2uvvPJKnYAWfi8QI1IhkSxCUYwgbYQZ3bt3tyINnP0yERCB8hJgHDBp0iS7uOqIZCQPMjKJu4k0l9mK77Xu/eU9h4UenYdp7mM8YHuXbIIbHrSjZo1zbUNQ7zLRk92NxYkRiynWw5F04IEHGgLUCjWqAjM2wAhg4x7IffWNN94Itas2bdpYJxUL9z5l4A+FTSuJQNkI8LsYJEYMahCOIHc/dFkeeY4gUFwmAiIgAsUiwDwIY3e/s4QAmiBjHON3luSqmF2sdmu/IiACIlCrBLKJEPl/NiO40VXdxgfjrX7oRIlkHJeJgAhEJ4BPxyti5D2LSxKRqwojc1jZxIsk4JKJgAiIgAgY88ADD5iLL77YzofjV/j222+NX+RBQh0qUm211VYZQWISyQrFXwREQAREQASSIjBr1iwrWCSG4u233zazZ8+us2t8337BItV/ZSIgAtVBAL+LEy2++eabNk7yl19+idQ5fMn4deJaz549baEJb4wocTDXXXedTbwdJKqJe8xCtyexE3OaxJG7V967RXGihRLV+iIgAqUmwJjP74vP5tPBf7PFFluYjh07Zl41t1HqM5bs8SRQjMlTAsWYACtkc8QFToTofc2VhReBAVWQsokQFXBZISe/xpvJA6FXuIj41vt3LlEhE0ZOrMgDIu/dq6tWyCBk7733tiLJtBjZKI8//njrHOf7jnDRP0FWSFupuohTCDEGC0GQUQx2PCBvt912VpCoAVgUitpGBJIjQJYvN4nORDrvCcDxG9WQvUJE9x5Bhqx6CSxevHgp0SKOl0Kyw5EAAPEh1wxBldxHESbyvtRGdcPDDjss0kRs3759zdlnn20FiSxwCGNkeHaixB49ehhVLgpDTeuIQGkJfP/999aJ5BcjZhP4IOZxonx3PyzHb1ppKeloIiAClUSAOQ9vZkf3/s8//1yqGy57r1e42L59+6WSHlVS/9VWERABESgnAcaWJHtiIbmbV5SYK9EPz87uWdkJEt2rKjCU84zq2CJgDAkwnViRV3wj7u9cwX4EpDjxInNjrVu3tski+L9MBERABKqdAL53Et+yvPrqq/Z302sNGzbMCBIRJhK8JxMBERABERCBSiLAc8LEiROtWJEFH5PfSNTuFu53MhEQgeoiQDyqEy3yOnnyZPPzzz/n7eRJJ51kxowZY6ZMmZJ33XwrIPC7+eabbRzm2LFjzcCBA02uREv59lfo58R9NmnSxM5r4kMnlpx5TveqmLJCiWp9ERCBSiDAb73fF49PyJ+Mib5QzMArWmzXrl0ldFFt/B8BCRRjXgoSKMYEmLLNCUTyVkR0YsRsIixEiK5yDa8MGJ0gkWwVMhGodgIMGLyCRYR8bvnss8+ydh/nMt8RHjBL+XBXyPno0KGDDYiJmrWHY9WvXz9y/xhQUSUKUQYCDapVykRABMpHgN80N0nuhIn+ADkmsPjt4OGIwBnEF0woyURg5MiRZsiQIUuBIFjSH/COwB9hO84WFoR65cx+9vjjj5uhQ4ea33//veATSf+454cR+lO5wmXH5L7H/U8mAiKQLgLvv/++dfgwhud12rRpgQ3k3ucVIrrKiC5JSbp6pdaIgAiIQG4CjIH82R1xnGSb8+A3z5vdkWcDmQiIgAiIQF0C/K4SgOgEibzPldQNn4tffOj+VhVEXV0iUJkEGEt5xYve97/++mtgp5gfQ6joBIu8siipVWVeA2q1CIjAfwmQ1NAJEnn1J/hba621Mv4C/AZt27YVOhEQAREQARGoKgIUjXBxGLySGNNrVDhzYsVu3bpZIY9MBESgOgm88cYbdaot+mNK//GPf5jHHntsqd+JODQQJu6///6mV69ecXYTuC0iw8aNG9uYcuJAiYdxFRGJO5eJgAiIgAj8lwAJKxkDvvfee5lXf1wusfh+Hzy+I1k6CUigGPO8SKAYE2CZNie4iOBKfszcQnDRDz/8ENgiMlY4ISIPul5RYpm6oMOKQOoJ8H1CkDBr1qyMaNGJF4OqD6S+QxEaeMQRR5hhw4aF2hIBCoJElq233jrUNlpJBESgeASYCKdqHAtZaoOqJhMA4wSJBB4jxJKJgJ/At99+awYPHmxWX31106pVK+s04VqhIiITkh988IEV+rAQfMB902+sS+a27bff3i48dJfCrr32WnPZZZdFPhRtHj9+fNbtGWN7RYkIE2UiIALpIECwqBMi8hqUWGTZZZc1m2+++VJiRAKnZCIgAiJQ7QQY47kMj07AyByjvxoQ4mxvdkccJ6oeW+1Xh/onAiLgCHz11Vd1RIhOkBhUOY3kbK7KNmJvryBRiS50TYlAbREgmawTLOJTYu6Mcdc333wTCIJ5M79okeA/mQiIgAiklcDUqVNt5RcnTESk6IwxUefOnU2XLl3sqwSJaT2LapcIiIAIiECxCDDv6iqrTZgwwQasew0/O4JF/NA77rijWWWVVYrVFO1XBEQgBQSIoeE34f7777fJJIthzCssXrzYLFy4MPLuiX0hHgh/EGN5fOirrbZa5P1pQxEQARGoZQJofBAsekWLzBf7DYGiV7RIDL6S2aXjypFAMeZ5kEAxJsASbE71M78Ykb/96mqa0qhRIys+9IsQ11133RK0VIcQgdogwMPiIYccktWZXC0UyGJ5zTXX2EmxIMOp1LNnTytI5KFUJgIiUH4CZONyosSJEyfWaRATR06M6F6ZYJKJQNIEEMd6BYu8p2Kx13C6OLEi12Mx7IwzzjD33ntvrF2Tve6cc86xgWTOEC4hRHRLsdofq+HaWARqjAC/MU6E6ESJBIT6jSBxxq3t27e3ryzK7lhjF4u6KwIikJcAc45eZ8lHH3201DZUmvVneGzYsGHefWsFERABEUgzAX7/vBURef/FF18ENrlp06YZMSKiRIJ3CASSiYAIiEAuAp9//nlGrIhg0S1BCTGZt3XVFp14kWdYBS/rGhMBESgHAeJSRo8ebV5++WX76q8czVybEyTySlIwmQiIgAiIgAiIwH8JkEgaoaITLeJL9xoxVwgVWVRdUVeNCFQfgRkzZpgTTjjBkOSjFLbMMstYYSFJwxHILFq0yBB/7rV69epl/OXOb67ElKU4OzqGCIhALRP4+uuvlxItktjCb8QjEpvPwnuKR8hKT0ACxZjMJVCMCTDhzQms9FZFxCnOEmRk4W3Tpk1mwRFOZRuZCIhA8QmQdeb777+3VUu/++47+55XAqHJfsUrzmaybPtFGcVvXXJHQNxMP7AePXpkKiTiGJeJgAiUnwCT2QgSqfDGqzcLN5NOXbt2zSyMGWQiUC4CCIZee+01u/jFswS4O7Eir40bN47VTCpZHH300WbkyJGx9uM2JviLTHN8n5wokeBTmQiIQPkIIBr2ChJ5hvYbjhevEJH3a6+9dvkarSOLgAiIQIUSwDHC76w3yyNzHX5jnsArWuR3VyYCIiACaSXAfCfjyUmTJmXGlT/99NNSzW3QoEEdIaKrkChRdlrPrNolApVHgGBBr1jRvc8mkG7Xrp0dc7lFvprKO+dqsQhUCoHPPvvMihGdMNHr73Zz+syZEzC35pprVkq31E4REAEREAERKDsB5lkRKxLj8eabb9ZpD+N7J1bs1q1b2duqBoiACMQjcOWVV5qrrroq3k4K3JrkvMw1eI3Krd4kvvhvlFSkQLBaXQREQASKQGDWrFl1EgcHxT65WEUnWpRgsQgnImCXEijG5CyBYkyAMTenEhvVjnjgdBl6g3bJA6hXjMh7/cjEhK/NRaBEBBYsWGCmTZtWZ8Gp47cVV1zRkI2Gss0IA3HmkJHSiSF5RQTJ4t4jjAzKrpt013baaSdzySWXmA022CDpXWt/IiACBRJA3PXcc8+ZMWPG2Mz+XiNbv1eUyO+KTATSRoB7mBMrvvrqq1bU7zUCrHC87LHHHoYM8YUYIl2qHL/99tuFbBZq3YEDB5qTTz5ZAqdQtLSSCCRLgMySLrMsr4yv/UaQpquKiFN92mCRAAAgAElEQVRFFWySPQfamwiIgAh4CcybN6+OaJGgGr/De4011shkd8Rhwm+0TAREQATKQeC3336rI0RElPjJJ58s1ZQWLVrYamVOhMir5kLLccZ0TBEQAQhQVcUvXGTM5fcHkZyHubQtt9wyI1pca621BFEEREAEIhFgDm7EiBE2+R/JHLzGMx0JBrfbbjuzxRZbRNq/NhIBERABERABEahLAN82iajd4q2iQ5EKYrV2331306tXL4PoSCYCIlAZBIgDP/744+1zfTmMhPbMExx44IFmq622Muutt145mqFjioAIiIAIFEgAPQCxwW+99ZZ9nTJlylJ7IDaYuRmWTp06FXgErR6WgASKYUllWU8CxZgAC9wcdTNiRCdKDAqs9AsR27Zta1ZYYYUCj6TVRUAE0kzgyy+/XEq06Bdo0H6EGdtss01madq0aZ1uMVl1+OGHL5VVqxh9R+g0dOhQM2TIELP88ssX4xDapwiIQBYC77zzjhUlPvvss4bMKc5WXXXVjCCRDHrNmjUTQxGoOAJMyjrBIq+//vprpg+IjBAq9u7d21A9PJdRAWOfffYxc+fOLRqDlVZayQwYMMDeC5UVumiYtWMRsAJ8npmdKNH/3LzOOutYp4q3QqKemXXhiIAIiED5CJBcyVtlEWcJ1d69JsFi+c6PjiwCtUZgzpw5maqIrkKiX9BDBUSX3KJDhw72vZ7xau1KUX9FoPIIMGfmqlq71yC/Egl7XIVFnp35nZOJgAiIQDYCJNlFlPj888/bhNrOmGtDkOgWkuvKREAEREAEREAEiksAvxhiRaoreoVN+KgRKjqxonxixT0P2rsIxCFw+eWXm2uuuSbOLhLZlphz4lp69uyZyP60ExEQAREQgdIT+OGHHzJiRUSLfsEifi2XTArBopJuJneOJFCMyVICxZgA82zODwKCRCdK9Ga6YdMmTZpYBTMLTnDEifXq1Stuo7R3ERCBVBIgIy5OIDJSUvmJ5ZdffqnT1ubNm2fEig0aNDDnnnuu+eKLL0ran4022shcccUVpnv37iU9rg4mArVGgN8DBIkIE8la6wwn8K677mp23nln+3sgE4FqIkDlHUSKZGhmQYjvjIAqhIos3A+99sEHH5gDDjjALFy4sCQ46tevbwYNGmSOO+44Q/ZKmQiIQDwCfHdxtrLgeEVw7DXufWR33Hrrre1CdRuZCIiACIhAuglQncxld+TVL1iksg+OEuc08SdkSnfv1DoREIE0EeA3ZsKECZkqiUHPhVRGdEJE/DBUR5SJgAiIQDUQwD/kxIokueP9zz//XKdrJJ90FRa33XZbQ6K7VVZZpRq6rz6IgAhEJECCGUSJLPiinFGVFd8TS48ePVSpKSJfbSYCIiACIiACSRAgAdNLL71kFxIwOSOhvBMq8rryyisncTjtQwREICYBnscp/EDsSqmNGFKqnPPs7xIV6beh1GdBxxMBERCB4hOgwiL+MFcIwl/EgYJIzOdQhVvx/fHOhwSK8fgZCRRjAvRsvmTJkowY0YkS/U6gDTfcMCNIZDCowMrk+GtPIlCNBJxQkVcmnBYvXpyabu65557mggsuMFSwkYmACCRDgCx4rlKiN1Nto0aNrCiRpXPnzskcTHsRgQog8PLLL2fEijxkO0Oci1CR6ooEu1NN2Pt5qbqGUPGoo46yQkUqcMhEQATCE3jllVcyWWD9Wb4QJCJEdKJEPTeH56o1RUAERCCtBLyCxYkTJ5p58+bVaSpJ2xAsOtEigTYyERABEQgiQJDPq6++ahhP8uqfL2UOxV8dUUIcXUsiIAK1RGDq1KnGiRV5nT179lLdZ44ZoSKBKppvrqWrQ32tZQIErT355JNm+PDhdZJikm0fQSLBazvssEMtI1LfRUAEREAERCC1BJhbffHFF+3C3Kqz5ZZbzvTp08fstddeVrQoEwERKD2BX3/91Vx11VXmpptuMr/99ltJGkBxCZeIiNeNN97YLLPMMiU5tg4iAiIgAiKQHgIktPAKFqm46GyNNdbIzPcw57Pqqqump+EV0BIJFGOeJAkU4wHEqUPgtFv++OOPOjskE6+rkMjreuutF++A2loERKCmCSBURBQ4ffr0VHAguOfUU081Rx99tLJopuKMqBGVSuCxxx4zDz30kA2u8z4kOFGiMppU6plVu5MkMGrUqIxY0Z8EJMnjRNkXmaW5Fw4ePFgZ6KMA1DY1QYCqDmR5xXk6duxY89NPP2X6jQilS5cupmvXrvaVCjcyERABERCB6ibAnKpzmPDqdZgQWOOyO+IwIeGbTAREoHYJUF0bIaITJc6fP78ODAJwENd07NjRVkls1qxZ7cJSz0VABEQggMCiRYtsZUXEiq+//rrBz+Q1/DxOrMgriSNkIiAC1UHgxx9/tIJEhInjxo3LdGrttdfOVEokSYxMBERABERABESgcgh8+umnGX/bG2+8kWk4CZv69etnxYrEqMpEQASKT4Dn7CFDhpiZM2cW9WDMe5Lcl1e+38SnyERABERABETAT4DiasRjsfjvTTvuuKNNTkU8ctOmTQUvDwEJFGNeIhIoFg4Q8YATJPpFQmTmJSuFEyWutdZahR9AW4iACIhADgJUGZg1a5YhWzhVFam4RsB3OQ0x9hVXXGGoaCUTAREIR4DvMqLEBx980CxYsMBuRDAIme122WUX07Nnz3A70loiUGMEyDo3cuRIc9ttt9XJ9JwGDKuvvroZOnSoGTBggFl55ZXT0CS1QQTKSoCqDQgSESa+9dZbddrSunXrjCARYSJiFJkIiIAIiEDtEiCYxgkWcep7jflWHCZU9WDeVSYCIlDdBBAsewWJ06ZNq9Phxo0bW0Eiy7bbbitHanVfDuqdCIhAEQjwO4tQ0S34mLy27rrr1hEsKmClCCdBuxSBIhNgPs4JE10Vl3r16pnevXubPfbYQ5USi8xfuxcBERABERCBUhH47LPPzLPPPmuee+45450/adu2rRUqsiiRU6nOho5TSwSomkic5M0332x+//33RLtev359065dO+sTQZDI95mxvEwEREAEREAECiGAxmDMmDFWrOhNasE+iNFijqhXr14qvJYFqgSKhVxtAetKoJgf4MKFC+tUSVy8eHFmo4YNGxqyyrmFbHMyERABESgHAQLAR48ebQN4PvroI/Pdd9+VvBn777+/Oe+884zE2SVHrwNWEAEcwwgTmSh21r59e7PvvvvaZYUVVqig3qipIlAeAhdddJG55557ynPwEEflPnjCCSdYoeJKK60UYgutIgLVQ4Cx6AsvvGBFiVTHcobjhGpYbllnnXWqp9PqiQiIgAiIQKIE/vOf/9jqHjhMcJxQ9cPZ+uuvn8nuiINeJgIiUB0ESGbB956xJGJlr5H8xYkReSXRhUwEREAERCA5AlSqdWJFglX422utWrUy3bt3t6JFEkYsv/zyyR1cexIBEUiMwCeffGJ9Tw8//LChspIzgs4QJbIoqV5iuLUjERABERABEUgdAaqmO7Eisa7OqJLzl7/8xQahy0RABOIT4Lt23HHH2eISSRiCxM0228wmst9tt90MPhCZCIiACIiACCRJYNGiRRm/+6hRo4xLZsUxmPdlnMjSpEmTJA9b0fuSQDHm6ZNAMRjglClTMqJEf6UHHDFOkIhDXCYCIiACaSTw7bffmieeeMKKFnk4/umnn0rSzNVWW82ceeaZ5ogjjijJ8XQQEagEAt98802mWqI3I3W/fv3MPvvsYzP+y0RABMIR4P5G4CrVgwmYYvnyyy8NVUm9iUTC7a24azVq1MiceOKJZtCgQcU9kPYuAmUmQBA52VlZyNbqjOo2TpC4ww47KIixzOdJhxcBERCBSiXgFSvOnz8/0w2SQrjsjqpAX6lnV+2uVQJ//vmnrbTtFu8YEiadOnXKVEncZpttahWT+i0CIiACZSHA/LVXsPj9999n2kFyPUSKbmHuSyYCIlBeAkFJMTfddNOMKHGDDTYobwN1dBEQAREQAREQgZITIE4MsSILczDYhhtuaIWKLOutt17J26QDikA1EMAXnkTsB99BfOiHHnqo2XjjjasBjfogAiIgAiJQIQR+/vlng0iRZeTIkZmxIs3fcccdzd57722Iaa716r0SKMa8oCVQ/P8AP/jgA/PUU0/ZhepjzpZddlkrSNx+++3tKw9sMhEQARGoNAJvv/22GT9+vBVfz5gxo07zl1lmmToDjST6RkW4q666yvAqE4FaJUDlj1tvvdUuv/76a2bi11VLVOXlWr0y1O9iEfj9998N97tHH33UCvRdNWGCpwiYwgFDxkhvJqBitcW7X5w/W265ZSkOpWOIQMkIvPnmmxlRIhnanTVv3tyQjRWnCoHlMhEQAREQARFIksD7779vMzziMPHObTDWc9kdmcOViYAIpI8AGVqdIBHHpzeZGj4Xxo8kcCIp5Kqrrpq+DqhFIiACIlCjBCZOnGiorIh/afLkyXUodOnSxVZ5QLDYsmXLGiWkbotA6Ql89dVXtlIiFRO9cS19+/a1STH5bspEQAREQAREQAREgMS/jz/+uHnsscfMzJkzM0D22msvK1RU0jddIyJQGIE5c+aYbt26RYqxbN26tWG8jh+9adOmhR1Ya4uACIiACIhAEQj8+OOPGaEi/jtnq6yyihUqsnTt2rUIR07/LiVQjHmOal2gSICyEyV6KyWSpYJgFidKJKhZJgIiIALVQuDTTz+1zmQWBBx//PGH7RpCxRYtWpjlllvOVqRywo44/Z46dapZc8014+xC24pAxRFgotcJE8k6gpFhBGEiwRoyERCB0hB48sknrcOFICqMwPVjjjnGBml4KzByz6Nih6vIyOuSJUsSaWTDhg1t8Dz3WJkIVDqB2bNn2wrdODN574yAcgIScah06NCh0rup9ouACIiACFQIAcZYCBUROnkr1TOvy3gPp0mbNm0qpDdqpghUJ4EffvjBZusnu/gLL7xQp5Obb765oco2wsR27dpVJwD1SgREQASqjABzZmPGjLEJI3h11VjoZseOHTMV2zbaaKMq67m6IwLpIDB9+nRz1113mXvuuSfTIL5vPP+wqKppOs6TWiECIiACIiACaSRAfBj+PeZonDEfc8QRR5iDDz44jU1Wm0QglQT2339/88orrwS2jdiQxYsX1xmr77nnnoaFJL8yERABERABEUgrAbQCzzzzjHn66adtcQhnm266qfW577fffjUlsJdAMeaVWosCRSoYIUokYJkAFmcofnv16mWX7t27xySrzUVABESgMggQKPT888/bxfsAjagQQdXGG29sK78hNKRSAeLGsLbVVlvZAYtMBGqFAAN1J0wkwwiGIHHgwIGqIlUrF4H6mUoCBEzdeeedGaFikyZNzLHHHmsGDx6ctb1U9/CLFp2Akf8jcAwj5Ccw5KabbkolFzVKBMIQQKyLKJFl3LhxmU3I7IggEWGiKoSGIal1REAEREAEikmAOQvmeREszpo1K3OobbbZJpPhcbXVVitmE7RvERCB/xFgHtGJEnl1idH4eLvttrOiRBZlCtclIwIiIAKVTYBKuMy5sbz00kt15smoiLvHHnvYheQRMhEQgXgEJkyYYIYNG1bH58qcHHPP+HJlIiACIiACIiACIhCWAP5uhIos8+fPt5sxRzNgwAArVqxfv37YXWk9EahJAiNGjLDflbXWWssmSGQu9N133zUuRmzFFVe0gkSWWq06VZMXhjotAiIgAlVEgMTAxP0jWCRG0hlVuElsQfG3ajcJFGOe4VoSKOIccdUSXTUj8CEc6N27txUmLrvssjGJanMREAERqFwCDCbIloVYETGiM6oqMrjo06ePnZjiwZrgP7cwIOGB229XXHGFOeSQQyoXiFouAiEJMNHkhIlOsIRTGGHi1ltvHXIvWk0ERKDYBKgajFDRVU4nQIqKikcddVSkQ/Pdx3GDWBEB/4IFC+yrV8h40UUX2UARmQhUGgECnx555BHroHQVRZdffvmMQ0VJfSrtjKq9IiACIlA7BCZOnJhxmnz//feZjrvsjgrgrZ1rQT0tLQGXiX/48OHG63/p0qWLTWzBsvbaa5e2UTqaCIiACIhAyQi4ZBFUzHXzCBwcUfq+++5r58fkhy/Z6dCBqoQAPlsqJjLOckYgGEvLli2rpJfqhgiIgAiIgAiIQLkIkJz0/vvvN++9955tAsU9EF4hVlx//fXL1SwdVwRST4AxOrHoL774YqatJEvs16+f9aUjUpSJgAiIgAiIQDUQIDmdEyu6/rRv394cdNBBdllppZWqoZtL9UECxZintdoFivPmzTMPPvig+fe//20DhZ0hFkCQiDBxjTXWiElRm4uACIhA9RGYNm2aFSri/HJZs+glVRHd4GKZZZbJdBzRItvMmDHDvPPOOwbR4uuvv24aNGhQfXDUIxHwELj99tvN1Vdfbb799lv73x49elhhYufOncVJBEQgpQSYKEao+Pbbb9sWIr4//fTTzQEHHJDSFqtZIlAaAlS3eeCBB+wz9KRJkzIHpfIBiSpwqKy88sqlaYyOIgIiIAIiIAIxCXBfI7Mjy9ixYzN7a926tZ3XIKiXoBuZCIhAdAIff/xxJuv+zJkzMzvq1KmTFSTutttuZt11141+AG0pAiIgAiJQcQRIZklVaxbEin/++aftw6qrrpoRKhK4KRMBEchOgKTbN910k00YizVs2ND079/fLo0aNRI6ERABERABERABEUiUAEl+ESq+8sormf0OGjTIHH/88ZrXSZS0dlbJBHjWveOOO8w999xj5syZY7uy3HLLmf32288um2++eSV3T20XAREQAREQgZwE0GA99thj5tFHH83osai8TQEjxo3NmjWrKoISKMY8ndUqUHz55ZdtUCWqXWdkkXOixObNm8ckp81FQAREoHYIvPbaaxmxoqs+gLibYD6C+jbeeOPagaGeisD/CFCVg8poCHGx7bbbzgoTu3btKkYiIAIVQoAgKYSKU6ZMsS3efffdzTnnnKPs0xVy/tTM5AgQTM7zM8s333xjd0ywExUO+vbtq7Fecqi1JxEQAREQgTIRoMo188Q4TT755BPbCrIYuwRMCh4o04nRYSuWAEHzJIUkU7gzEr8wdiSxRYsWLSq2b2q4CIiACIhAcgR++OEHwz2DcZhLFMbe27ZtawM48TEhvJKJgAj8lwCJ9RAmOr8TwV18TxAmrrDCCsIkAiIgAiIgAiIgAkUlwJidRKYkfMNIWo9IkWX11Vcv6rG1cxFIKwF85wgTWRYtWmSbuckmm1g/Os+1eqZN65lTu0RABERABIpFgLEiPvcJEyZkDsH8FULFNm3aFOuwJd2vBIoxcVebQHHYsGE2o8vUqVMzZPbaay87GFQ2xpgXizYXAREQAWNsVnQGF15nMoKOww47zPTs2VOMRKDqCfz+++9WmHjLLbfYvuIgPvXUU62wSSYCIlCZBB5++GFz1VVXZSqhnn322Wbo0KGV2Rm1WgQKIEASCkS6zz77bGarrbfe2j4/9+vXr4A9aVUREAEREAERqBwCI0aMsPMa48ePzzR6hx12sE6TnXfeuXI6opaKQIkJfP311zZIDf/LvHnzMkdHkMjSo0ePErdIhxMBERABEagkAjNmzLBCRQSLCxcutE2vV6+eFV4RwKKEEZV0NtXWpAm8+uqrVphIEm5snXXWMUceeaQ59NBDkz6U9icCIiACIiACIiACeQlMmzbN/Otf/8r4D1dZZRUrUjzuuONs0jeZCNQCgfnz52eEiVRPxDp37mwrRe2yyy61gEB9FAEREAEREIGcBN5//31z7733muHDh2fWI5EpPvdK12xJoBjz4q8GgSLZF8lQQWDlggULLJH1118/Uz67cePGMSlpcxEQAREQAT+BSZMm2YA+yjY723bbbW0FOQYZMhGoRgJk/0CcOHfuXNs9rvfTTjvNLLfcctXYXfVJBGqKwH/+8x8rUuTehm2xxRa2miLVUWUiUG0ERo4caZ+fx44da7tGBlREiSxc+zIREAEREAERqAUCBMkzp8H478cff7RdRqjPc56E+rVwBaiPYQm47PmIE51tuummZv/997ffFWUJD0tS64mACIiACDgCo0aNMo888khmXoL/I3RHrIjoXSYCtUJg5syZ5rLLLssE/6+22mpWmHjUUUfZ+TqZCIiACIiACIiACJSTAHNCCBVHjx5tm7H22mubU045xRxxxBHlbJaOLQJFJUCStuuvv97cfvvtmePstNNOVpjYtWvXoh5bOxcBERABERCBSiQwZ84cK1Qkwamz3r17myFDhlRsDJoEijGvxEoWKH7xxRc2qBJxogsi6dSpkx0McmHLREAEREAEik8AQQeVp+677z7z1Vdf2QO2bdvWBvSR9VYmAtVA4NNPPzUXX3yxrSCKbbXVVrZq4pZbblkN3VMfREAEPATGjBljrrzySkNwCIaD5a9//ashM6RMBCqdwBNPPGGfn10l7AYNGthM7CxrrrlmpXdP7RcBERABERCBSAR++ukn6zRhXsMlv2vdurXN7kiQvEwEapUAz0YEob300ksZBFQZRZhI1VGZCIiACIiACMQl8MEHH1ihIsvPP/9sd4cIXpXj4pLV9pVAgDloEuZhK6ywghUlcu3Xr1+/EpqvNoqACIiACIiACNQQgVdeecXOEU2YMMH2muT1Z555punSpUsNUVBXq50AVRJvuOEGK05csmSJ7S4FGvCjb7755tXeffVPBERABERABGITWLhwofW533333Zl76YEHHmiGDh1qmjdvHnv/pdyBBIoxaVeiQPH77783N954ox0Q/vHHH5bA9ttvbweDvMpEQAREQARKT+DPP/+0wXwMMObNm2cbgCP5hBNOsIFLMhGoVAIvvPCCOfnkk82iRYuskxhh4oABAyq1O2q3CIhASALXXXedufnmm+3am2yyibn22msNyVBkIlCJBJ5//nn7/Dx58mTb/HXWWcc+P5PcZ6WVVqrELqnNIiACIiACIlAUAmR2ZG5j9uzZmXkNsjtSZVgmArVCgLEjQWevvfaa7fLKK69sDjroIDu/16JFi1rBoH6KgAiIgAiUkAAJIxAp/vvf/84kDdtggw2sWIukEcstt1wJW6NDiUBxCTzzzDO2auJHH31kD8SzxkknnWQaNWpU3ANX4N7xPeObmzJlinnjjTfs3Obnn39u3n333UxvVl11VRswTqAbSUVJMNqmTRvrz5OJgAiIgAiIgAgkS4BxDD7zTz75xO748MMPt0LFNdZYI9kDaW8iUGICzIXiS0dYge26667m6KOPNu3bty9xS9JxuOnTp9vvN0mFvPbPf/7THHDAAUVt5NixY21BDDQCzkiWd9ttt9kYB2evv/662W233eq0hcTjZ5xxRlHbp50XTuDyyy83F110UeEbZtnCPQOSgJtnwI4dO9oKbdyLlllmmcSOox2VhgBzgSRsKvVvTWl6V7tHoegRv9t33XVXBsLgwYPNiSeeWDHjRgkUY16/lSZQdMLExYsX255TKZGgSgULB18IQQOxmJeMneBde+217QCchaw46623nqlXr17cXWt7Y6zzTTdcXQqVToAqc2RBmDFjhu0KDwMIFXv16lXpXVP7a4wA4w73kLz77rvbiYz111+/ZigQGHL22WebYcOG1ekzos3OnTvXDIdydDSIfbt27eyDW8uWLcvRpJo85rRp08wll1xi3nzzTdv/q6++2gbmykSgUggQVI4zheo32IYbbmirguo6zn8Gf/zxRxvsxDP1W2+9ZT7++OM6wU9McPO73KpVK9OhQwebJZZAKD0X52erNURABESgEggMHz7cjr1xxGMEuZLdcZdddqmE5quNIhCJAEFmt9xyi5k0aZLdnvHOYYcdZhec/rKlCSTpf9l6660NFc6d34V5F+agll12WaEvAYG4QU043BFSeSuO7rTTTlbsW0vV6jWfVYKLtQYO8dRTT5l77rnHvPfee7a3+KQJYMHHJBOBSiYwf/58849//MMw5sKYTyIwq1u3bpXcraK0/bvvvjMjRowwd955ZyZpRiEHYhxLhn7GsZtttpnGU4XA07oiUEQCCk4vItwK3bXi4yrzxFFMBJEiQefY6quvbs466ywrZpKJQKURGDdunI0HISEGxnwcz59du3attK4k2t5ssWL9+/c3VIIvVtX333//3Vx66aWGMYPX/va3v5nTTjutjvgs7lxeosC0s5wEkh4DZjtYnz59zOmnn271DRIqVs5FmdR4kPEJv+nE+aArkqWDwNy5c83tt99uHnvsscy48ZxzzrEJ9dNuEijGPEOVIlB86KGHzBVXXGE+++wz2+MePXpYERdOW1l2Akk6yHNxbtu2rTnllFMMN/kVV1xRpyQGgaRuuDGaEHvTr776ymY6JfCZiQhZ7RLgemaA4bJnkdEGgReZS2QikGYCPLRQNZFrGDv++ONtMGqtmQSK5TvjCugqH/ugIxM48sADD9iPjj32WHPuueemq4FqjQj4CJDNEEEtQX0YQTk4UxAnyrITICv7hx9+aIX5zEGQob0Qo7oDjHHOeDM4FrKPcq87c+ZMWyn6/fffzzSFPuGco3qSLH0E8s37HHPMMeb8888vylzNyy+/bPr16xcIpdaum0p1hFbDHFSxv5UPP/ywndcgmBhDbMKzopLlFZu89l9KAiS1uP766w3ZqTGSERLMjYNQyRdyn4l89+G45xG/C4Ic7rfFCvyJ28Zq2T7uvbzaBIpRfTyaz6qWb0Q6+jFy5EgrVCRpENasWTMr5qKSgkwEKo0AfnOCaknCzfwKFROZf5HVJUAgIfNyxAUVOi+XjSXxCgS/8RsiE4E0EYg63kpTHwpti4LTCyVW/esnNTdZi9+nNFwd+CIRKo4ePdo2Z6+99rLJv9daa600NE9tEIGcBBhr4vu899577XqbbLKJGTJkiCFxvey/BJ5++mlbOMhrJO6lYEXr1q2LgiL9IkYAACAASURBVIn40kGDBtnq6c7wuROr4/fJxJ3LK0oHtNNAAqUaA3JwEi3yvM2cumIbKuOCTGI8SLLxiy++2Dz44IOmFJVeK4NsulpJIrqbb745M27cfvvtbdEUqp+m1SRQjHlm0i5QnDx5srnssssyznGyVSNMROQiy0+g2A5yfwsQKDJ4JzBTFo1AEjfcaEeOv9WSJUtsEDTfWSb5ay07cHyC1bsHnEkE9BGogREgf+aZZ+pBoHpPeUX3jIlUHlbJkIXonvvaHnvsUdF9itp4CRSjkou/nQK64jNMeg/33XefueCCC+xuCUzH4UIGd5kIpI3AVVddZTMXYsstt5wddx199NEad+U5UTiwqTbJM8z3338f67QiCCU7HwKtSgskl0Ax1qm3lTbJ8I+go1ROj3zzPsyjUXGACqpJGllML7zwQiuGDjIJFI3561//ahP0pNkqeQ6q1FxxaDGvQUAxhviXINfll1++1E3R8UQgMQIzZsywwsQnnnjC7pMqb1zbyngfHnG++3D4PeVec8cdd7QJB6iuKCsOgbhBTdUiUIzr49F8VnGuz1rfK4lRqM5CzABG4ArJBHv16lXraNT/CiDA7yLCRJf8juuW54jGjRtXQOtL10SSho0fP96cd955mWreSR6d2BXmMPr27atqikmC1b4iEYg73op00JRspOD0lJyIFDUj7txkLX+fUnQa7bwSPvQffvjBjnEQKe65555paqLaIgJ1CBD3gZDFJcRAyIQ4UVaXwBdffGHjDMaMGVPnA+JkipUUOUgUma1qY9y5PJ3v0hEo5RjQ9Yok9Hy3lYCxdOc56pHijAeDkhxJoBj1TJRmu+HDh9v4kgULFtgDUjSGebM0mgSKMc9KWgWKv/76q31gceXgeYAhK+J+++0Xs8e1tXmpHOReqog4GIhqYj3atRbnhhvtiPG3wmnw7rvv2oc3gjExAvclUIzPtpr2gBOO34a77rrLdqtJkybmrLPOMgceeGA1dVN9qXACzzzzjBUnMnnapk0bK07cbLPNKrxX0ZsvgWJ0dnG3VEBXXILF2X7ChAk2g8/nn39ukzFcc801pmvXrsU5mPYqAgUSGDVqlL1vTZ8+3W55wAEHWGeKnsvyg0SUxwQ1z89JGpVuOCdUIaoUk0Ax2pnyTn67854WgSI9wtlKQqkkjXvhkUceaV555ZXA3UqgKIFiktdbWvaFgP2mm26yol+sadOmNrh47733TksT1Q4RCE2ABHPM02HLLrusDTZBnLjSSiuF3odWNHb8uNtuu5UERcuWLc11111nunXrVpLj1dpB4gY1VbpAMSkfj+azau2bU9r+Evh86623mrlz59oDE/RMUpCNNtqotA3R0UQgJAHEtVyjc+bMMcsss4wNuPJXIAm5q6pe7bfffrMCTubd8yUN23rrre28PFWmScyGfffdd1bAPGnSpJxVF6mkgQBy4MCBClKt6isqvZ1LaryV3h7mb5mC0/MzqrU1osbH6fuUvitl/vz5VqTohExUQCM5gEwE0kSAODDiFB999FHbrJ49e5pTTjnFbLrppmlqZmrawm8tSZH932Wqpd54442mYcOGibYVX+tpp51m7r///jr7zebjjDuXl2jjtbOcBILGgLvuumvkee4PP/zQsLz11ltZj8vzH8kZ9913X52dlBOIOh6kW0G/AxIopvyEG2PwIRBvSUVerGPHjjauqkOHDqlqvASKMU9HGgWKY8eOtRO0H330ke3dgAEDrFigVMFdMZGmavOgH2BKbRM4E4UnTlYmd99///2cE7xU6CCjb5RjpApgGRoT54ZbhubaQwY5nSVQLNfZSP9x33nnHRsA9dprr9nGEsDLRJWqUKX/3FV7C5988kkbjIe5isC1Xg1DAsXyXfUK6Cof+3xHXrhwoQ2WQJBBlVWCJyRSzEdNnxeTAM4Ugp0efvhhexgCdHCmdO/evZiHrZp9Uzn5uOOOMxMnTszaJ4KfcE55HVQEP5GkBUHoJ598knXbSkvgI4FiYZf2H3/8YcaNG2fIwshcCVZqYV4YYQRjXOZouG8lZc8995w56KCDsu6u1ByS6lfU/VSqI7QS56CinqMkt5syZYrN7vjGG2/Y3fbu3dsm2ltnnXWSPIz2JQJFITBy5EibZI4xEMZvOfcJXb/RcCfpf2FMyXnJ5Xvp3LmzwcFOYL4sWQJx7+WVLlBMysej+axkr0vtLZgAySIIhmQ+BIESCSN4rpeJQJoIkMT3//7v/2yTttlmG/tegc9LnyHEiSSBIWA1SJxIUCn+OoSdW265palfv37W08y+iC/C13fLLbcExrIoSDVN35Laa0tS461KJqfg9Eo+e8Vpe9S5SX2finM+ktgrY6ArrrjC7oo5DO7zlZTEMwkG2kc6CSCeRZw4b9486ys799xzVSgnxKl6++23zcEHH2yopuiMeWRiZDp16hRiD+FXwed++OGHZ+at2XKrrbayCSM33HDDpXYUdy4vfMu0ZlwCQWNA4lvOOOOMWLv+5ptvDIUoiEMmxsFvmkuPhbdkG0cdD9JACRRLdpqKciDuMcSwzJgxw+4fDQEJstNiEijGPBNpEyjiHL/hhhtsrxjEnHnmmalTxcZEXtLNg36AkxCO/fLLLzYDAVkGXMU8b8eY3L399tsNwZiywgjEueEWdqTk1tbkT3Isa2lPZCQigI8MOI0aNbIDDLLsyESgHAS4lxFEjRGYd/LJJ5ejGak7pgSK5TslCugqH/uwR2bCjHsZmeEefPBBGyAhE4FSEyC5D4JZMrFjCBOpfiMLR4DfWhxQPLv6jefmY4891go9cyXeQaD28ccfW4FotuAnKlkSiJakOCxcDwtfSwLFwpgFBaKXWpgXRqCYy4FXWI//uzZzQn//+99tcEE2KzWHKP1IcptKdYRW4hxUkuct7r7I5ItQkUDatdZay2Z3TLpaadw2ansRcAQWL15sK8Y89NBD9l+bb765OfXUU22wmCw6gWL4XxijPvXUUzagLyiwgvOGGKdevXrRG64tlyIQ914ugeJ/kWo+S1+uUhEggdhVV11lhg8fbg9JTAH3ORIMyUSg3AR4Xr7ttttsM5hbIhG3bGkCVGRhfh0+QeLE/fbbzwasIuykAmUh9tVXX9mYI0QS/n0zR8Jc4MYbb1zILrWuCMQmoJgaY8XIxId4TcHpsS+tit5B1LlJfZ/SfdpJWs+8BYkD1l9/fetH2HbbbdPdaLWuqgkwx8Y8PsZcKM+OLVq0qOo+J9W5bFUNuZ8ff/zxBY/Tc7WL3wp+O7zG8wDCUlc9Pal+aT+lJVCsMaDrxWeffWarbz777LNLdYznwsMOO6y0HdbRCiIQdTzIQSRQLAh1Kldmbohk4MRdYn379rW6pDTEVkmgGPOSSYtAEUcrk48u4zyZDk888cSYvdPmxXCQe6kuWbLEPkjyA+G3/v372zLfuTLZ6QxVBwFN/lTHeSxHL8gMzkPryy+/bA8/cODApSaly9EuHbO2CJApy1V/IZCayQ3ZfwlIoKgrQQRyE2CS6+mnn7ZCewJ927RpI2QiUDICPGsRjIfh2MOZosCawvCPHj3aHHrooXUClUi2c/rpp9sAskInvT788EObZIn9eo19kkmyR48ehTWwDGtLoFgY9EoRKNKr++67LzHhFBlmeXbLVXlUAkVjq9vGzf5Z2BVZ+NpxnD6FH606tyA4nnnRF1980XbwqKOOstkeZSKQJgLeDOG0C4Hb0UcfnaYmVmxbiul/mTZtmiHRhf9+26pVK3P33Xeb1q1bVyy3NDY8rkAxjX0qpE3y8RRCS+umiQBjMOZGZs+ebZvF3AgJCGUiUA4CP//8sw3Sfe655+zhL7zwQrP//vuXoykVccypU6faxKGusrdrNPNoJBQbMGBAwXNz3o6TVOyRRx6xCd38IkUlfKiIS6TqGqnxVvEEiu5iUXB65X1tos5N6vuU/nP97bffWl8biVYxBCIkH5CJQKkJEI9OkllM8ejR6Af9Vu+888426QeJG5MwKuGdcMIJNvbGWbEqNSbRXu2jMALFFijSGp4r+Y7759IplnLjjTfaxPOydBKIOh6kNxIopvOcRmkVSTvxr3/33Xdmiy22sMnhN9pooyi7SmwbCRRjokyDQJGqRQwGeTjBuUoAjzKnxDyx/9u8mA5y10IyZVANggx0XmOQyACfHwtZdRPQ5E91n99S9O6uu+6ylQYwArevu+4606RJk1IcWseocQLcJxEn4jjmlcy2sv9PQAJFXQ0ikJ8AE6WjRo0yG2ywgc3oI4FYfmZaIx4BBFFMrjqnnjKxR+OZ7R6HyITvddSKNNkmvyslgY8EioVdT2kVKFINYNGiRWbWrFmZDiUpGMRBeMghh2T23bJlSztZ/MUXXxTleIWdlfKsXamihjhOn/KQTu9R77jjDlsJAGMu9OabbzbNmzdPb4PVspohQHZwsoRjXbt2tcKNcjv1qgl+sf0v48aNs8Jn7z0WfsXIUl5N5yVKXyr1Xh6lr0HbyMeTFEntp1wELr74Yivexvbcc09z6aWXJhYoWa4+6biVRYD5gYMPPthQMYggXRKLMfaSBRNgDgHRgsuQ79ZCnMj4FWHnsssuGxvfb7/9ZoNRGQN7TQkfYqPVDiIQ0Hir+AJFTouC0yNcnGXcJOrcpL5PZTxpBR4anxsJPDGCzpnjkIlAKQh4/ekkpCWxzS677FKKQ1fdMYKSliadnJd5uX333bdOYhEJy6rnUiqFQJEqbPfcc48ZOnRoHXBt27Y1xCVvuumm1QO0ynoSdTwIBgkUq+timDt3rk2w+v7771vtAL72cs6tSaAY8/oqt0CRC+iCCy6wvejdu7e57LLLzAorrBCzV9rcESi2g9wdJ1uGu1tvvTVTlUpnpXoJaPKnes9tKXtGBhMq11FVsWnTplakWM4BRin7rmOVh8DkyZOtw5hMTPvss09GJFue1qTzqBIopvO8qFXpI4AzhcBRBBoEVay//vrpa6RaVBUEqKKCIJFKfYyXyCZeCVX50gif6goItqZMmZJpHqKuO++802y44YaxmhxUmbFSAp8kUCzs1KdVoEhl0AYNGthJW2ft2rWzDhjuVXFsyZIl9reH+R5nPMc988wzdrLYWZKCyDjtLdW2lSpqiOP0KRXbSjrOpEmTbKDN9OnTTePGjW12R81rVNIZrK62/vDDD7aClKvuqaQWxTm/xfa/ZJuXOfDAA21gFcFAsmQIVOq9PJneGyMfT1IktZ9yEnj22WdtAsLFixeb9dZbzz4PKSFyOc9I7Ryb6nwkwMTP2b59eytOVEKI3Oef7ysVvf2VDeMmDgs6Kj7AE0880QwfPrzOxwibqXgpE4FSEdB4qzQCRQWnl+qKTuY4Uecm9X1Khn+p9kLBC5c8i8T1VEmWiUAxCTgfMP70Zs2a2QQYjNNl0Qj8/vvvNgmQS9Do9nLGGWfYOM/lllsu2o7/t1W2/VN59bDDDou1b22cDgKlECjSUzQM+Mi9CXz5/wsvvGA6d+6cDhhqxVIEoo4H2ZEEitV3QVFk5pRTTjEvvfSS7RzVevv06VOWjkqgGBN7OQWKZHklYxnG5J9fvR6za9o8yw/wTjvtZKsdrrnmmokxYvIY5fJDDz1UZ59Uw2QwKqtuApr8qe7zW8reff311/bhFZEHmTEJoFUGo1Kegdo61g477GCzKO6xxx52Qkq2NAEJFHVViEA4Ar/++qsZNGiQeeONNwy/Lf7Mz+H2orVEIDcBJmConEig3dZbb23vXYgfZNEIBE1WMi9BMGPcpEkEPlGFkSpzXhs2bJhNipBmk0CxsLOTVoEi4sBdd93VZiP2Bvv985//NAcccEBhnfSt7b9GEPaeeeaZhiBCCRR3q7g5sThOn1gXUhVvjOOEOVInCmPum8y/MhEoJYE5c+ZYceK7775r1llnHTu+6dmzZymbUDPHKrZAEZBBv9UIbqjcusEGG9QM62J3VALFn8zZZ59teGZxVgxfYrHPo/YvAp9++qm97+FjWmaZZWxilb59+wqMCBSNwC+//GLFia+99prZbLPNbAxGo0aNina8athxtuqJ+Oquvfbaosx3Mkd3yCGH1MGniizVcDVVVh8UU1MagSJXhYLTK+e7EXVuUt+nyjnHrqU8ayJwwkjm0L9//8rrhFpcEQS++OILQ2IvYsG22WYbm+BL/vT4p27s2LG2AIDX55jU/OTnn39ujjzySPPKK69kGppUUuH4PdcekiBQKoHiV199ZeO2xowZU6fZlRCjkQTnSt1H1PEg/ZVAsVLPev52e6tw33vvvWbnnXfOv1HCa0igGBNouQSK5513nlW2YmRJkXMg5onMsnkpHOQcmixUPEi6h0nXHAaPCFFXWmml4nRQe00FAU3+pOI0VFUjcCA7cQdBtHvuuWdV9U+dKT8BrrHbbrvNdOjQwQZ6yYIJSKCoK0MEwhNgMpYgCia9edYhIFgmAkkRePLJJzPXFNmhcN7J4hEImuhMMsHOTTfdZM4555w6jeS3gWxfaTYJFAs7O2kWKJ500km2QoDXCZNEVUP/dwdhL8EEVD6QQFECxcK+QdW9NpUU77//fttJZQav7nOdtt6RNGXw4MFmwYIFZvPNNzfXXHONrbwtKw6BUvhf3nrrLdOvX786AUBJVUYuDpXK3KsEihIoVuaVq1ZnI8Dzt0uqy7iM5C0yESgGAYKfCdbdeOONrTiR6p2y3ASCgpupCk3A2Y477lgUfMzZM0b2zpGQaPC6665TtcuiENdOgwgopqZ0AkUFp1fOdzBqQLq+T5Vzjr0tJU4YsRjGPThuMsXKpKBWF5PAt99+a8WJU6ZMseJEknvFTUpbzPZW0r6zJee97777Yle2Ckomgj/9b3/7W87qjMWYy/vyyy9twiMS0LzzzjuGeVlnzLVTiZOEXttvv31BiWmC7ls8Az322GMFVfZDaIf/12uFxud/8sknmeTrbj+wPu2002yip2JYqQSKQX57+hM3gW+xrot8rH/77TebhJJrEr/Pe++9Zzh/GNcP12SbNm1M165dTffu3a0Yu9BzmGRsSNRxXSHbZTvH+VgWcg3kOt8tW7Y0rVq1sgnlt9tuO/uboPtMPvrRP0d7dM8995h69erZed5u3bpF31mELSVQjADNu0k5BIpk4aQqlnvg2H333WP2QptnI1AKB7k7dtBAIongt3Ld4F2/3I2ezOfwnDRpklm0aJH9mBsNk9dUwSArIhXfsKBBZdhg10JuuPmufDIQMmB+9dVX7YCZAYvLZEJ25datW5stt9zS3ix5rV+/fr5dZj4Pame+jaNm3IXn22+/bcaPH2/74T0H9IMbPX1g/wwC3HnI156gz/398l7DS5YssW3AQYLzhOuAgR6DPALFO3XqZFZeeeUoh9U2AQTcAIOPylmqWSen+gjggCSjLcbgtWPHjtXXyYR6lFaB4h9//GF4SOZc8hDOe+5xmPchnMpBZO1affXVEyLy3924sQnVzJgAcMfmnkQmL+4JHLtBgwaZ4/rHZPmCCYPY59uGg/nvY0H3XsYHtH3kyJFLtT/Je2qi0CtkZyNGjLBiEOzll1+240OZCMQlwHf18MMPt7thgvn000+Pu0ttb4x5/PHHDWN9r4VxdoSF99xzz9mKl/x2L7/88mbdddc1ZGbfbbe6Aqaw+yvVeklOQpeqzeU8TpoFihdeeKF18jNX4yzMWCIXz6DxCYlleA4fMGCABIq+73fYeaByXsNJzkGVsx9pPbY36IZKIH/5y1/S2lS1q0oI8NzJdUYlH54FESeuuOKKVdK7dHajFP6XoPEZcx/Dhw+3/olc5m+fd46AuZWJEyfauW6eXwlu4J5OABfjVua8vfMaYc9Auf05tNPNGz3//PM2gMPv0yFhGQmGunTpkpnPjxvUFDQujOoP8bImOejChQttFnnmcj788MM6wVFcA/SHeahCz1kxfDxR57PCXF9efxfnlOQYzlfngkMIUkDcsskmm9jAhTgWZi6P/k6YMME8++yzdQLX1lhjDetz69y5s83ujB8pbnvi9KVWt6WS9Q033GC7f+6555pjjz22VlGo30UiQGIqAkSbNWtmg595leUm8Pvvv9uE1965CrbAp8J3NmlfjmsN91PmSKikQ+IH7p/8VhcavOntXSnGPGm+F5Wj/8UayxJwz9iCOBAEDYyLGYM7w/eHCJkxF2ONQvyOxRhv+b9lXN+fffaZHStyzXj9lqwbZ7yY9G9aJQen5woQL+bYr9gB0kn6A6LMMxayTTG/T6UQACT9farU/ZHc8/rrr7fPRy+88IIVVshEICkCxO/yjE7My5133mkaNmyY1K61H2OsSGTIkCF1WJC0m6RAUeegswn3HnjgAdOjR4+c3OPO5Xl3/vHHH5vLLrvMzrd6q0RmawBzszxXnHnmmaGfA4P4XXzxxYZEsGEsW/wewjSS5RCLEMaYB6btzuhLGN5h9p1tnVKNAWfPnm3jPxjTe424jSjCplJcF0HMiFFHuHv11VfbyuBhjedqYomYhwz7rFvusSB9K2Q8WEyBYqHnm7bzrMh8I9ddIdqLsOdU6xnzf//3f/YawVfFb3Qpx44SKMa8AkstUMQRwI0Vu+WWW4qWBS0mlqrZvBQOcmD9/PPPhsArBjteO+usswxL2BteqQd+uU40Tmyc15SKZUIynyG0xRHBDR4eCHFxSjgLG5hWyA03W5vICHbzzTfbhy3noM3XfibNBg4caINo11577XyrBw4M8m1UqEP+xx9/tAz5rXDZH/IdAyc8g38ylUQRKmYTKHJOCfD0X+Pe9jDgp61yQOU7S+E/pzoQGSwI6maAgVNfJgJxCTCJQTDPCSecsNTkSdx9V9v2aRMo8hCOKJHgXgT4YSzKxFCu+ytjWe4F+SaluK/y4O8eQsM4kr3HjRrQlUug6O6rVC8PMz7wjm2ijOXCnJ9qXIfsYo888oidMHWZ2quxn+pTaQgQFEGmR55NEP/wjCFLhkDQszJJTxCTpDXbfSkCf5KchOZMlTtAphgB3UFOlHxXZRLJm7IdI+hadsd78803zcEHH1xn3FJIhkD/MadPn24F0wT0Yc7pxbgoaYFiqQPQvX0th6jBz7pU350k5qDyXf+1/vmtt95qRWLYbbfdZvr27VvrSNT/IhFAqEPmeZ719ttvP0PiL1nxCZTC/0IQwqGHHmpmzZqV6VDYpAPZBIok2UMEwPxKtvmNjTbayNx9991miy22CAWyUAd+kvM1roHcw0nWyO8uAdr5DFEbvgR+mydPnrxUMpGwPh2Ok7RAkbEA556+PProo/m6Yj9Pg48n6nxWrg7Onz/f+gi4HsPMZ7Gvtm3b2ur1BOZEDZLLNZfHHOVTTz1lg9e8AoZs/cCvQUW/qH6rUBeAVgokwHiXQBaM83XYYYeJlAgkQuDhhx/OVK7gfdj7ZSIHr+CdfP755zYBG8J7r+F3qZTvZynHPGm8F5Wz/y7WJImxrBtrMSYm+Defz897vRYyji2moIo+kEAVnx99CGOFjhfD7LOQdSoxOD1KgHgSY9FCv2uchygB0kn6A6LMMxayTTG+T1HOL6yjCAAK+a5U+7o8a/Ocy3MSyV5kIpAEAZLSMHdAwiLiZZs0aZLEbrUPDwG/j5CPws5RZgMZtM+wyUuSEChyH0A4yFx62Dknb18YW/GbxrNMvvmnoDle4kCoLMv4Mp8FVT5km7CJ7FiXhDHEPyN8c0ZxHnxX66yzTr4mRP68VGPAoGqcJBohQR/js7BWyuvC3yYSjxATRJx0FON6oMomMbFhCu2UeyxIHwsZDxZDoIhPgWqmxHhG+R2gDySp4zonqY0seQKcG+biKRoS9tk3iVZIoBiTYikFik888YQVP2GIThhMyIpLoBQOcnowb948K24j467XcHD7q1Lk63E5b/Cubdxo8onRgvrBoJMJQLLvuqyJbr2wzuxCbrj+NjAJiQOeQUYYp2hQH3DKk7mQCd5cYoRiTP649tAPAikRt4YRhwb1g6ANnI6FPnAGCRQRGlxyySU5xYm0IW5WmHzfjVr93Ak9CIph8F3oOa1Vbup3MAECQRAe4CzGaSzLTSBNAsW5c+cafg+iPmgUMjEUdH8lsI37UqH3VzJPcQ/BkeStmpVvoi5qQFc2geIPP/xgJzEK5cfkBe1H3KBM7+F+MXBkMxb84osvbPAZ4wOZCEQhQIY3fje4ppicJnGKLDkC2Sbx4cyEbZp+8woNRigkSMZPNKlJ6HIHyBQzoLuSBIokJzj66KPNiy++mDnVccSS/uyeruoov1dJCRTLFYAOoHKKGrzzIaUMLoszB5XcL3L17wlxCUJFDAdKvopn1U9EPUyawJw5c2zlRMY3vXr1sqIzWWkIlML/4s9qTc+Y1yKxX4sWLXJ2NEigyO8RWbF5Xs1lYYOB0uDPoR88NxFcQ0BNIQHmbItQAn/IQQcdVAdJWJ8OGyUpUIzTF9pCkCdj1nz3m2L4eKLOZwVdi1xbJIBiPjBqcAjJty644AKz6aabFvyjkE0UQoLPKP5DGsDc3IknnhgqQKjgBmuDrAT4vcTviVGxhaoaMhGIQ4AgWubsfv31V1uds3///nF2V1Pb8tu677771rlXRwkYLQe0cox50nQvSkP/Ga8lMZaNO9Zy1x9iMPxne+65Z9a4mmKMt+KOfdmemCBiaRjzR0n6HfU7WGnB6SQ8htOIESMidTnKWLTUAdJJ+QMAFGWesZBtkv4+lVoAEOkiqtKNEMgwJp8xY4aNKXWFTqq0u+pWCQgQS0gFK+zBBx9U8YMiMWc8yPOP83W4w8RJNsLzOnHOXgu7v7gCRXyoVH+kGElcO/XUU81pp52Ws4La4sWLbQzCk08+mTlcvrgxb7uC5ojd52Fj9L/++uul/MbO17vccsvFxZB1+1KMAUl8i4iJ3wCv7bXXXjZRX9iKqqW+LrxtXbhwof0+JCHeDxvzUu6xYKFjyG+++cb+DrlimzmVNQAAIABJREFUR5z3t956q845p8CUv0AT8//E8fmNmBKSJsC9UJ+Cf1+I5ygq1apVq6J9l2p1x8y/7b333jZmd/Dgwebvf/97SVBIoBgTc6kEih999JHNDMkXmpsaF4ms+ARK4SDnnBKkNnTo0DodIqtCoRkDy3mDd43nRs9gJU4WArJqIKwjo6uzsM7sQiZg/FcQ2QYJgg9bbTDbFchkKg8TVEPIZgyEXDVBJsnI4Ow9LkIQBtFUvnPGfhnYr7766ln3y/X0+OOPGwbuUZ3Obuc77rijFUPj2Ahrfv44lSiBzn5yGdc7gR2dOnUKeyitVwABBNCIb3E83HfffQVsqVVF4P8TeOeddwyOAIyqZh07dhSePATSIlDk+0/wTqHiwKDuMTHJw2r9+vVDnf8k7ks85FLJgopDzvJNNEUN6AoSKCKsxEk6evToUH32r4TQBWFv0MN6pB3WwEY4K7lmMSqZrLXWWjXQa3UxaQL8blBBkQAHMufJkiWQzYnCUXi25TscprJ8sq2qu7dyBP4kMQkdN8gnboBM3OPnC+iuJIHiSiutZJ9lCaAOOwbJdk0zX4Nz7f7777erMD7gGZiKwUlcN+UOQI9z3SQhaoBpnDawfZTvTpw5qGL+/lXjvvkekqW1TZs2ZtSoUSUNAKxGnupTXQJu3Ij/hUzhstIRKLb/hTkJ/72c3oUNrPC3j4zYu+66qw3+y+dwZw42X5LRNPhz4EE7CBx2/oooVwDz+yQa8lpYnw7bJCVQjOufcu0vl48n6nyW/5wleW0xRrruuutMt27dCro0gkQhJCjF78fcclRDKIcfL1eC0Kj71nbZCRCMRpDjCiusYMdiUUSr4isCjoAbexFYz7y7LDyBoADksOOa8EdJfs0k70thgpddD9JyL0pL/5MYy3711Ve2yk2ce7n3CmPMxRiUihlBVoyYmqTGi8ztkbSEOIxSJeurpOD0pHzT+INJXLXNNtvk/XEqR4B0EvO6rmNR5hkL2SbJ71M5BAB5L4AaW4HYHcZUGM9YzFXIRCAKgQULFlg/1bfffmvOPPNMe1+TFY/A2LFjbXJz77wisbXMX4aNwXKtQ2iEYM+bZD1fHJW3Z3EEisxfMccTFIPBGInYQhKrkCQOXyux0egfmE8gHj4oNjuMIIykSRS98RqCut69e+c8adnmiN1G+CmJV6etueztt9+25887B0qMfM+ePYt30RhjE6nRPq8VMu+ar3G//fabFSEGJeQrZB6uXNcF/UO8Tx+IZ/Saux4pjsBcVqNGjezH9JlYtOeee84K7Pxx9l4/fi5+5R4L0rZCxoP+vgT9DuAjc2OMfNcOmgeSPfsLc1Fxk30whqcyr3te+vLLLw0aDZi/9tprS+0+6u9hvnbqc2PPkUsQRgxrPt9VEswkUIxJsVQCRcoYc4PWRG3ME1bg5sV2kNOcbKI4boo4/XKJ0bzdKecN3rUjlyObyUUyUe+yyy72pkMmMSpZjBkzxt4kKcPtjBs8JZK5ITkLO6iKesNlMhUlv78ykms3ASo4Yt1AlOwBEyZMMFQ2Dcr4VUj57iCnM0IyJmPXXHPNgq7aZ555xlaoChrId+3a1ey3335WOOkGW/lu+ogpyBLSuHHjUO3w8+c49M89WNEvBvVkPMAY6LENgxAG04U+bIVqlFayAR44qJgoJICm0MqsQigCECDb9h133GEYk/CbLMtPIA0CRQT/Q4YMsb+3fgu6N3N/o+oMkyjc34IC7vgdJ3t6mN/sXOJ/JqXI0NKlSxfToEED8/PPP5spU6aYxx57bKlj+wPd8k2sRQ3o8t/HOE7Tpk3r3OvdgzSBWc2bN7djGu6nCBgJmvaOaRzzQsYF+a+s2ljj+OOPtxWrVEWxNs530r287LLL7BiW3znG6/zGyJInMHnyZEPl9aBnDxKuULly//33N+3bt7dBjKW0cgX+xJ2ELneATFLHzxXQTVUe9wxNtjbGKN5Jf7YlSY43+ziJbBD35XMMRbnGguZ9vFUSg6oTFDIx79rE+IDvCxP1mHdsEPe6SfJ6jxKAngZRQ1LXbqHBZVHnoKJcq9rG2HsKzyp8l5hDkolAEgS4lgh25P7DczC/A7LSESi2/wX/w1FHHWU4jteY42JskU/g5G+f329BYgaSieI7YLxLoA3XEfd2AmaYy8hmafDn0LZcAShuTI+vyvl08s1/ePsb1qfDNkkIFHONSegLvhHmohC7M65081AERgUl3MSHgbM+TALHpHw8UeezvNxzXVus55+PI0iMSrIEkft9dW6/YQSb/mvd//2BI3NqVEP27he/IYFcBAnhJ2JukrYwxxYUqEIWbQJwW7duXbofKx3JEiBYle8Kc6IEEslEIAoBxBH4F0hqRQWLUs8XRWlzWrb55ZdfbJZ7xhheK0XFjjgMyjnmScO9KE39jzuWZdxInEFQIHquAFSq6OXyOYYNQk1ivMWYkzEqScP85saLBLjjG2Rc8v/YOw+oK6qrDR9FFFSKCKKoNFFBFAQFFQSU2Bv2FluMvfeWmGKJGk1RY40txhor9qiggiU27IIooCgiImKJxqDRfz0n/9zMN8zc6Xfm3vvute4i8Zs55Z0zc/bZe797Rwlcxg+Bnhl2tkjzHjn31ktwejXftLNWsI12797dTi0s9ipqNZUiAqTT2nXd6yKJnTHJPfSZ5n0qigCQxTvUaG0QUwhBiHfEG+vYaHPVfPJDgFgMbB/YCohTluSLAMQ2bInESzuStCK6H1mOhE4UP1liiSVCJ5KUoFgtIQA6EWvK2eP9BoH9DiIZ680djxYl8bufzzbKeciv+qJ7bMRS802lCEs18RIk11tvPRtHid0sT8lTBwx6HsyHJCL4xKs9T2feRa4LxvDee+9ZgrWbKIdOz9mF51RNV+e8gs3LW7QgyvtUtC7I3JPqg9ybhqDIM+ed8MYQH3vssdb3Us3XRuLl6667zn6v3N8BFTnK80ti7PeK7wnk8QcffDDfzozhvVsk905SdFDqwTGvWhAUcbRAOKJyCIztqIS1FLjr1v9HIE8HOU4/SKd8oL0VjaIoXO6HVPQG74wFQgHVMrxkBhwNp556amAFDRQdlDwCiYMyD0d1ZifdcDms77XXXi3WPgG1bIJdu3YNfCd4jjhUCWrwBuZGyZJMw2mMP+6BvfXWW+awww5bKCMByhaZ5sl44w7ydN9bbT1CbCGDcpTDix/+Tj8cQCAb+LWDU0VOqHw/vaxxlD/wJyNPjx498u1QrTcUAnwjCPrg0E6VVpwHknAEiiYoBmUvRM/gcM3+HEQyRLcg+Bdnox8R/6KLLrJk1WpniSDyP4HvZHciaYHfvuT0jbM9qGphrQiK7qeMc5Iq0ZAWgnBDjyG7GQGuXomqF4SvrOa4Aj2ZjG98e5JWr2wOpDRLLwKc4SA/IxhYqlU1F3rpEKgWzOz9fm6++eZmk002sQbgbt265ZpVusjAnzRG6KIDZIoI6PYLRHeTA9Ot0Gh3hxEU582bZzP/QZp3JMkYvVUOTjrpJGvra9WqVaoKikUHoJeB1FDku5PUBhVtdeoqLwJvvvlmZY/HKUqVZIkQSIMAgSB77LGHbQLb9IgRI9I0p3sTIJCn/yVIt4nj5PYbnzPNn/70p9Z34OdoJwkDAc1BNpOy+HOYC+dtiN9ev0xYQFGWPh3GkZagCKbXX3+99U95hfec7OpBwTTVfCNUaeLesKo4Wfl40hIUq62t0aNHW2LLgAEDAtcmzxW9lSBXb+ZwvpEELXKeiyLV3h/eG+yS+J4gKflJUKAK12JXxNdU8hiHKDDV1TWsDwjLBH0dffTR9jwjEQJxESDwmYo/fFv33XffuLc39fVBQbWXX355RactG0BF6zxF70Vlnn8SXZYEAgT9uivGsKdTpWS//fYLjSUheQiVcbwkd/RzEkYQJFlN0upb1WxY6JDsbUF6CePC50nVV2/VcQLSSawwaNCg3F/BeghOD/JNgxMxR+gSQXFHvDMkskXH8CaZCUvwX1SAdBp/gHfBJLEzJrmHftO8T0URAHJ/weq0A855s2bNsmQfqpVJhEAcBHifnSrGxPwSgyPJF4Gg/Yq4LOwcUQWyOJXt3Ikco1Z8c/pISlAMSghHbDj6FEVpwgRb3G233WYgF7ptkmGJ3/0InsQfYK+CWxEk3iSy3oIrYEdCjSFDhgS2wTixE7orifPMsLXlHfOcpQ6IDkByCEh5JA0KqmgZl79Q5LrgocGrcXw9zkOME6PnF3cfFpdIP0XrgowhqT7IvWkIin42CqryoZNE4TgFnc+iJpcM+87o7/4IUHWb/Z+4XxID5ykiKKZEtxYERQwZbK6Qtzh0S2qHQJYOcj6oKCqQ2J577rnAMrXMLg4hjOuL3uAZg58CyH+PqnxWM9DSTp4ERb+Mg2QYuuaaayKRuILGHjVoMY3xx3kbcNZSzeriiy9u8YIQCEwmiKiZOgj2Yv25s0nEOcAEERRxMnEwilJtq3ZvePP1BEERoiKkIvYUiRCIigAHbDKc8G288cYbo97W9NcVSVBkb8Ix7Q0UYT/AgUYwb5QgHoKRIJiTMMMtUQ7iBIaxp7iFNcS+FOZo5J4gJxZ/C+s/aUBX0D4GbpdeeqkNWA3DjWAdcPdiVivjVCO9eGTQ//DDD61xUiSzRnqy+c4FPQeCK9kHMWpL8kWAbx7EbL/M2UE9c77A4UV1daq8U8EkK8N90YE/SY3QRQfIFBXQXQ8ERT9nYZge4l37XqcV7wDOXsfxm3TdlCEAvWhSQ9HvThqnT75f58ZtnTMGpIRaZXdsXCQ1MxDA+fbkk0/ahG8ET0hqj0CW/hf36DlHEthDoLBXotrsuS8oqB2bO3b4aokNq6FZBn8O4yMYhURMN998c4vhQhzD1xBmy8/Kp0PnaQmKfkGytBvVP8W1fA/IjO1ORBm1Wl8WPh7GkNSe5TzAoLVFMk72z2pB904bPFeSc2AL9iblxEbI95IkG2ES9P6gC//+97+33+CghJpO2+h6JAEjAadbxowZY4Nd2rdvHzYM/T1jBBxyCs1SrSEqYTXjYai5OkXA8TP17NnT/P3vf6/TWRQ3bMhRkMrc1VYYDfs4Fd/KKEXrPEXvRWWdfxJdllgUiIj4Hd0C4ZBEk2HJHJx75syZY/2G3m8ASYh23XXXqss4rb710ksv2cQcbv0GvQSf6Z577hlpDuBAlRDm7ZaoVSDTvqdlD04P8k3H8Q2DEec54lqouusWzmD4f/ykqADppHZdvzkksTMmuYe+07xPRREA0r4/jXo/+hXnNM6uXh2hUeeseWWHAIk0sZ2R+JeYTkltEJg8ebJN1gIhypE4pB7u8YvTjttGEoJiEMEySVxwkM2n2n4PMRMbEXYlR6Iku/DulyTXcAo0OO1QFRu7cZB4SY5cV6uzmJ8OmOdqjasjF70uwMJb3TKuLz9oDmHPuGhdkLkn1Qe5Nw1BkXMVNopnn322shyjcjycG/xs+rL75vl2/3e9kDimb9++lqScp4igmBLdvAmKTvVESIpu9n3KYev2iAhUy6oWsYnYl6GwYdCiSk8UKcMGzzj9KhCSlYBMq+3atYsyFVMtsCzq5pVkw/UzVsUJVGByn332mTW+goMjUct4pzH+OH35lW1H0YJkiSEijkyYMMEceOCBLbLfRTWq+uEfh+AYZ5y6Nj4CKMVOhYFJkyaFlqaP34PuaFQEyLb29NNP24N+3tkzGgnDIgmKQYkDolQ+9D6DIKJgtWzlfvsi+wEGTjL5RZVq1YGvu+46QzVGP0ka0BVEUIwTgMV40CF5b9zZvnD6krkrSqagqPg0+nUYAS+77DLrmL7wwgsbfbqaXwYIOFVwllpqKeuIU7BiBqBGaILADIjEZDPzVtmIcLutOkNGRBIyjRw50iy33HKhZPCgdosO/ElqhC46QKaogO56ICiy1vzO21ECp5x1Subv3XbbrXLG9joJk66bogPQy0BqKPrdSWKDivJd1DXVEaASO+u/Ftkd9SwaFwECYglEILPyE088YVq3bt24ky3xzLIiKGIDQA8l+d5DDz1kk0P66aXYyakO179//0ioBPmHqgXKhDVcFn8O42TtE4zttl3ErZKXhU+HsaQlKPolyUrin4LY6k2+EhagxPiz8PEEtRMnoMYPh7jPlHEEkU/jJPYMen/i+t78dGUSFfAu9+7dO+yV099zQICKAffdd5+tggmZWSIEoiLAnkPwE99aVfiJitr/rvP7HvJX9FonAVL8VvO7oww6T5F7UZnnn0SX9Vt/SXQMVhx7+DHHHNNi8eGDC0s2mEbfCiJYYs8mKUNUgiWD9ktSWqt4mLIHp/vZmCENYEfF7h9H8A9TsfP111+v3FatqlJRAdJJ7bp+WCSxMya5J+35pSgCQJz102zXUqF6xowZNikiSUElQiAqApATPv/8c0sI79OnT9TbdF1KBNAlIOK7iwOwX950001mnXXWidS6X5x2tfgtv0aTEBTnzZtnDjroIJvYypE01aT9dAeSbGGbQ7/yEz+ifDXbnR+pEayxI7sTYmHjAMM2bdr49uvdc+PYyCI91CoX1VIHJAYP8hK+7LDEYs6Qy7AuvBjFfaeYC+/EySefbFZaaSUzcOBA06tXL3vWrlYYqGhdkHEn1QedORPL6JaoMRB+cyf53xlnnBFYMd27zDnjcSZD98d3g60XrhTfwqCq62nfJ91vjONnv+eee6pWjk2LlQiKKRHMm6DIAZuXj4oEfPQltUWglgRFlCqnykeQguU3+zJs8EGKM+S44cOHx3poZMNCkZ04cWKL+/IkKPo5v+NmFcHIjHI8btw4q5xwiKMSCEpK2PNMY0wFJPrmG+HNIkt2Gzb9sEpP3gfkZ6BdZZVVLKkkLHjDT+Gh4tFVV10lMlysNyG/izHuY1wgO+Fpp52WX0dquWEQIAvQJptsYrOmk/UkqwpHDQNQlYkUSVD0M8rE3dvcU/OrjlPNEeQX5BY3AMnZ4wiuOuqoo1ogHRaclSVBMawvvyUwe/ZsG6RD9n1HqBTGftipU6dmWP6ZzPHdd981GEPQZcgk16FDh0zaVSONiwAGa74/VHSgEo6ktghAFqFK9913390iyDnuKHCmkvyFs2RUw7ezZ+Ac5+zollplbaTPJEboMgTIFBXQXS8ERb/EC3H0Gm/QhtdJmGTdsN6KDkAvmtRQhncnjdMn7rdR1/8PgVtvvdVWbujXr5/hnCIRAkkQIDECNg4yhZPlVVIMArX2vxCssvPOO0e2l/uNL6qdPAjRMvhzGBvBOfgPCN5wS5KA9bQ+HfpPQ1D0S0CZNEjcL4s95wnOOW3btg18UdL6eJyGk9qzuN8PB/77DTfckMi/HJSMIuoa8Xt/vJXEo3x5vNXIuSeJrS5KX7omGgL4C3bccUd7sRJhRsNMV/030S/6O4IOpiR+8VdFvREUy6DzFLkXlXX+SXVZP59j3CB4Z9UnCYbn3jT6lt/7QxwPwbfdu3eP/UL6JTMjBoPg2iiVpmN3+P83lD043c9ORkwKQe5xA4yDSL74HjbeeOOFICwqQDqpXddvDSSxMya5J+37VBQBIOl70wz38UyuvvpqG3P6q1/9qhmmrDlmgICT9Jf41rFjx2bQopqIg4AfwRA9AuJiWJyvn28MYg+FkJwzV5SxJNHJnn/+eZtw2J3sLGrRE78xJYlR9ktKUM1n69XLHZsSezjJzRypFt/sp4fG8RNHeR7VrqmFDkgxJZJDEGPTuXPnWEMuw7q48847F6qAufXWW9uY+m7dusWaT5yLi9YFGWtSfZB701RQxM4Dz4OkSY5g+6XCKcVP4sT5xMFc16ZHgLO8E4t76qmnpm8woAURFFNCmydBkUxAMFX5QOZdSjMlDA17e60c5BAGTjzxRDNgwIBQJdMLdhk2eL+NNiybRdCiCTI05UlQ/Oabb2wQK6QBt5Cp7fDDD49tLIv7QqQxptKX32af5ODhHrffQShKpmA/hScsw0hcvHR9OgReeOEFw+FwtdVWswH8EiEQhgDvNUQP9ioObpLoCBRFUPTLAMWoowYQ+c3QLxgoKKgoiDgf5DQKQ9Qva1ZYIFLSgC6/fSxKIJp3Dn54Kbt72JP2/zs6JdWRMChtsMEGyRrRXU2BgDvQiTOSqicW99jnzp1rE2JAIKECc1KBqEg1BvTWKFKGwJ8kRuiiA2SKDOiuF4Kin50iTBdx1qyX3OiXsTHJuik6AL0MpIai3x2ecRqnT5Tvmq4JRoBAQqqjYdeIuk8ITyHgIPDBBx/YrKBkQ+asIUdpcWujVv4X7BfnnHOOrRYYpzqK3/hIonPllVcmJlaUwZ/DE/fzKSTN/B1kB4rq02E8aQiKkKX23ntvM23atMpiTpqkC3sOTvmPPvrI+uucRJQEeFX7VqT18TgDT2rP4n4/HKolF4vy5uObJvDMLVEDsPzeH8ZD4GycQCc/OyfvNHZGvuWSYhDAd0rFBILkeP8kQiAMAcfPRNAn3wFJfASyJigGtRdnZNX2hDLoPEXuRWWdf1Jd9p133rFnJyp0vfLKK4YzFQkcklTvnDp1qq1mj+7iSBS9MY2+5RewTLKaU045JRGh0C+ZWS2Sdpc5ON0v5ipp0hBnXcQhghYVIJ3Erhv0nU1iZ0xyD/1n/T7VggAQZ39qtmudGDCKKaTxyTUbbs0+X8hw6OUUvqCasKS2CGB3glQMUdSRqDYcv+RacauW0WcSgqJfJewo8cTV0PVr8+abbzZbbbWV721+e9h6661n17NfpbuXX37Z7LbbbtbWh4wZM8b86U9/MhAd3fbEarYmP1Jk1CpzWaysvHRAqiWOGjXKbLbZZrYCb7t27RINtwzrwu+9YDLMkXMrtmJ4OHF8A1HAKFoXZIxJ9cGg70DUtR0UK0C7JIkEd+zrituKspJqew36Is8n70TAIiimfK55EhQvvfRSG4zHywpjVVJ7BPJykJNxgM0dxZINns0vLPtF0OzLsMH7ZUz7zW9+Y8l9ScTPYBvFKJlmw/WrPEB7VDuCYIdxleeW9DlVwyGN8Yd2/RzPSQmizjj92uR5km2pWvU0P4UHoicZ4yTlQQDHPQGtzzzzjOnZs2d5BqaRlBIBSIlUiD300EPNMcccU8oxlnVQRREU/ZwwSbOiurH1Vv/hb37GJr+A+WoGobDn5+fUCiMFJA3o8tvHouog7nkk7T8Mi2b8O1niSJzAWsNwKBECQQjcfvvttkK0Ap3Ks0YIVP74448NgQS8xxMnTrTG/jiCI4Fg8m222Sb0LFaGwJ8kRuiiA2SKDOiuF4Iia9YvICaKgd57n+P4chvjk6ybogPQy0BqKPrdSWODivMd1LX+CBBEeNddd9nqBEntj8K2eREgmzRriODciy66qHmBKMHM8/K/uKdG0ovTTjstUXJIv/GlTcZXBn8O+PgFhidJ0ORg/dRTTy0UOBTHnpKGoOjnn4qadT6r1yCtj8cZRxp7kp9ulLaSj18AVtTge7/3Jyq50ftc/AKxyM6dhBSR1TNv9nZuu+02q4fh42ZflQiBMASOOOIIc8cdd9hK6CRRlcRHoN4IimXQeYrci8o6/7S6bPyVu/AdfjatKHpjUn0rKKlr0qSqzMivTZKSkbCPZKV5SZmD02fPnm3jqp588snK9KPqjUF4+bXpZ1t1nolfhXj+lmeAdBK7btB8kwSXJ7mH/pO+T9xbFAEgr/eqUdolBhXyDe8gcSESIRCGAN9GbDnoLBCTJLVFwI/YE5XY7xfjXI3QFzSzuATFIJ3qiiuusLaBpEL8wD777NPi9rC4c7/9L0i38+rljs3w888/X6j6WxDZ0mt7DItXS4pF0H1+OiCYDx8+vGpXb731VmB8BpUSKVaBDptGyrIuqMYJ14bCDUFC3MmIESMsWXHQoEGma9euqZNXFq0LMtek+iD3pqmgyP0ksYHoWy0GiDMBhdrgylB0qW3btmmWnO7NAAHiuEjMiMyaNSv1exA0JBEUUz6sPAmKEIzIAk3JU7LNSGqPgN8HmI/kDjvsUPVDiTOVzKKvvvrqQoNmkzvjjDOsYSptduaybPB+hIU0Bj0/p2cUo2SaDXfmzJnmwAMPtJtukMDoJ3Blk002MWussUZm7P40xh/G6pfFlpLbJ598clUyYbU3as6cOVYJffbZZyuXBRn73O2kUXhq/4Y3b48824ceesicf/75Zq+99mpeIDTzSAgcddRRhoADkiVgpJJER6AoguL06dNtphMyQTkC4Z5KwZ06dYo+Ac+VfsFmfoFOfvt4WuK8V9cIM/gkDejKah9L2n/ih9PAN1544YWGxC3HH3+8gawoEQJBCJBl8J577rEBcsreX8518v333xvOGRgqx40bZ+0dGG3DBIcMDgH0kGoJY8oQ+BPXCF2GAJkiA7rriaDol4AhLMDar/Kin1Mt7rrhnSk6AL1oUkMZ3p00Nqiw757+Ho4ApATOqiRCwQYpEQJxECDg4ZFHHrFJEHbcccc4t+rajBHIi6BIZmTsIPhxqAqYNDNy3ECdMHjK4s9hnGkJhd65+ukzUX06tJWGoOjnn+JsUMv3O62Px8EzjT0JX/Kvf/3rFo8mSkKNauuW8eBnchPQoiZBy/L9EUEx7OtS+7/PnTvXJohq1aqVDULKI7lr7WelHvNEQAHQ6dH187vQKnadsMBUv97zrKBYFp2nqL2oEeefZgVjHyMAfMqUKWbChAmG8zzVvtwSRW9Mqm9RIRv/0i233FLpskuXLrbKzlprrZV4ajfddJNh3G5JQg6IM4AyB6f7EU9JFsOYk1bj+frrry3GbrtPtYS4RQRIJ7HrBj3zJD7qJPfQf9L3iXuLIgDEeVea8VrivkjiSTLXJHpBM2LW7HMmfpkKyffff7/p06dPs8NRyPzjVAp2Bujnq4xaedE7ybi6clD8Wx7gkVyQX5CtwU/v8EtW5jdmJ6bdT2f3S+bhdx1Jdyj2sOSSS+Yx/YXa9NMBo+jPNPTdd9+SwbdrAAAgAElEQVRZkiJ8hUmTJrVom2I9Z511ltlll13MEksskWguZVoXEDIhXnrPGkETc3wIEBYHDx6c6HkWrQsyt6T6IPemJSiyvqhISgGjKELcDwnnqJAKyXbFFVdMzaGJ0q+uWRgB9AAn2TwF1vIQERRToponQRHlgY8mQZaQ4iS1R8DvAxw1wB9D23vvvWfI0oQhyisoNKeeeqrp3Llz4omVYYP3U8KqlbyOMlm/TPxRlaqkGy7Pi4M61cEwUkYRh92PYY3DWtJAhzTGnyAlI8r4417DNwlDbbU164d/3obYuPPQ9cY4ZA+IHhjkJUKgGgLbb7+9JSsTiKKs1PHWSlEERb+A8bAA+igz8zPy+LXrd13arKzeIHwRFKM8sca4hszaVLvAKKbqJo3xTPOaBYZDjI0EBqyzzjp5daN2M0TAISyS0RVnwOOPPx54FiOj3V//+lebzc5PyhL4E9cIXYYAmSIDuuuJoMi6i5swYd68eTb75qOPPmqXbVAwd9x1Q1tFB6AXTWoow7sTZI9JSwTI8DPb0E198MEHlny00kor2eAbiRCIgwCOz9dee81W8eFsKSkOgaQJIr0jxh9BQAFJmXr06GEDYLMgy/iNLyyDdzU0y+DPccbnZ8e//PLLzR577JFoQfjpdVF9OnSYlKCIXwcfHD+31Lq6XlofjzP2pATFvHAIOmdFwTduoFu1hSeCYqLXMvebCHz+5JNPbBKitBn3cx+sOigcAXzq06ZNs2Q6VfVJ9jj89kpaSnoGzZOgWBadp6i9qMzzT6PLVlu56CJffvmlmT9/viWuk0iVWCn2CAKh+e/VJIremFTfCnp3kr2J1e9Ko09HGU+Zg9PzSj7jxaV///7muuuuM6utttpCkBURIJ3Erhv0rJPEuiW5h/6Tvk/O2IsgAER5R5r5GuK+7rvvPksS2GmnnZoZCs09IgLY0fCz4FtPSiSP2JUuC0AAIj5xmzfeeGPlChKtXXPNNda+6Sd+pEaKDRx++OGxbaFxdWU/cmReDzcsvs1vLH6FV7xJXryJDrxxaH7Vn6lOS6Js4hgcCaq0mBceaXRAZ0zo45DI3EnInL85yeKTEC7LtC6YD5Weif+vVqTI7znhXyA2noR3+I+ifheL1gWZS1J9kHvTEhRpg+QVl112mS2UE5V34TwD9iLiksGdin5pC37l9Q42Yrvoi6+//rq10wXFYKWdtwiKKRHMk6DIwRpjydNPP22WXXbZlCPV7UkQSENQdPrDCEKQLGRE7wd49OjRNptCUkN8GTb4pA7Tas/Dr80oRsm0Gy4BsgSmnHjiiaFGUu/4CZiF2c9mGTcrc1rjj19AaZL1HnZPGBkkCP8ozuqwvvX3bBHgcEtmlH333Xeh4I1se1JrjYAAWWJmz55txo8fbzOXSKIjUBRB0U9/CTPgRJlV1IN1XENWlL69bYbtSUn1kzQHd/c8kvYfBYtmuwaCNBVOVB2n2Z58/PkOGTLEQFaACIRuLqk/BDDwQ0LkfOMXtFItG2FZAn+i7pXO0yk6QCavQOaoq6/eCIpUp95tt90Ma9WRaoGA6C8Ydx1bUFBF6bjrJq/nFicAvWhSQ9HvjvP8s9Ido74zuu5/CCxYsMBWOmjdurWZOXOmoBECsRAYMGCAofITmYOXW265WPfq4mwRyML/ku2IWraWhYPe3WIZ/Dl57WF+c4vq02FMSQmKRdnevOsurY/HaS+pPSlPHJKSA7O0DyYdQ57fB7VtbJXaN9980zz00ENm4MCBgkQIVEWAWAgCcAmoJfBPEh+BoG89QabHHXdc7AbnzJlj4yI4W0WRWbNmmSuvvLLFpUF+p7LoPEXtRWWef1JCq3eNEFdDRUTIMCSf492OG4zqbjOK3phU3wqqPhpl3ce9Jso84rbpvr7MwekEtiZNdhIXk2rxR7UOkI5r16021yR2xiT3MIak75N7/LUmAMRdJ812Pd8HCg7wHTriiCOabfqabwIEKMTx1VdfST9PgF2Wt1x//fXmyCOPbNHkDTfcYEjM7BV8g8SZU/HOkaDEqFHGGFdXrqVfLkp8mzde2g+Lxx57zJKfHPH6ab3J9/2K8nh9vWkwj/Jc/K7JQgekXfT1X/ziF3a/8Mqhhx5q/xaXpFi2dcG8sD1QUId58ozjCrFGxx57rKE6cVhlyaJ1QeaWVB/k3qz8H3yfwJpECffee2+isyHfPdagXyKSuM9Q14cjsPPOO9tErpzp8yoAIIJi+HOoekWeBEVIABh2eHGTVmZLOb2mvz0rBznP8bbbbrPGYa9hjmpUfJhhg8eVMmzwSR2m1eZaFEHRGROBTZdeeqm55ZZbYhMVaWPYsGHmV7/6lRk6dGik7CRpjT9+SmjctRTl+jAySJDCI4JiFHRrew2KBdlPyB5DJj+JEKiGABUpCFZGKV188cUFVgwE8gwOqjYMERT9HStJ97EkDts89KMYS6+hLiXT7pZbbml69uxpnnnmmYaamyaTLQLdu3c33377rfarbGEtpLVXXnnFnHTSSQtltqMiQ1CFzLIE/sQ1QhcdIFOUruIsrHojKPqtsyAnmZ+j8OKLL7ake6/EXTd5Preowd9pnB1+H5a4pIai3x1nDlnjUMhHt447JYHFZ599Zvf+zp071/FMNPRaI9CtWzfDdxpSRatWrWrdvfpzIZCV/yUvULNy0FfTffIae1ggT9Z7WBqfDhiIoPjflZDUnlQG/dC7luMGulV7F6LqqHm9T2rXH4EDDjjAkv0JnqSytUQIVEOAADOqq1H9vH379gIrIQK///3vza9//esWd5OM9rzzzjNt27ZN2Gq02+L4ncoQw8KsitqLyjz/JP4u9woh7mnChAl2zZFoP4lg43Un/6KNKMS+pDE1WVQLjTrPKPOI2pbfdWUOTvc7X6SZa7V7w+KPahkgHdeuW21eSc5oSe4JOnegz1111VWmU6dOkR9dLQkAkQfVpBeec845troogf2QTCRCIAwBp8L5gw8+aHr37h12uf6eEwJUnN5///1tJUtHgmx6fpX8qiX3DRtyXF25LDquMy8vcZD/7tV1vecnbzVxP9+kuzoiOgVESHQ8R4KS0YbhnebvWemAjOHjjz+2FQbvv//+hYbEWROSexyuStnWhXtSFJZ69dVXze23327uueceW+k9jkQhbRatCzKfpPog92bt/6BNkoOOGzfOxvU88cQTcSC3HJoLL7zQDB8+PNZ9ujg+AiNHjjQkrmL/yatgjQiK8Z9LizvyJCiuvfbadgHwkmKkkdQegSwd5Gx4EBHJYueVrbfe2qDcxM3YXIYNPqnDtNrTTOPMTrPheseEowTnGtXmKNMdJ+vbMsssY373u9/ZioqLLLJI1cWb1JjqNCqCYu2/DfXeI+XaOXThQD7zzDPrfToaf84IbLDBBubdd981MkzFBzrP4KBqo4njKI4zq6gH67iGrChjUAXFKCg15jU4uw888EDD4fjWW29tzElqVpkg0L9/fxvUSmDEsssum0mbaqQ4BN566y3rkHn99ddbDMLrOHD+WIazMWOJulc64y46QKYoXaXacwsLps96VcbVm6699lrruHEkKAGC11G4+uqrG85h/fr1W2gKcddNns8tavB3lrYXAIlrByr63XEeYtY4ZL2+G7099n7srZxXw7KYNjoWml88BAYPHmxmz55t7b0rrLBCvJt1daYIZOl/yXRg/99Y1g76suisTC/rPYy9/OSTT7b6jiNxArRFUPwvakn9bWXQD73vYJb2wag6ah7fAbUZjMB2221nOLs/8sgjhnORRAhUQwDbLuc4EqgmSdosdP+LgF+FMhK3UBmCKg95Shz7SVl0nqL2ojLPPw1BESISVXuIgYkjxM2MGjXKbLTRRmaTTTaxgcEkpXRLFL0xaUxNWWxIcTALurbMwellIii68cs7QDquXbfaOkhyRktyT9C5IwlB0ZlPLQgAWbxDjdwGPgvieSjGQKVziRAIQ2CnnXayPnWIrcSESYpBgGIBVESESOdIkD/R7ywQVG0xymzi6spJbVZRxpLkmnnz5pmDDjrIPProo5XbDz/8cFtUhuILxHlTvIMCNQjVEakgTzEhRyAgnnvuufbniNtP7UdgDIpVSDKHqPdkqQPS50svvWT23nvvhQh7YASHgcpqYfHuztjLti6CMCXRyqxZs+x6wS8EJ2f+/Pmhj+CMM86wpM2gRJdF64JMIKk+yL1Z+z+8gHKGnDRpkiUsgj2E0TBZd911zZVXXmmoVirJD4G+ffvaRK4ffPBBbolcRVBM+fzyJChuuummNhjvzjvvNARcSGqPQNYOcrJ6H3300ebuu+9eaDIOUShOmeQybPDffPONzRJBJiW3hGWtqvY0wQkFkjYciWKUTLvhVhvTggULbEZ2NksUlCeffDJ0QeIIABe3Yut3U1JjqtNWGiUjdBIxL/AbS5q1ELN7XR4RARwHKHKnnnqqOeqooyLepcuaFYHddtvNZsPEaYUTWRIdgTyDg6qNYurUqWa//fazVbgdySLYn+zG22+/fQvCvl+7Ua+LjqSx+jB9ORJWDTGpjpTVnpq0/ziYNMu1ZFUiU9dee+1lzj///GaZtuaZAAGcp1TBueuuu8waa6yRoAXdEgWBr776ypKFIYNwPuI8iEEWPSHLAH+/jISMj3Pz2Wefbdq0adNiuGUJ/IlrhC46QKYoXcV5ePVWQZFxo1/htJk2bVplDfpVRsRusOeee1b0pmpZTOOumzyfW9Tg76x0JgfEuKSGot+dMtpjonzDG+kanM/Dhg2zWd3d555GmqPmkh8CBMO+/PLL1nE7cODA/DpSy6EIZO1/Ce0w5gVZO+jLZCvw28vdGcJjQuVbATGqT4e+khIU/QK5aK/WPom0Ph63ToTNnqQYUW1gXOcXUJUFDmn8f3ED3aqtuag6atx1q+vTIYDvk2Augou6dOmSrjHd3fAI7LrrrjYpMEQ6qrVIkiHgV2GFlm6++Waz1VZbJWs04l1xCIpl0XmK2ovKPP+kBEUCS08//fSFYoLcy4eA5gEDBphevXoZksJgo+/Tp489t7ursCR9Lkn1raR6ZsRXo6aXlTk4PelzrSWAeQRIx7XrVptvEntrknsYQ9L3KcrzyosAEKXvZr4GX8SLL75oYypENmvmlRB97tgeICdCvDnyyCOj36grM0fA60+kA6/f8d///retkHr55ZdX+if5wxVXXJG48FHcvdvPRoT+Rxz8kCFDMsclrEE/myDJMIiHJZm1d4/mHEoctzeewUv8dF/n9QlTZIo4CQpP1VKy1gGxI1JVEHK7t2AP5DDI7hBlo0jZ1kWUMXMNyRU+/PBDS9S+9957A4sXVUtATDtZ6oLeJMm0H+X8llQfpP2s/R9h+EP6JaYLsiLfDvDzk5NOOsmccsopuRHnwsbZ6H9/9tlnzT777GNWW2212FUu42AjgmIctHyuzZOgePDBB9vSsrD699hjj5Qj1e1JEMjDQU42ycMOO6xFaW7GliQDQVk2eD8lKI0hnAzWBJ66SYBRndlpNtw4awSDDc+SjAooKe5S6+52opRST2v88ZI26J9Knccdd1ycKWVyrQiKmcCYeyOQfFCwObiOGTMm9/7UQX0jcOKJJxqyLvFdwbApiY5AnsHj1UYxffp0S+Yj4NKRNFkPnTb8MnL57c9+B3C+NVSSbt++fXQAXVdGrVbk3JLUAZyVHpG0/0TgNPhN6JkErpx22mkyjjf4s047Pfaoxx57zFx22WVm9OjRaZvT/QEI+GUKzMsY70d433fffc15551n2rZt22KEZfnuxjVCFx0gU3RAdz0SFL0ZN1mI3nM/uJJtkz3MkWoOhLjrpgwB6EWTGop+d5znmpXuqE0nPgIk9SPLMwGPJBOTCIE4CDh+F4I6+IZLikMgD/9LlrPJ2kFfFn8OGPnNDac/v6gZst1Yp/Hp0E6avZ0s8yQ2cgt2pB133DHL5VC1rbQ+nrT2LO73wyFKEEu1ifmd/8KShjntxQ10qzYOERRrtpQjdwRJarPNNrO+7aBgosiN6cKmQIBkqbfddputtrv//vs3xZzzmKRfYDL9HHLIIYbKDnlWlo9DUCyLzlPUXlTm+SfVDag2w3vsDWAm0T4JU7fZZhuz3HLLtSAiBr0DSZ9LUn3LLzk6QeXoi717987jVc2tzTIHp/vZ8oOSDeYGUMyGswiQjmvXrTbEJEHpSW2TSd+nmBDby7MiACTpu5nucZKHPPPMM6Znz57NNHXNNSEC2NRJEM1eTtyppDgE0FUgihJ/7Mjuu+9uq1Zz5kb89pu0BJ4kOtkll1xi43bcQuxpUdwGbwybO2bB+7cgvcSLrbvSondv3nbbbW3cW8eOHWu6YLLWARl8tQQkxGPg545aaKls6yLJw/nyyy/t+YA4FO+Zp5qd2c8mnqSARJDvP8r5Lak+CE5Z+z/iYE9Si1deecXaMsaPH9/i1s0339ySjWv9rsUZfz1fyzq/5pprLI+JRER5iQiKKZHNk6B44403mhNOOMEa+MmKIKk9Ank4yKtlIMCxx4sfNQMBiJRhg/cjyKUpZw2hgopdH330UeWhl42g6F6NPFOccWeeeabNLuGWKMbNtMYfP7yCAnfzfotEUMwb4fTt47wieyFCRoplllkmfaNqoaERQAfhm/7Tn/7UYOCQREegKIKiX/DQKqusYv76178mrsrNXnfBBReYs846qwUAftn1/Zx96623niWZUV04rlDFmIQd6DyOhAVDJSWqpDm4u+eVtP+42DTD9Ti9qXwA6YwKnhIhEITAH/7wB0sG4hyBEUuSDwJBFTSiGEfjjsjP2eJ1yDhtliXwJ25AQhkCZIoM6K5HgiJrzuuQ8mZP9DojwvSWuOuGMRQdgF40qaEM7w7PISvdMe73Udf/N4MwjmDHUSpMhEAcBHh3jz76aDNy5EibgVZSHAJ5+F+ynE0eDvoy+HPAaOrUqTaY3F2FNkjXjoJpGp8O7achKGadwJEAJnStrl272iqrVAEi2LOaTSutj8fBOI09yS+xGEksf/7znyfONu2npwZlnPeukySBbkFrTQTFKG9hba+5/vrrzdlnn21tddjsJEIgDIGxY8daEt3QoUOtn0KSHAEClwkmdwuBuMSYDB8+PHnDIXfGISjSVBl0niL3orLOP4kN1y9onmfMeZwkEXFjDZ566qmFKn5GiQVKqm/5+RgZP7pTnu9MHi9jmYPT33//fRtLQDUOR6jshG+4c+fOecCRaZtJA6SLDkpPaptM+j5lAXpSAkAWfTdqG3xXSQDRr1+/hQL8G3XOmlc2CKy66qqWiPPwww+bHj16ZNOoWkmEgNfv6E0OzBncXemSv990001mnXXWSdQfNyXRlUkW7Y3ZiVK8JWiQxKGhN1NJzbHDMbdhw4bZStxh4qd/EMOGzdMb3+YX20b7fvF1XIudlEqjPBtHsIMcfvjhiZK7hc2l2t/z0AHpb9q0aeaggw7yLcwDOWzXXXeNNNei1wW6xWuvvWbjoCdPnmz/ZQ0QNxRHSKpAfCzkYLdUO6uksWm7+/BLkMzfo5zfkuqDQd+BKH2iO7N+pkyZYjGHaIhceOGFsXV//BOQOikW5UhYbEWc56prF0Zgiy22MDNmzMi98rYIiilXX54ExZkzZxqCuWHlU+kqz4xnKWFo2NvzcpBz2CdDMxu5V+JmICh6g2f83nLW/Lc0zmy/zFBRjJL0G3fDRdGlXDOZ19ksX331VTNv3jxz/vnn2xK2cYR2UNomTpzY4jaC6nFgB0la44+f0SusvHTYvF588UVbxhtj4VprrWUPARxq+LVu3TrwdhEUw5At/u8PPvigfbZDhgyxVXolQiAMAcdxrIQJYUgt/PeiCIpB1ZAI4qVEexLxc0C6M0e52wzqH6PSxhtvHLt7v30u7DCaNKArrh4RZ28PG3NsYJrkBioeoGvef//9ZvDgwU0ya00zCQIYHdmr0FsnTJiQpAndExEBvwCbNM6HoG79zpnVMs6VIfAnLtGsDAEyRQZ01ytBEdsBthu3odytZ3ntNGGVDOKuG96ZogPQiyY1lOHdSWKDiviZ1WUREKB6Ira8G264wVAtXiIE4iDA/kN2cIQqD+3bt49zu67NEIG8/C9ZDTEPgmIZ/Dng4xd8k8an4A2Uoo+oPh2uTRPM4UeOHDNmjCWyx32//RJ0Yf/CpoU9PY4diP3pqquuMp06dYq8JJPas+jA7/xEUPgVV1xhCO5KIn4kmKhZwJMEugWNUQTFJE8v33sgIDz55JP2PUMvkwiBMAT4vhFgShAbfnQqrUmSIRBEFqNqCfEN7dq1S9ZwyF1xCYpl0HmK3IvKOv8owabepeCna6XxdyWNBUoTU+PXZ5qqQySEJrEq2Kywwgr2fNm9e3dLeOzWrVsu7yCNljk43S+oGj0a8sSoUaMSYUKSeKp6LLbYYnYPgTzD2iP2yl3Rp8gA6TTnGDcoSYPSk/q1k75PRRIAEi2iJrmJBNMkgCDpL2QaiRCIisCxxx5rbrnlFktCoiiHpDgE/PyOTnEYKt1R5IhiR45k4ZdPoiv7EQLTkCWDYq2jxpb57WcQCEnYxY94R8RL+HQ/aT9bILYvYsAhhb7wwgv28qD4uFqsmrx0QMYeVCk9TqGloteF33klzDcf9Nz8znFxCYpJCjj4fQMYY5TzW1J9kPaT+j/8/PRJvwV+enCa82Yt3sl67uOuu+4yp5xyiundu7chyUWeIoJiSnTzJCgyNFjcBFeefPLJNtuJpLYI5OkgzyoDQdEbPE/Eb5NIuuEEGdWjOrOTbLh+gawEOFGWO44EETLyJigGBeYlzdoRlA0iSrZdERTjrJhiriWrJsFXGKlwIkuEQBgCc+bMMVSDRZ544onEAS1h/TTi34siKIKlX9A6+xpBIx07dowN9/jx483ee+9t93xHqmVM9zu0JzUA+AVDhR1GkwZ0JdEj/MBM2n/sB9PgN0yaNMkQWNGlSxebREIiBMIQIABg+vTpNgCTQExJPgiQzGTPPfdsUfGe8x8GUioRZSV+3+Rf/vKX1qHgJ2UI/ElCNCs6QKbIgO56JSj6OQOdQO3FF1/cnrWouuNImH0hybopOgC9DKSGot8dnm9WumNW381maYekBDvvvLNZaqmlzDvvvNMs09Y8M0YAojnZwTmnEowjKQaBPP0vWcwoqYO+Wt9l8OcwPidDOX4XtyTxKaT16dB/msBeEk4SNPToo49WppLUP/XRRx+Zgw8+2Dz++OOVtqJUDEwa4OtdK2nsSX76Ge2H6aJB65Xg4xNPPNHcfPPNLS4JyjjvbSdJoFvQWERQzOKLll0bPFv2UYgBL730UmwicHYjUUv1hgDn5oceeshWdsXXIEmOAMn82Pvc/hpao5rdEUccYck8WUtcgmIZdJ4i96Kyzj9KgKt37fglN2MfOO+880zbtm1jLTU/mxoNRIkFSqNv+dk/1113XVt5NEnFKL8qH6ussoolCDnJcGIBE/Hisgen+8VdJfUNc14hCQqEK7f4JcovMkDa7xxTy6D0pLbJpO9TkQSAiK9JU142evRoM2vWLHPfffelqqbWlOA1+aTxTTl+XQockLhKUgwCJD+g2M3ll19eGYCTfIv325s0NYlOl4Xdhtjoc8891yZNcAtVFamcFicWjfhk4tfw/bslbrIt716IHQ971mmnnWaTeSGbbLKJLSS07LLL+j5gb4wBeznxdZxdHQlrI8+Vk6cOWK3Q0gEHHGDJy+7EEH7zLHpd+Nlz+Z7hR46rm/vpVtVsoeAHt+cvf/lLBZq4STp4F/7whz/Y+AKvRHnXk+qD9JXG/+GXsPD444+3714cm4SfbT+KPT7Pd66R2956662tb51KocR85SkiKKZEN2+CIkZajLUrrriiyrCnfFZJbs/bQR6UgQBj2KWXXhpJ8S96g3dw9dtw4laDxMjEholB3StRjJLck2TDhXDDx9ZtxE+SZdDPiBPFEJnU+OPGyG8OK6+8sjWCDho0KNbyJ+sphkIM545EVZxEUIwFdc0vJusBZHcqY1Jae9FFF635GNRhfSJAYA4GKYL2+D5IoiFQJEHR7wDOqC+66CJbRXGRRRaJNgljzMcff2wrr+L0dku17KJ+/Schr0CQJSsVZH+3iKAY+fHV9YUYYW+99VabIfX000+v67lo8LVBACM2AbVUtiAIU5IPAgQgH3300baKiFswZmGgzSILvl8fYWeSMgT+JCGaFR0gU2RAd70SFFn3XhuIo5uwTnHYcK5GogQ7JVk3RQegl4HUUPS7k9QGlc+XublaZQ/CZo79kABciRBIggB2/x122MG0bt3aJmMKCk5I0rbuiY5A3v6X6CPxvzKNgz6o77L4cxifX2bmuMEb6AS33367tRt5SRJRfTqMJQ1BMUgvieufCtrbo1TXycLHQ/9pCIp+Oir/bcSIETYIK041n6DnGqfKZpGkkLTvvu6vjsCBBx5okysTdEQVB4kQiIoAPiZ8TdiNIIK3atUq6q26zoNAEIkcmwQJk3bZZZdMfcDz58+3wZJUBnZLtaq6ZdB5ityLyjr/KAGu3hfOL/4jakVlb1t+yVC5Jkqi7DT6VhAxEv8jvqclllgi8neGtrjH+z5kUckobBBlD073O1/wXUIXxXcQR9566y3rG3SqFjn3XnzxxdbP7ZWiAqSLDkpPEh8XdO6IUgG+SAJAnPXTTNdCtIYwPnjw4IViOZoJB801OQJU3bzuuuvMdtttZ6txS4pDwEuSc2KOSRyMzuJIFL9jlFkk1ZX9EjXQH2c94nvY+8Okmj0xbkybN6Er/XMegpzmCFUVqX5Nklk/IQE2+i1+R4Q2SMQxd+7cyuVR7INh80769zx1QMYUpHeBA7EfJAwNizEscl0Enb0o3HLGGWdEWpPg4BcbGVY5068CJ21F5R5UexdoJ8r5Lak+SPt+3wGnemvYevXT/eErwHvBHh22Zmg/aP5Jz5thY272v8MlwY8nhnAAACAASURBVLazxhprmHHjxuUOhwiKKSHOm6DI8DbffHNbMQRFg4xnktohkLeDPMh4xQyjZiDg2iI3eOdpBBEhombqY7OZOHGiNTK5iXFO+1Gd2Uk2XL+xJzHg+xH7omTP8DOmxs2qFeSIWH/99a2i2K9fv0gvTpDCGVVpEkExEsyFXURGOTLakikmqPJMYYNTx6VGgAzkZLTt1auXDQSVREOgSIIi+yrZtSjL7pZlllnGZkHZcccdIx0GcTyTscqd7Yf2ogSs+TmD4iRhILANA9bVV1+9EOAiKEZbg/V81TfffGOGDh1qyBaHMbZv3771PB2NvUYIfP/99zY7KPo9Wfq22GKLGvXcfN0EZWonQ+I555wTK/jVi15QxsSwSsBlCPxJQjQrOkCmyIDueiYo+hndcRJQ9Zf3wJEwpxfXJVk33Oena9UyAL1oUkPR7w7PIIkNqvl2jGxnTGAaQX8EM+OY79q1a7YdqLWmQgD7OzoNdk8CFCS1RyBv/0vaGeVBUGRMZfDnMA7O22TBJsjXLfgksR0RUBAmfj4R556oPh2uT0NQDNKn+O9R/VNc6+cbiVqJMQsfD2NIS1CcOXOmgTzG2nUL+imBhlGSyXA+wBZMojqvry5OFuykgW5+a04VFMPexNr9/d5777WkxPbt25tJkybZitYSIRAHgZ122sk8/fTTlth+6KGHxrlV13oQqBZESlIX4orCKl2EgYqtFUIy+ynvvFfCggaL1nmK3ovKOP8oAa7e50wC5K222qrFf05if3rzzTdtzJuXcEbDYWspSE+KE1PjR44kJoi4Cb5HUUiKQXZr2iHYkypmeUrZg9PBh4BmzhJuWXXVVW3M0vDhwyP5poMS51Zbd0UFSBcdlJ7UNpn0/FIkASDPd6te28aXTqUx4jkgKm655Zb1OhWNu0AEPvjgA0skYT0Rm4PtXVIMAn7xyyRmptKVm2yXFVEuqa7MXkDSaNaLV4jNoHragAEDAvd87JG33XabrU7I98stxAKgM1B4I6oQV4a96pZbbgm8JUwHDmsjLIly1LEmvS5vHbBaUSFi/Eg2AWG2mhS9LoLOXpAriXns3r171fFTPIE17V1HUaqD+hUWorMw0i5+bpKekGjAm/jPGWzY2uW6pPog9/p9B6ImJQ/S/fEpkNAF7KqdsbA3kMiKb4G3kFKSBCdJ369muQ8OGuRthMr3xA3nLSIopkS4FgRFAnKdUppkIl1rrbVSjlq3R0WgFg5yjMdUNHv99ddbDAvFhowQGOrDpOgN3hlfUEXIo446ylbYCFIeUTypvoEz3I+cSPtRndlJNlyULAL7GKdbeAaUYCZYpZoBn/ufffZZq+x6nyNlzak2Vi0jgJ/xJ04GCmfMrFfG6sUQgx/zINtN0KbPHMgCApHF67xGaUAZguwYJiIohiFU3N8vu+wye4hjPaAYR8lSUdxo1XMZERg2bJiZMWOGzc4ycuTIMg6xdGMqkqAIGEEOnCj7G/sChxMcSX6kVLIM4eCuluX4k08+sYEGBK64BXIhGVlGjRoVmMWXgCqc3ui+fiKCYumWe+YDwvCDoQiDOPqFRAhERQC9FYNXnz59zF133RWYCS9qe7rOHwEMppwdvAR2riZTKwZc3t/FFlssFoTsHZBLOQt7z2ZRDJFFB/4kJZoVHSDjN27wzzug2y8QfcyYMdaxRcBrLcTP7hMlKMqPHEdCjzZt2lh92ZGbb755oSAu77ySrpuiA9DLQGoo+t1JYoOqxbpu5D722msv8/zzz1sbHtmdJUIgDQKceSFiITj52YMktUWgFv6XNDPKi6BYFn8O2ASRG/AF4NtYe+21fe3IBBBg78Gngy7jJ1F9OtyblqAYlKiLtsP8U8wFeznBEF7/TtSqOln5eNISFKtl3SZgHjJ2tSAxdFyC3iAzeoPEogYkOWshaaCb31oSQTHNlyy7ewlcJbiIhKnYhiHDSoRAXASonEhyCPzuZGvv1KlT3CZ0vQuBaokC0tjn2BuJfSBozevfcT+AMPtJ0TpP0XtRGecfJcDV+5IRe0L1EdaEW/DfkJgrjNjHenrkkUdsvE+Q3hi2lug3rb7F/dissTF7he8SwfTVApfRk7BZYrv2BhAfdNBBdm+k0k6eUg/B6dOmTTPg4SWikkAXMijPulrs1bvvvmv1cu+3Jyx+rsgA6SKD0pPaJtO8T0USAPJ8v+qxbfxo7NXEXFQj5tTj3DTm2iJw66232rgehNhfYnEktUfAL6Esz+Lzzz+vxAJHTaQVZfRpdOVqRXnoG6LiDjvsYAYNGmQTuyKzZs0ynF9I6sBe4pU48cnee/kWosv5iVOJsn///lVhqdbGhhtuaGOnV1hhhSjQZn5N3jogA64W+xFV1y1yXVQ7e6GHYs+iWjR20Xbt2tlnhH1rypQp9qxCbKLXFsqapDAEz7+afPbZZ5YbAf/BK6w74gewy/IucDaCdEyffHvdcf68M/x/tx4d5fyWVB9krEExIoybxAcOViQaGTJkyELzC9L9uZA4Y0jH3EdBlEUXXdTOn/gGCuyAOQmsvBKnsFfmL1sDNwghkW/vvvvua/0+tRARFFOiXAuCIkPkAE71GKqIsElLaoNALRzkWWQgcJQEAnFRhvykFopfNaMeG/Zuu+1mNt10UxsszIZDGWwUz6DNxj2PqM7spBtuEImCMbDhoqSwaa622mqVIFsUZz7aBD77kTeiZhOgDz9FEiMbz80hJROgCYZBGUnDSj4zj1133dVmJnM2fRQtiIk33XRTYFW0KCQU51mJoFibb1PcXqgq4BDd2UOo7CkRAnERgOBK1ha+bb///e/j3t6U1wcRFDm8r7jiiplgsvjii9tkBkGVQ9in6M8bYEXnfnsz+wJBmhyc2dv8svTEOQwGkefp39FNNthgA3uoxXnEOB944AHfw78bMBEUM1k+pW7EqfqLc8XJ4lPqAWtwpUKA4PLnnnvOfh8hWkvyQSAomNnpjfMTyXg4A3bs2DFwEI4hkrMEiWP8ktZENXwXHfiTlGhWdIBMUQHdfoHoUY39Wa3qpARF+veefznDE4iErQOJ6rBKum7KEIBeNKmh6HcnqQ0qq/XbbO1ccMEFlgCMQxnnXd6Bf82Gb7POF58LvhfsrZyDwzLpNitOec27Fv6XNGPPi6DImIoM2HBjEuZTwC+CTwKiIokYsBs988wzVg+CWFJNovp0aCMtQTEMU8cGtvHGG1d8PGG+EUia7DtRvwtZ+HjSEhTBgSQS2HGDzsJeexznMZLSUR2J5xoUJBYlIMe9HtIEunnXlQiKab5k2d0LIZFKagQX+ZE7sutJLTU6Avvtt5/5+9//bu1FkH0kyRFgH7/zzjttEmVvMKXbPsdeTmIO/EjEaPgJbZH0kuTpJCTzCxR03xeWzMC5tkidpwx7UdnmHyXA1bs+giqmcR3EPpJB9O3bd6G19cUXX1hSI/FLfrE07n4IksQHHXbOT6tvBSV2ZSxObA76rxO47OhJvBdBduu4SRySv/H+MUVxdO4ofWcRnF6NPO2nl1O1iwqbxI1BTPTzTUfxDxQVIF1kUHoa22TS96lIAkCUNdws1/CeQR5HeHeIA5QIgTQIUPiCvY44HCpydujQIU1zujchAthkIDOxp/lJlkle0+rKxFqjh2RBkEY/+MMf/mDjWZMU3GAuxIX46RBRMUPfQw/0k+OOO876EKol8E/4yCPdVguCIgMJSkKAnhwlkTRtFLkuws5ekcD+/4uY8znnnGPjraMk5K6m/0bpl7VHcnDeKbfNPcr5LY0+yJmN4hRjx46tOkzszCSn8ZO0c3e3id2Caux8EyTZIcD3i8q18FAefvjh7BoOaUkExZRQ14qguGDBAsuiRvmAKV0rBmtKeOr+9lo5yHGEki2KzPpeiZqhtegN3hk3Rj3m4pcRIMqCYHMhIJ0MrW6JalhLs+GGBdhGGb9zDYZINksc91EEMgYG3Gqy3nrrWaJytQ0YcgcHRSpdBJV+jjIe5xqy0ZPhIcwY7FwvgmIcdGtz7ezZs62y/OGHHxqcfijPEiGQBAFI2Tgc+c4QGEoggqQ6AkEExSxxCyPq0RcBRnzLgzKTxhkPTkL2GDIMRZEoDvKwdnCeO9WWnWvD5p00oCuNHuGeR9L+w7Bolr/jsEYXROeBZCYRAnERmDx5stlss83snkWyDb4jknwQiLrHUMWbwA6SpjjGe4cUz/PyIyU6I46T+IV7wozPeSbvSUo0Y9xFB8hUwy2vgO4gXcnJZNizZ0+7DFZaaSWz3Xbb5VIRNQ1BMSiroLN2TzrpJOtMCHNYpVk3RQegl4HUUOS7k5XumM8XurFahZCIkwzBiRKWsbSxZq/Z5I3AoYceam3Z/fr1s5XDop538x5XM7RfK/9LUizzJCgypiIDNtyYcG4igSG+gKQ+BXRsqqu5E2RF9ekwliwIilliGte/Q99Z+Hiysieh23MWvuyyy5Iu/8p9SYPE0ga6uQcugmLqx5i6AapkEXRItQD0smWXXTZ1m2qgeRHA14Tdjm//scceaw455JDmBSODmXMuJ4AR+0OYD4hvOjqvu2oEcUhUL3jttdeq2uecoRKoefDBBxuCdPnfUaQonacse1GZ5h8lwNXvmVYjfnE9Zyj8dq1bt7a3Y+v1W49cR4Um7MHuYHaqmeAXCquqmoW+xVxOOOEEM378+CjLt+o1SXTGNJ3WS3A636X77rvPni+q2f2jYhHHN11UgHTafpMGpaexTaZ5n8J8MFGfLdfFJQDEabtRr4UUSxUcdCpI4rxrEiGQBQJbbbWV1QupdkV8aliV5Cz6VBstEeD7ip5y4403+kJz8cUXm3322ScT2LLQlbEjUuDgiiuuSGxTJA4RHWfgwIGJ5zVv3jybuP/RRx9dqA3OSfzCiI9BVcNpkJh+3o+ipFY6IDocRGX2Fq/ESeRW5Logcc9ZZ50VWOQpyjPk3EwbxCYEJfjxtpNG/4UrcfbZZ9u+KBhRS4Ii86ByLs+8ml8AcuKvfvUr31iNODaJaviDA/bsoAIdUZ6drlkYAdYW7zVndYioVLatlYigmBLpWhEUGeYrr7xiWfpkD+KF99sIUk5Ht3sQqKWDPIsMBAy/yA3egQ8jKxtS3GqfBK1CvsUAARveLVGd2WkMMM57RhAhzz6pQCYmwxvVFqNKtQqOThuUaae0cxjpkUxuZBY788wzQx0RQePDOEzmAyouRskC4bQjgmLUJ16763784x/b0t8Y9m+44YbadayeGhIBCNB8jwlAuP/++xW0F/KUy0JQZJhTp041VFoOy1JabV8gAQGVsKKS1p22nIM4xMYwB7m3fw7fZP/F4EKgqCMiKDbkJ8ZOasqUKYYsZgiG7yINfY2LcnPMDMM9Bnzk0ksvtbqQJB8EsFWkPUMFjcwxyHbu3DnW4IsK/ElDNGOCRQfIZIVbnOCcSy65xJx22mlVn2/U7JaxFsn/X5yGoFhN18OuQaD/qFGjQoeVdt0UHYBeBlJDUe9OWhtU6OLQBRaBF1980WYEd9452cS1MLJGgO8oCS2wn7GHcfZcfPHFs+5G7fkgUEv/S5IHkDdBkTGVwZ/DONL4FIKCaaP6dOg/K4JiFphCtsS3Ese/Q79Z+HiyIigyHhJZEHxAEEJQVa2w9wIsyLBMduW4kkWgm9OnCIpx0c/2evDHRkegFD5KJYrIFt9mbe3BBx+0vgYEUtKIESOaFYrM5g1Jgf3LLyF2Vp2QuBQ/EQTHsABfb59F6Dxl2ovKMv+kBEWe58svv2z9dZybkgh6BTZA1g8VcvAZOrLKKqvY2CKS21WTLPQt2p8zZ459X+LGM7nHxvtAYuhaVveop+B0fMMkIIUQMGnSpCRLxsaNQWglYVVU33RRAdJFBaWnsU2mfZ+KIgAkWkwNdhO2UapRb7TRRrnu+w0Gm6YTAQH2R/yyxGugn6OnS2qPADG/e+2110IdY7cmZq9Hjx6ZDCorXZk9kLj3P/3pT4GVkP0GjA5F4sCf/OQnZskll0w1J6r7QiiDLOmVqOTCIJ9vlIIyqQYf4eZa6YAMJatCS0WuC+zcEyZMsPH7Tz/9dASE/3sJ8fIkxjjwwANt8uQkMnPmTBtzH+VcDleC6rUQISGE+9nHo5zf0uiDzBE/P/EarLMgkmKUWA10S+Ky+E7FsUUPGzbM6vzoNSLGJ1l1wfdQYIvqpwi8gVrHzImgmPJ51pKgyFDJYOOUaCcrGdnJJPkhUEsHeVYZCECjyA3eeRo4P1GYUfxQQsOE6oEYJLt3727JgUURFBknQSkEopBdNk5GLwymGMdwyCdRnAlK5P5q5MioSjPzYNP/y1/+YucSdR4Y+Rg/yg/PIq6IoBgXsfyu5/B12GGHmccff9ysvvrqNgNChw4d8utQLTcNAmRjIksyhw8OJ5JgBMpEUGSU7M0Yq3H8RXUGcQDHCMn3JMm+4EaHgzgGACpThGXkdx/EMR6Q+U8ExeZ42zD4oAvtvffe+sY0xyPPdZYkTSFjHwEzGMIwbknyQQAjI1kb4xocg0aDU4Is+jhgkhoiiwj8SUs0A4+iA2TS4hY3oDssAzuY5On8SUNQZGx+Z2D+O0Z0vj8kGgqTLNZN0QHoRZMainp30jp9wtaG/m7Mm2++aQOX2WdIonXhhRcKFiGQCwJUY4WkSAAO5HLWWtQAyFwG1CSN1tL/kgTSWhAUGVcZ/DkOPthu0OtJtBBmu8FmBEmBQCISq3ozPBdFUGQu6CbPPvusDa7ATxVFsEXhcyXhXxL/Dn2k9fFkSVBM8kydezg7EySGny7peSyNn8/7vERQjLKC87nmoosusu8Rct111y3ku82nV7XaLAiQtBidq2PHjoagO0hLknQIJA3EDOsVIhYJ1LHPRK0g4ddmrXWesu1FZZh/lADXausBuyXJD6iyEaYruvUKb8CpX+W2qBWB0upbzrh4X5566ikbTB8nuSsxQcTq8V4k1ZPC3rmgv9djcDqxV8Q4kewgStyYM/c0hGjaKCpAutZB6Wltk2nfp6T7ThYEgKTvUb3fB+mBOEAwJO6jliTpesdO44+GwLvvvmvjg9577z0zcuRIG/fbrl27aDfrqkwQmD17trWxUZ3XLegfJJFq1apVJv1kqSs7A5o7d655/vnnbQU4fDuvvvpqRWd0qrkPHjzYEmDXWWedTO3vjz32mI15dktY4nsvkH5JdatVjsvkQURopJY6IMOhkirxWt54c+LKSfBB8Z44UtS6QE8hDuGZZ56xMWgUdmB9OuJUgadqLMQt1mZSm7AbD859H374oT1jUNXztddeq2CJ3WPo0KFm6623NhtssEGLd6AogiJjZ8zgc9ttt9lYczdO/J1kZZDWV1hhhdBHD8mV+7HNE5s6efLkFmsJDLDD8x3YZJNNzIorrpjKzhA6oCa9wEk4x/SxA2yzzTY1R0IExZSQ15qgyHBxADjl2SEzHXnkkSlnoduDEKi1g/yzzz4zRx99tA3c9wrZyCDwxalmRxtFbfDO+BcsWGAznT/88MN2o3cUTxQWFE02Lz5+ffv2rWw0frhzyEbhC5O0Bhh3+ziDqQbCeNg033rrrRaVn9goIX4NHz7cKl59+vSJ/Xy888FAR9ZInOZkn/Mqen/84x+twz+OOPMgMwTzcG/6PAc2/TXWWMMGbHO47NKlS5zmW1wrgmJi6DK9kWcOmYgsIGT0wEDFM5YIgSwQmD59ug24/vbbb835559vM7lI/BEoG0HRGSXZb9555x0zfvx463xz72/OvsABnP2NvSFLgyOHWgI/MZhzqEUvcKoqsq9yEN9ss83s4d/p1w/HMKJC0oCurPSIpP03+7vEofiCCy6wzpQnnngiU4Nks2PbzPMn8QZVIzAmQp4bNGhQM8OR+9w/+OADG3BAVYW4VXMZHAEe++23n9l5551Np06dUo+31oE/WRDNmHTRATK1DuhGH8EWErRmIPmxptZee+3Ua8LbQFqCot8zpw+chFRxjVJRIKt1Q79xSAUOFlkEoDttxek/S1KD03+t352sdMfMF3aDNDhjxgxLTsSRR2Cak+WxQaanaZQQAdYcJEXssQQvkNwnbaKeEk6zVEOqtf8l7uRrRVB0j6tof44zFsaB3QZfhdd2gz9hyy23tLYbR2f3C6AokqDozMMJCME/NXHiRKtvMh/EsYGtv/76di5ZBUal8fHkaU/C/0hgCFh4g8SwyfFcsbdh9+X/pyGggG+WgW4iKMb9emVz/emnn24TsiCQN3baaadsGlYrQsCFwCGHHGITrOKbxjbcr18/4ZMBApyNiTPgHb799ttjVS9wusdGR5KYHXfc0drro9g34gy9FjpPmfeiouaflqDIM/b6+dz6FX/Hv0glanSsjTfe2DfglDMXifnRTRzZaqutDMT4KLEqafQt7zp19EXiKghs9wYuOzFBzItYGnSmuDFbcd6NatfWc3A6vmkIitiBvb5p77pBN+/WrVsm350iAqRrGZSehW0yi/epKAJAVu9WvbRDbI5T0Y4YMGIqJEIgDwSIKyVxPT5f4mKpwMR+KBECQkAICAEhIATKjwBco/vuu88OlMRg2HaKEBEUU6JeBEGRIZO9lEWEkDGBLKUSIdAoCGCQwgDpliyMpY2Cj+YhBKohQOAeewKOp1VWWcWS2iHPSoRAlghA8CDIaNlll7XZU8hmIhECeSFAcBYEIwztjuCcwgCfBXklr3Gr3XgIvPzyyzYYGOEbQ7CjRAhkhQDEJxy1BA6Q6dFbrT2rftTO/xAg4AC9lCATssLxI2uxEwzMlU5AcK9evWzAClni+N95BXjUIvAnS6IZGBUdIFPLgG6C2u+55x4bBM+6oVqaW0jkRFBT1pKWoEjlwl/84hfm8ssvrwyNtU0medZ1FMl63dBnrQPQvfOsNanB23+t3p0sgoCirJFmvIaMpti+582bZzNokpVVIgRqgQDZwQmU53zStWtXS1KEtCQRAkJACAgBIdAsCGCLPfbYYy1Jg/P5ZZddVkiW7WbBW/M0lqRENTXIKMQDyKeZ7aogmTRJKqmCgQ2ExEKvv/56C7sLhCsqIay11lpW9yXBG7pwWrJ6tjNRa0JACAgBISAEmhcBihmglyPESFB5SSIE8kRg1qxZ5tBDD7WFMKh4DkmRIiQSISAEhIAQEAJCoJwIzJkzx1BtF95A+/btre4Yt+JpljMTQTElmkURFBk2wU5UUEQI0j7vvPMyrXCTEhrdLgQSI0DFDQJB3EKlpajBfYk71o1CoM4RgNx7yimn2OpkZBmFnKhM73X+UEs8fDJmPfLII7YC7tVXX206d+5c4tFqaPWMAIQWghTI3O8I1YTPOeccVdir5wfrGvuUKVPsM+ZZ823hXCMRAlkjAMmBRD8IJHvWmkQICAEhIASEgBAoHwIQkklQghBsAwE4L/J6+WavEZUBAYgZBOBgj0Z+9atfmT322KMMQ9MYhIAQEAJCQAjkigABLOx7JFGBrHTFFVfYSlgSIZA3Ao6/CZ8m1YHWXnvtvLtU+0JACAgBISAEhIAQqAsELrjgApvEAbn00kvNDjvsUBfj1iDrHwGqo2IjJbkogq/9oIMOqv+JaQZCQAgIASEgBBoMAWK4zzjjDMsboPox5ET4A0WKCIop0S+SoMjQCdSmGgSLikpZ5557riHDmUQI1BIBgjZ++ctf2ux7AwcOtISoNddc02bXW2KJJWINxa/6AG1BtFK5+FhQ6uImQ+CGG24wZ555pp01VYEoz9yhQ4cmQ0HTrSUCX331lQ3QI2MW335Iiu3atavlENRXiREgE+/Pf/5zqxP079/frLbaajaoYOWVV4496hdffNHsueee5qOPPqrcS9snnHCCWWSRRWK3pxvKhcCMGTMsOZEsfFTQ5lsiEQJ5IYATjwyPCOvupJNOyqsrtSsEhIAQEAJCQAgkQIAgeKodIwcccEDFzpGgKd0iBFIjgK7oVO/cfvvtLWGjbdu2qdtVA0JACAgBISAEyogAlVgghiHrrruu+dOf/mR69OhRxqFqTA2IwA8//GB9AMS+tGrVyq5FVQZqwAetKQkBISAEhIAQEAKREfjuu+/MiSeeaCtNI8SA7brrrpHv14VCICsEfv3rX9skgsjGG29sY4RJaCMRAkJACAgBISAEikfgt7/9bSXWctNNNzUXXXSRrX5ctIigmPIJFE1QZPjvv/++JSk+88wzdjZUz6KqjEQI1AoBCIqnnnqqufbaaytdrrfeevajF5eI8NJLL5m9997brmtHxowZYx1hlJ2VCAEh0BKBzz//3Jx99tlm7Nix9g+HHXaYOf300wWTEKgJAvPmzbMkxddee80MHTrUfvcXX3zxmvStTsqNAARFyNJu+c1vfmMOP/zwWAMncQHk64svvrjFfVRbhswmqW8EPvzwQ0sSmz59uhk9erS58cYb63tCGn1dIMA6g+CMEHCHEwUStUQICAEhIASEgBAoDoHZs2cbAh0ee+wxOwgSksQ9OxQ3evXcyAjccsst1t/C2bRXr17W5jZ8+PBGnrLmJgSEgBAQAk2GAHoYdtuHH37Yzvzggw+2pHyJECgCAWx2jo1YFVqKeALqUwgIASEgBISAECgDAu+9954lJ77yyis2wPySSy6xvnSJECgKgfvvv9/GBs+dO9euyV/84hdKKFLUw1C/QkAICAEhIASMMW+++aatmgjnBmGfPuqoo0qDjQiKKR9FGQiKzhROPvlkc/3119v/u9FGG9lAjrjksJRw6PYmRoDs5gQSuQUm9j777BO5uhGVQI855hjDocYtkBJoRyIEhEBLBHAYn3XWWWbOnDm2WilOZDKMSoRALRGAYARJcerUqWbkyJHmz3/+cy27V18lRQDCGQkzXn755coIR4wYYa688krTrVu3SKMma/Ltt99udYN//vOflXvQc6mssvzyy0dqRxeVEwEIzpATJ0+ebAN8IZ22bt26nIPVqBoOgSeffNIaZ9555x2blR0n5/SZIAAAIABJREFUyu67795w89SEhIAQEAJCQAjUAwLYAXGgfPbZZ2a55ZYz55xzjpKR1MODa6IxYu+ApOgkiMQGQsB8u3btmggFTVUICAEhIAQaEQHiCn73u9+Zb775xiyzzDLm3HPPNdttt10jTlVzqiMEqA7EWkTQu0gQgf1OIgSEgBAQAkJACAiBZkCAitI/+9nPzCeffGLWWmstW9BBiVab4cmXf47E9Z522mmVuF4Sih933HGKTy//o9MIhYAQEAJCoMEQ+MMf/lCpbrz66qtb3/oGG2xQqlmKoJjycZSJoMhU7rnnHmukRSFs27atzaby4x//OOUsdbsQCEeASkk77bRTCwIBBFnW4/bbb2/JU0ECAeGtt96y1UseeuihFpetv/76luzSvXv38EHoCiHQJAgQtPfHP/7RkjkQMmVRYax3795NgoCmWTYEIKPhKJ45c6ahVDilw5dccsmyDVPjqSECftWV6X7nnXe2+33Yvs79f/3rXy3xev78+S1GTnDCIYccEjkBQg2nra4iIjBr1iwb0EsWn3XWWcfuZwrujQieLssMAargQFJ09CkC8HCirLDCCpn1oYaEgBAQAkJACAiBYAS++OILgwPlpptushdtvfXW1oHSpUsXwSYESonABRdcYEkcSOfOne2ZZscddyzlWDUoISAEhIAQEALVEMAmR+LZ5557zl42ZswY689dccUVBZwQKAUCd955pzniiCMMMQSrrrqqTcxNzIBECAgBISAEhIAQEAKNjMD5559vrrrqKjtFyF+QE4n/lQiBMiFAUnLiePC1k0gE//oBBxxQpiFqLEJACAgBISAEGhIBChph050xY4adH8VDSAK82GKLlW6+IiimfCRlIygyHaqR4ES466677OzWXXddW3lmyJAhKWer24VAMAJffvmlJcQ6Ab7uK1mD2267ra2O06tXL7PooovaPxOcPmXKFEtK5OeujsTfl156aVtpiQAliRAQAv9F4MYbb7TkRAL5EL73hx12mOARAoUjQNlwSIokScBhTGApGd0kzYvA+PHjzd57773Q/k427s0339xss802ZsCAARViGpm63377bfPss8+au+++27zxxhsLgUfSAzIod+zYsXmBrfOZT5gwwZLCyPq45pprWt2R4F6JECgKAUgRrMkFCxbYpCo4Ufbbb7+ihqN+hYAQEAJCQAg0BQK33XabJSdix0ZIYkISEokQKDsC2D4IwBk3bpwd6ogRI+zaxf4tEQJCQAgIASFQdgSw3V9xxRXmhhtusEMliRzVWVQ1sexPrjnH9+qrr9r1+cILL1gAICweeeSRzQmGZi0EhIAQEAJCQAg0NALoPWeddZZ55ZVX7DxPOukkc+yxxzb0nDW5+kaAmF9iwu644w47EeJ+0NVHjhxZ3xPT6IWAEBACQkAIlBCBd955x1x66aWVKsb4JIlzGzZsWAlH+98hiaCY8tGUkaDoTAmC4nnnnWfee+89+58gDaAILrvssilnrduFgD8CVEGEKOU4CtLgBDmRg8yee+5ZSnZ3mrnpXiGQBIHnn3/eEhOd9wtyz8knn2z69euXpDndIwRyQYDsHCRFIPMyZHS+4xDKJM2JwHfffWez+hFsnIXw3aNaBRWaJfWJwLXXXmuogIlsscUWdl/r0KFDfU5Go24oBDgzs2eNHTvWzmvQoEGWqDh06NCGmqcmIwSEgBAQAkKgaAQgd5HZceLEiXYoP/rRj6wDpX///kUPTf0LgVgIkEAMouKnn35q74PYAVFxlVVWidWOLhYCQkAICAEhUAsEvv32W3P55ZdbciL/G2HfOu2000zr1q1rMQT1IQQSI4DOdfHFF9v711tvPbtu+/btm7g93SgEhIAQEAJCQAgIgTIhcPXVV5vf/va3dkjEf5199tlmgw02KNMQNRYhEIgABUnwsU+dOtVeM3r0aHPQQQdZX7tECAgBISAEhIAQSIcAyeYo8vXXv/7VNkTSffzqBx98cLqGa3C3CIopQS4zQZGpff/995akeNFFF1UW54EHHmj4tWnTJuXsdbsQWBgBDhxUdOMAklSovEXwOkFKiyyySNJmdJ8QaAgEJk+ebJWMBx54wM6HjLannHKK2WGHHRpifppEYyJARV0nCzPGp+OPP74xJ6pZhSLw73//21x//fXWkD5//vzQ64MuOOCAA8zPf/5zQ/VFSX0iwPOjUg5y1FFH2QOzRAiUDYH77rvPOlGmT59uh7bTTjtZw06PHj3KNlSNRwgIASEgBIRAXSFA9WwC4jkbIMstt5zVB3ffffe6mocGKwTcCHz11VfW7+L4Xvjbvvvua37605+arl27CiwhIASEgBAQAqVAADs9ehgBLci2225rjj76aCWIKMXT0SCiIjB+/HhbTfHdd9+1t2CvYx23atUqahO6TggIASEgBISAEBACpULg6aeftsl8naqJP/nJT2xMheIkS/WYNJiICFx44YU2qQj2UoRE9sSKKZlbRAB1mRAQAkJACAgBFwLffPONtefCG6BACLL33ntbW9iKK65YF1iJoJjyMZWdoOhMD4LLBRdcUCG4dOrUyZIU999//5QI6HYhsDACX3/9tbn77rtt1aQ33ngjMkRUROLATSBH586dI9+nC4VAIyIwc+ZMq2A4ZA6q0R1xxBG2aiL/WyIEyo4A69epnAfhHMKHKqWV/anlM74ffvjBZkwjaBP94J///Gfkjqiyx7dv+PDh+vZFRq1cFxI0QvD5pEmTbMAIjpadd965XIPUaISABwH2LHegOWcUAp9EktZSEQJCQAgIASEQD4EFCxZYB4q7Wg/7Kvphu3bt4jWmq4VASRF4//33re7oJGpimHvttZfZZ599lOiipM9MwxICQkAINDoCBK6QWZvkEB9++KGdLvZVglhGjBjR6NPX/BoUAeIPzjzzTHPdddfZGRJXwJqGdCsRAkJACAgBISAEhEC9IEAiN/zlTiwYBC6S1G+zzTb1MgWNUwj4IvDZZ59ZkuKll15a+TsJCiFU9OnTR6gJASEgBISAEBACIQgQU4uv8S9/+Yv59NNP7dXbbbedOfLII82aa65ZV/iJoJjycdULQdGZ5pNPPmkVwQkTJtj/tNJKK1lnOb/WrVunREO3C4GWCOAAg6D41FNP2R+Eq1dffbVyEZUSe/fubdZdd10zcuRIM3DgQNO2bVvBKASaGoFp06ZZx/HNN99cwQEyOUrG8ssv39TYaPL1h8Djjz9ujjnmGDNnzhwblHfCCSeYzTbbrP4mohFnhsDcuXPN888/b8aNG2feeust8/rrr1cqKy699NJmwIABplevXmbjjTc2w4YNM926dVOWwMzQr31DOFZ++9vfmi+++ML069fPOlt4xhIhUA8IoJNxdr711lvtcNu0aWNJilTEWWKJJephChqjEBACQkAICIFCEcB5AjFx3rx5dhwEDmPbWGuttQodlzoXAnkhgN2bAJyxY8dWuiA5C0TF1VdfPa9u1a4QEAJCQAgIgQoCBLFASuQ3f/58+98HDx5sK1eMGTNGSAmBhkDgH//4hznvvPMM/yKjR4+2fijpWw3xeDUJISAEhIAQEAINjQD2UirNOVXmjj/+eBtDIxECjYQA8cH42N3J3PANQFQkNlgiBISAEBACQkAItESA2Go4A+yd//rXv+wfR40aZf3qJJ2rRxFBMeVTqzeCojPdhx56yCqCVDJBOnbsaEmKKIL8b4kQEAJCQAjUFoFXXnnFKhn33ntvpeNdd93VKhnKJFTbZ6HeskVg1qxZ1jlMkgSErB4YWkW4zRZntSYEyoQA5NPf/e535oknnqi895ATlYiiTE9JY4mKwEsvvWTPzg8++KC9pX379vbczPm5U6dOUZvRdUJACAgBISAEmgKBb775xto2+OFMQajSc9RRR5kNN9ywKTDQJIUACfuuuuoqc8stt1TAIFnTLrvsYpP0SYSAEBACQkAIZI3A22+/bSuw/O1vf6sEsRC8csABB5gtttgi6+7UnhAoBQJUUoSoSKUWhOosrHkqK0qEgBAQAkJACAgBIVAmBO655x7z5z//2UydOtUOa+uttzYnn3yyobCDRAg0KgLEjFx99dXWV+AIyUXwsdcr2aJRn5XmJQSEgBAQAsUgMH36dLtP3nTTTZUB/OhHP7KJ8ynuUc8igmLKp1evBEVn2gRZoghS3Q5ZbLHFrBJIZl8dglIuDt0uBISAEIiAwGOPPWYr8/CvI3yHUTL69u0boQVdIgTqA4HLL7/c/OY3vzHffvutJSlBUoTgIRECQqCxEPjTn/5kyVxIly5dzGmnnWaDQyRCoN4RoCrwZZddZiZMmGCn0qpVqwpRUYFP9f50NX4hIASEgBBIi8Ann3xiszriRKFyD7LuuuuaQw45xAbcSIRAMyKAYxGi4rXXXluZPrY+iIr8VJW7GVeF5iwEhIAQyBaBcePGWWKi279EEAskrY022ijbztSaECghApATzz33XEM1Ikd+8pOf2Hegc+fOJRyxhiQEhIAQEAJCQAg0EwKPPPKIJSaSsB7BLnTccccZqslJhECzIEBSe+LT+S1YsMBOe8CAATY+nR8+d4kQEAJCQAgIgWZCAFvu7bffbh599NHKtMeMGWM5A0OGDGkIKERQTPkY652g6EyfqkYogVRWdATHBUrgpptumhIl3S4EhIAQEAJuBL788kurYOA4njZtmv0TQUn777+//a200koCTAg0JAIzZ840Z599tiFDHLLeeuuZE044wRqfJEJACNQ3AhMnTjQXXHCBmTJlip3IPvvsY372s5/ZanMSIdBICJDc55prrjEPPPBAZVqcmwkyX3vttRtpqpqLEBACQkAICIFQBND9sG9ATvzhhx/s9aNGjbIOFNmUQ+HTBU2CwNy5c2320xtvvNG8//77dtZLLrmk1R9xOPbv379JkNA0hYAQEAJCIAsESAxx7733tvAvEdC55557mh//+Mdm4MCBWXSjNoRAXSFAdZZLLrnEvhdI69atLUnxwAMPNEsttVRdzUWDFQJCQAgIASEgBOofAfzmJK36xz/+YSfTo0cPc/jhhyuBd/0/Ws0gBQKff/65jU8nucjHH39sWyKWZKeddrIx6n369EnRum4VAkJACAgBIVBuBL744gvrU+fncAYYMfZc/Or9+vUr9wRijk4ExZiAeS9vFIKiM6+XX37ZOstvvvlm891339n/3LNnT6sEkr1l+eWXT4mYbhcCQkAINC8CfGPvuusuq2Q439jevXubPfbYw1av7dixY/OCo5k3FQJ33323JSp+8MEHdt4HHXSQNci2adOmqXDQZIVAIyBAsC0VE6kGjKy55pqWmKgs7Y3wdDWHagiQ7RQnihP4xLVkssKJssMOOwg8ISAEhIAQEAINjQBJ7rBtEGzjCJUSSbo0bNiwhp67JicE0iAwduxYS1R0vzskudhuu+2s/0UJXtKgq3uFgBAQAo2NANVXICb+/e9/r0wU/xJBLJAT5V9q7Oev2UVDAD8sRMX77rvP3kBSCN4RfiussEK0RnSVEBACQkAICAEhIAQSIvDwww9bu49DTOzSpYuNgzn44IMTtqjbhEBjIoBvgRj1Z555pjLBjTfe2Gy//fZmiy22aMxJa1ZCQAgIASHQlAg8//zz1qbL3vef//zHYtCrVy9rz+XXqVOnhsRFBMWUj7XRCIoOHDB1HaLi1KlTKyiNHDnSbLnllmarrbYSiSDl2tHtQkAINAcCM2bMMA8++KD9ub+nm2yyiSUm8j2VCIFmRGDBggWWpHjllVfa6Xfo0KFSRXTxxRdvRkg0ZyFQVwh8+umntoocP+cAfdJJJ5ljjz22ruahwQqBtAiQ2QpnI0l+PvvsM9tc586dbZIffiuvvHLaLnS/EBACQkAICIFSIEBiijvuuMM6UJwqcJzdcJ5g3xgwYEApxqlBCIF6QIDgeRJd3HnnnRUdknFDUuRHJVKJEBACQkAICAGqVd9zzz02iMWpMAEq+JVIkCT/ktaIEPBH4Omnn7ZExfHjx1cu2HXXXe3ZpdEy0msNCAEhIASEgBAQAsUjgI0HX+HkyZPtYEgeAikRciKVnSVCQAj4IzBp0iTrY+fnxJxA1Nhmm23sb+DAgYJOCAgBISAEhEDdIUDRFpJn8Xv77bcr428mzoAIiimXbaMSFN2wkN2Fg5STaY6/cXiCqMhv9OjRKVHU7UJACAiBxkJg/vz5lpD4wAMPGDIgOEJ2TjKi77777qZv376NNWnNRggkRIDscX/84x/NE088YVvA2ETVDX6tWrVK2KpuEwJCIC8EIGA5xMRvv/3WdkMA7XHHHae9LS/Q1W5dIPD9999XkvzgTHGEaqI4UHhPJEJACAgBISAE6hEBqvVgF6ZqoiME9UJK5Lf00kvX47Q0ZiFQGgQgKfIbN25cZUzLLbec2WyzzexvvfXWK81YNRAhIASEgBDIH4Hp06cbfPP83njjjUqH/fv3t6TEHXfc0XTt2jX/gagHIdAACDz33HPmuuuuM3fddVdlNuhXVFRcf/31G2CGmoIQEAJCQAgIASFQFAJff/21JSVSAOTDDz+0w+jZs6f5yU9+Yvbbbz+jpNxFPRn1W48IfP755+bWW2+1ejuJ3RzhHOyQFbGXSoSAEBACQkAIlBUBYsYcUqITB81Yu3XrZu25JLhfffXVyzr8zMclgmJKSJuBoOhAhCI4duxYm6nxqaeeqiBHdQinquLgwYNTIqrbhYAQEAL1icAPP/xQISUSvOdImzZtLCmR349+9KP6nJxGLQRqgACZbC+//HIzceJE2xv6hUNUXGSRRWowAnUhBIRANQSosH7ttddacuI333xjL916663NIYccYtZdd12BJwSEgAsBsrST6ZEKU460b9++4kBZZ511hJcQEAJCQAgIgVIjQDA8ThSq9VA50RH0P6qOKGFdqR+fBlenCMycOdMSFe+++27z1ltvVWax4oorms0339ySFQcNGlSns9OwhYAQEAJCoBoCZNX++9//bkmJ7mDMZZZZxvqWCGIZOnSoQBQCQiAhAmSrh6iIfRt/LoJexbvFb7HFFkvYsm4TAkJACAgBISAEmg2B119/3dpv+P3rX/+q6BWQEqnYLBECQiAdAq+88oolKvL7+OOPK42NGDHCbLrppvZH4nuJEBACQkAICIEyIABXwPmRwMKRHXbYwfBj32pGEUEx5VNvJoKiG6p3333XEhUhLL755puVP/Xp06dCVuzdu3dKdHW7EBACQqD8CEDYploiv3/+85+VAaNY4DgeM2aMrTorEQJCIBoCjz76qLnssssM5A6EbNAQFTHoSoSAEKg9Al999VWlYqJzkN5iiy0sMVGVPGr/PNRjfSFAVW3HgfLCCy9UBk9WLLI9oi/26tWrvial0QoBISAEhEDDIkCmbxwo999/vyEIwJE111zTOlD4rbDCCg07f01MCJQJAcgpvIv8ZsyYURlajx49DBW6N954Y7PBBhuUacgaixAQAkJACMREADL6448/bn+TJk2q3L3UUkvZpGD8IKdLhIAQyA6BTz75xJIU//KXv5h58+bZhqkID0mRCqV9+/bNrjO1JASEgBAQAkJACDQUAvj7ICVSodkR7DPEsUhvb6hHrcmUCIEHHnjA+tpJpuiWUaNGWT87716HDh1KNGINRQgIASEgBJoBAQqxkGgOv7qbM0CCOcen3uz7kwiKKd+EZiUoumF76aWXLFmRn1Oynr9jwCVzBT8FL6dcaLpdCAiB0iBABSkqvE2YMMH+6ziwGCAVpCAkQkxcbrnlSjNmDUQI1CMCZIymouI//vEPO/xll1224iQWmaMen6jGXG8IUDXnjjvusD+nYiJG3kMPPVSBsPX2MDXeUiBARlXHefnRRx9VxrT22mtXHCjdu3cvxVg1CCEgBISAEGgeBNiTnKyOzz77bGXiVOtxHCiqlt0860EzLScCBL5BVCQghwpbjnTs2NGSFZ1f27ZtyzkBjUoICAEhIAQqCPBNd0iJ06ZNq/x3klw6pET+XWSRRYSaEBACOSPwt7/9zdxyyy3mmWeeqfQ0bNgw64fadtttc+5dzQsBISAEhIAQEAL1gAA6O6RE/OUkJUXatWtndt99d7PbbruZ/v3718M0NEYhUPcIfP7559Y2SvEI/BlugSg8evRoA2mRBPgSISAEhIAQEAJZI7BgwQJr033iiScsMREOgSODBg0yW221lf2psNv/kBdBMeUqFEGxJYCPPfaYJSriMP/yyy8rf4QJ7JAV+ReSgUQICAEhUC8IkMnWISW6A/YYP5VjISTyoxqORAgIgWwRwMAEUdGdie5HP/qRzWbLvxIhIASyRQBdHieLQw6mdd41KiZuuOGG2Xam1oRAkyIACd8JMqdKqSODBw+2mR4hA6+00kpNio6mLQSEgBAQAnkjMHfuXOvEx4HiDsZdbLHFzJZbbmmD40m+JBECQqB8CGAbefTRR+1v8uTJlQFCZCEIh0SR66+/vlljjTXKN3iNSAgIASHQhAjMnj3b2tj4Pfnkk4bqbY506dLFbLLJJpXf4osv3oQIacpCoHgEqB4PUfHWW281//rXv+yAOnXqVCENE2gmEQJCQAgIASEgBJoHAargQITCj+f2l5PEDVIi5ETsqBIhIASKQQCyMO8oPypYuQVfOzZSfv369StmgOpVCAgBISAEGgIBkvw6pESIif/5z38q8xo4cKD1qUNKXHXVVRtivllPQgTFlIiKoBgMIGQeCIv8pkyZ0uLCddZZp0JYXHPNNVM+Bd0uBISAEMgWAZQJvmHO77333mvRwciRI42TgWe11VbLtnO1JgSEgC8CkINxEvNzpGfPnpaoyE/JD7RwhEByBN5///1KtcSPP/7YNrTUUkuZPfbYwzpZlP0xOba6UwhUQ+CHH36oOFBwojjVSrlnwIABFQfKWmutJSCFgBAQAkJACKRCYOrUqTarI7/nn3++0hakJpwnjhNFFdhSwaybhUBNEeC9dsiKbrIxg4D0AlGRH6TFlVdeuaZjU2dCQAgIgWZFgGBmh5DIv2+//XYLKAhYcUiJVGqTCAEhUB4EsMs5RMWXX365MjD8wCRx4dzUvXv38gxYIxECQkAICAEhIAQyRWDcuHEVYiL+O4QkIrvssoslJg4ZMiTT/tSYEBAC6REgCdBDDz1keH/5ffvtt5VGiSdzyIrDhw9P35laEAJCQAgIgYZH4I033qj40922ISY+dOhQW+CBpPN9+/ZteCzSTlAExZQIiqAYDcDp06dboiJZK/jXOchxd7du3SpkRZTBJZdcMlqjukoICAEhkCECH3zwQQtSImWZHenataslJDqkxKWXXjrDntWUEBACcRD49NNPK0RFd4DHDjvsYImKMgzHQVPXNjsCZPqhWiLVcxxZe+21LSkRcqIytzf7CtH8a4nAd999Z6gaDFERR4qbrEg1RRwoG220kSFRhkQICAEhIASEQBQECIp3SInTpk2r3LLooota5wkBtvxITCERAkKgvhGgMuqECRNsda6nnnrKkITGLb17964QFiEtdujQob4nrNELASEgBEqEAIn10Lv498UXX2wxMvSsDTfc0OD/5l9VcCjRg9NQhEAVBKiqePfdd5uxY8caKqE6ArFY5ygtHSEgBISAEBACjYMAe75TLRHbiiP448aMGWO2335706ZNm8aZsGYiBBoYAciJJHNzyIpUvnKE93iDDTYw6PP8q2pXDbwQNDUhIASEQAwEKOJAAtCnn37a/jtnzpzK3cRMQkgk2Rz/wiGQREdABMXoWPleKYJifAD//e9/V4iKEBZnzZrVohEqRVBh0fl16tQpfie6QwgIASEQggDBeTiLnZ83cGfQoEEVQiLfI4kQEALlQ+CRRx6xZEWMxo4QdEewLT9VfSvfM9OIikfghRdesIREfu7gCrI/QkxU9vbin5FGIAS+//77ivMER4r7zExCH0iKjgNFmdu1XoSAEBACQsBBAIe740CZOHGimT9/fgUcqqnhPHF+qpSodSMEGhsBqitCVHQIi59//nmLCZOYhsqKTpVFiMsSISAEhIAQiIbAm2++acmITqVEd4IhWiDYEUIiP76zEiEgBOobAWxzkBX5/ec//6lMxglQ49/27dvX9yQ1eiEgBISAEBACTYQApET2d34U3HCE2BJIifzke2uiBaGpNiwCzz//vH3PKabz2muvtZjnyiuv3IKw2LFjx4bFQRMTAkJACAiB/yFAcTXHl86/VEx0C/sDiSocf/piiy0m+BIiIIJiQuCc20RQTAmgMebVV1+tVFd87rnnFmpw9dVXb0FYXGGFFdJ3qhaEgBBoOgRwGrsJiWQ/cAuHTTLYOpUS9a1puiWiCdcxAu+++665+eabze23324+/PDDykxWW221ClkRfUIiBJoVgZdffrlCSnQT8vv06WMgJlItkaB1iRAQAuVEYNKkSRXCIo5Tt/AeuzM+inBSzmeoUQkBISAE8kCA4Fi3E2Xy5Mktuunbt2/FgcJeIRECQqB5ESBRjUNW5F+3tG7d2hJoSNZG8siBAwcqyL55l4pmLgSEgAcBglbwY/PjPA4x0etbWmONNVpUSSSxkEQICIHGQ+Drr7+uVFWkcrVb8C1DVOSn4ObGe/aakRAQAkJACNQ/AvjZnMpqxJY4svzyy5ttt93WkhKVuL7+n7NmIASCECC5Izo8iR35uStkcQ820XXXXdf+hgwZItuolpIQEAJCoEEQwLaLf4wfxHX+pciaI0sssYQZMWKE/ZEoHt+6JBsERFBMiaMIiikB9NxOlklIijh4+JffggULWlzVs2fPFoRF/r9ECAgBIeBF4KWXXmpBSPRmCsfQNHToUPsjY/iaa64pEIWAEGgABDAmUVGRnztYhEARp7LiKqus0gAz1RSEQHUEXn/99QopccaMGZWLe/ToYbbeemuz1VZbydGiRSQE6hCB9957r+JAwZHi1XEhoPDDgSJnah0fpZffAAAgAElEQVQ+YA1ZCAgBIRCCAJl+caBQsQdy4rffflu5A5I6zhPHkULCFokQEAJCwIsAzld3dUVIN15ZddVVK2RFAnT69esnIIWAEBACTYHArFmzLBHRTUr87rvvWsx9pZVWqhASqZKoZJdNsTQ0SSHQAgECmh966CH7e/zxx1v8bdSoUTZRDBn3u3btKuSEgBAQAkJACAiBghAg5nT8+PGWmOhO4LviiiuaLbbYwmy55Za26rlECAiB5kOAc79DVvQmHwGNtdZaq0JWxOfeoUOH5gNJMxYCQkAI1CECEBIdIqLzr5eDhM/L8aXz76KLLlqHMy3/kEVQTPmMRFBMCWCE2x2iokNa/OKLL1rcheOHwEsUQ8gH/JZeeukILesSISAEGgUBKqZRIZEfVaKolAjh2S2QmR1CIv8SaCMRAkKgsRF47LHHzP3332/JivPnz69MloMGmWyHDRtm9QeJEGgUBMj0Q6DpI488Yt5+++3KtHC0QEiEmAgpXyIEhEDjIMB52cn4yP92C0QVd7ZHERYb57lrJkJACDQPAg4h0cns6LWLrr322i2cKM2DjGYqBIRAVgjMnTvXEp5J9kZFAf71knGoBkZlRewpTpXFLl26ZDUEtSMEhIAQKAQBfEhuIiL/m6oKXiFzNlVm+eFbWn311QsZrzoVAkKgnAh88sknFbLiuHHjWgzSOa+RSAYdSiIEhIAQEAJCQAjkhwAJPSEc4TPj544P6d69uyUl8iPJp0QICAEh4CAAcYWEkO4fBBe3UPSC2DLHNtqnTx8BKASEgBAQAiVAYPbs2QZfOnZd/oU34E7uyxD79+9vYyXXX399+5NvqzYPTgTFlDiLoJgSwAS38yFxV1h0V0dymuvdu3eFrOiQFpXJIgHYukUIlBABMls5ZETnX5w/XsFp7CYkrrzyyiWcjYYkBIRArRB4+OGHK5UVv/zyy0q3HDogKpIdj391CKnVE1E/WSDAnkggKT+Iie61vdxyy1UqJW644YZZdKc2hIAQKDkCOF9xuvJNwIkyZcqUFiNu06aNGTJkiCUtDh482DpR+G8SISAEhIAQKAcC//nPf6wDBXIQWR35ufU7RonNE+cJZxeyOqLzSYSAEBACWSJAAI6brMj/njFjxkJdENznkBWd4Bxlms3ySagtISAEskZg+vTpleqIVEt44403FuqiU6dO9rwMGdH5V/7lrJ+E2hMCjYvAp59+asmKJBCkYpM7Sz9JtyEqOlXvl1hiicYFQjMTAkJACAgBIVAjBEjY6xAS8Yu5ZbXVVrNVjSElEjsmEQJCQAhEQQBii5ew+P3337e4tX379hWyokNc7Ny5c5TmdY0QEAJCQAj8X3t3/iNHcbABeIzvC2MMGGyMHTsQAYmUkCgoSn6I8o8nkRJ9SkIOAYHYBOQDBxxjY3xi4+PTO1Gtant7jnbvMcdTUqt7jp7pebp3p6er3qqnFKg7myuhxAxs1CwJJJYwYub+Pz8leM/VBBR7Agoo9gRch9XPnTs3yEgR+YdTpmYPv3mbkydPrgktpqJJIUBgdgXOnz+/JoxY93JVtvzIkSPDnmoypTfvXFwSMprd/WrLCGy1QEZU/N3vfje8WH3hwoVVm5Oer0pYMT9SFAKzJJCLoQkillBiPUpitjM9uKeBw29+85vBr3/961nadNtCgMAWCFy5cmVVBUozsJhNSoc+pUF5zqVTYasQIECAwOYIJPBTenQso/c0e+Y9c+bMqkqUV199dXM2zrsQIECgEkgnkc3Q4u3bt1cZbd++fZAO43I+md+mmWdyjdahRIDAZgvcvXt3kLrjTGfPnl1ZvnHjxppNSX1SHUY0CsJm7y3vR2BxBdJeJSHF3/72t8P5xYsXVz5szpvS4Uw6nkk9lJFZF/c48MkIECBAYH0F7ty5s1Lv9Yc//GGQTkjqUurJU1f++uuvr++bezUCBJZSIG103nvvveG10X/84x/D+eeff77GIm3TS1ixzHfs2LGUZj40AQIE1kMg13ZLEDH16BnMqFnSsVyu7Wb68Y9/PPjpT386SJZA2XoBAcWe+0BAsSfgBq1egooffvjhSmjx/v37a94tjXrKCIupLE+jn1OnTm3QVnlZAgRGCaTCOBeOMn388ccrocSbN2+uWSWjA5QwYoJEWU6P3QoBAgSeRiCNVEqvepnXPdru27dvWEGcKT1mv/nmm0/zFtYh0EsgPbr/9a9/XRklse6dLT2zlV6XM89FT4UAAQKjBNKwvPT4+Le//W04ckSzHDx4cKXypAQXNSp3TBEgQKC/QDpbaoYR2zpgynXKVKKUnh0FEvvbewUCBDZGICOPpUFOCS62dYaRd07vtHVgsQQXd+3atTEb5lUJEFgqgXT4UMKIZZ6OL9vKsWPHVoURc861Z8+epfLyYQkQ2DqB/B4sYcV0vl2XjK5Y9+7/8ssvb92GemcCBAgQIDBjAqknT93W//3f/w3+8pe/rNq6XHNIGLFMqeNSCBAgsNECGbGrhBXLPAHqumzbtm3YSXAdWjx9+vRGb5rXJ0CAwFwKpC1TCSOW+a1bt9Z8lnQ2lyBiCSXqgH12d7eAYs99I6DYE3ATV096Ov+46tBiQlHNkp4rElTMCWGZyu3du3dv4hZ7KwKLJ3Dt2rWVIGLCiJ9++unw9uXLl1s/bCpkmmHE48ePLx6MT0SAwEwIJPhVhxXT2K4uBw4cGI7Smh86mbKcnlgUAuslcPXq1WFgKBcxM2W5Ds3mfdLbTwklGuVzveS9DoHlFMj/l9KovFSe1L25F5UTJ06sqkBJZcrOnTuXE82nJkCAwBQCGQWx7tExy83evPMyueZRenQsFSn79++f4h08hQABArMnkMrihBTT+VymsvzNN9+0bmxGKSthxTLqolD27O1XW0RgVgTSsUNzRMTcvnfv3ppNzMhk6WguU0Z2LcsCP7OyN20HAQJpePf73/9+kJGfMqWBc13yvyvX/n/xi18M58LUjhkCBAgQWCaBf//73yudbSaUePv27VUf/9133x386le/Go5GnGWFAAECsyCQtul1vXuzvVm28fDhw4O33357OMJrroeWuTbps7AHbQMBApslkMzAJ598MrzWm3nqky5durTm7TNoUQkjlrn/l5u1l/q/j4BiT0MBxZ6AW7x6Rk0qocXyz65tCO6ymfmH1xZcfO6557b4k3h7ArMlkL+jMiJiHUS8fv1664YmGJwfXWmYksriMjKiCuPZ2q+2hsCyCSQ8ncDiH//4x0FGmkqP3M2Si0YlrJh5/o8pBKYVyEXKEkTMvK2H94w0kVBiKloSTDxy5Mi0L+95BAgQ6Czw5ZdfrvT4WCpRmpW/edHS22PCiqVhec7pFQIECCyjQBmtpw4lPnz4cBVFGpTWPTpmOQFwhQABAosukIrlOrCY5dTLtJWMdJBzy1xbOXny5KrJiIuLfqT4fAT+J5C6pQsXLqxMuR6b/xn5rdpWEmyuQ4hlmScBAgTmSSD1BCWsmHkzfJ0ObX72s58N6wkyNzrUPO1d20qAAAECkwRyvp9REjO99957a879U1f+y1/+chhITH15OpVWCBAgMOsCGVGxdBCcOvcsNzsmKZ8h7dHrwGLa0H7ve9+b9Y9o+wgQIDBW4MqVK6uCiCWjc//+/TXr5TpHM4woOzDfB5iAYs/9J6DYE3AGV8/JYXrjSTI783o5Iyu1lRdeeGE46mIqzVMZlhHeyvTSSy/N4Ke0SQT6CaShXYI7ZUqlcZZLKLGt19q847PPPjtsYFLCiGWevx+FAAECsy6QhjC5MJ6wYrlI3mx4nB6vMrJiwtYlsCG0OOt7duO379GjR8Oef8qUBgcZHTHnnXXJiDnvvPPOsKFBmXJMKQQIENhKgTQiLxUnmX/44Yetm9Ps7THfg8I3W7nnvDcBAustkMrj0qNjqUTJPOd6zZKGM/XoiAl0KwQIECDwP4HvvvuudbTFVFiPKql3aYYWy+2MlqYQIDA/Al988cWqEGIdSHzw4EHrB8k1s7ZREXUgOz/73ZYSIDC9QDrNLIHFBDWaJR39lrBi5jo1nN7WMwkQIEBg6wVSx1TCiJlfu3Zt1UalnWWCiGVSz7T1+8wWECCwPgJpX5u2Qv/6179WTU+ePFnzBnv37l0z0mLq4l988cX12RivQoAAgXUSSNvHekTE0jZy1GBGGSgsnczVU677KoslIKDYc38KKPYEnKPVcyLYFlpMgLFtRIny0TKkbB1YbC47aZyjg2CJNjWN6+oAYnM5FcjjSnovqIOIZfmVV15ZIkUflQCBRRfIuUEJKpbQYv5fNsvOnTtXwooltJi5TgwW8wjJMVCHEcty26dNr2dpQFBCiRquL+Yx4VMRWDSBu3fvrvT4mLB1KlHyW7mtpCfbElyse34Uvl60o8LnIbBYArdu3Vo5n6sDid98803rB805XSpRci5XQomHDh1aLBSfhgABApsgcPXq1eFoi6lzyahp9dTWUKdsUiq0R4UXt23btglb7i0IEGgKJHBcBw/r5W+//XYkWOqQcm5VT2mgYuQAxxgBAssqkHYof/7znwd/+tOfhlOWm+dF6SAn9QzpPDOT/5nLerT43AQIEJg9gXRun3qkTOkAM8H7XHutSzokevfddwc///nPh/N8rykECBBYFoG00W0GFnM7Yca2koF06jr3LOfaqA6cluWI8TkJbJ1ArulevHhxWH9Td+Sb+9pK2gQ1g4i5nUGOlMUXEFDsuY8FFHsCLsjqOSHMP93z588PTw4vXbq0Mn311VdjP+WePXvWBBiPHTs2yMlkwouZMnytQmA9BXJcpsFH5v/973/XhBFHDSlftiENO9JLVT3lolGGnE8Y0Y+e9dxbXosAgXkSyDlAwoq5YJRGdZmnAc6oC0d1aCMXjfJ/VZh7PvZ4Od/L/i0hxDRgH9VwPd+PaVBVfnynwcDRo0fn48PaSgIECEwQyCgXpfKkfP/ldkYfbivp0KQtuJhQv0KAAIHNEkijzroCpSyPq/gt53L1ed2+ffs2a5O9DwECBJZSIP+vm4HFcjt1MqNKrmEnuJhOI3OtJVPOQ+u5/+FLeUj50D0F0ngunVjm917bPNfK0nP2qJJO25ohxHI7IyUqBAgQIDBaINfgSlCxzO/fv79qhYyoWMKK6Ugny/6/OqoIECBAYDMEPvvss5VA4vvvvz/45z//ueZt066shBETSBSs34w94z0IEJg3gRs3brQGF0e1R0oQqO7ErSxnruPgedv7tpfA1gmkc4kEDnN9t8zL8qhBjdLGpw4iprOJ3E69jLK8AgKKPfe9gGJPwCVYPaNL1IHFslyCjNeuXZuokBBjCSuW4GJznsdz3/bt2ye+nicspkCOtTp4WAKImdfLec7jx48nIiRw2Awh5na5X+/TEwk9gQABAkOB9AJYBxbLci4otZVdu3at/P9t+1+8d+9espsgkP3W7HiiPqcb9V2ac7LSYL1uuJ7zOYUAAQLLJpDfu3WvjyW8OKqxasLcp06dWlOB4uLlsh05Pi+B9RVI4/m2ypQEEtvO6Xbv3r2mR8ec1+lcYn33i1cjQIDAegg8fPhwZHgxv+EnlXS0V0KLbQHGPKYTjUmKHl80gXRqOS6AmNERJ5WEY0roMA2Q60CiTlkn6XmcAAEC3QQSVMyIVOk8M1Nbh2H5TZugYgks5hqcQoAAAQIE+gjcvHlz8MEHHwwDiQkjZn79+vU1L/mTn/xk8M477wynBBPT/kEhQIAAgacTyPXOuu49nainI7eMvD6q5PpnOnGrQ4u5nUl48en2g7UIzLNAQogJHdYhxFKPPqoD8nzeHTt2DK/xnjlzZk0gcZ49bPvGCAgo9nQVUOwJaPXhyWEztJjR61IBWKZxJ5BNwlT61aMvPv/888MhcTMdOnSodS7UOHsHYoZDzsWc9HqSeb1c7muGEbseJ+mltkxtAZhnnnlm9mBsEQECBBZIIOG3cuHo7NmzKz/+8v0/ruR/dwmQp6Fc3WlBljMdOHBggaTW/6Pke7X+Hi3LaXxVzsvaKlDqLUlYplzAq0fSyf5RCBAgQGC8QEa6qStPspzvwlEl4f1RFSfCi442AgQikAqTtt4cc18qWkaVVKKUnhzLOV1GeFUIECBAYP4FMppQGuikvuXy5cvDeXPKdfhJJR0RNUdgTD1MptS/lGX1LJMkPb7VAuksLZ3IZMp1r8xzDtUcCTHB30nl2LFjg0z5PVaWyzydzqTxm0KAAAECWyOQ38ElrPj3v/99uJwRqeuSUaTffvvt4fTWW28N50KLW7O/vCsBAgTmQSB16xkNMdNHH300nKeep1ny27mEETNPODGdwSkECBAgsLEC6Uwq/5dzLbQ5T+fso0rak9d18GU5bYlzTVQhQGA+BZIxSF1IcxTEXC8Y1/lcOmtMCDHXd8u8LOf/g0JgWgEBxWmlRjxPQLEnoNWnEsjoEiWsmJHw6vBic7l5cXmaN0iIYVKIsYQbM2pTpowC1JwbUW8wSMVtGjWk8Vtznv04KXRYwodpPNG1ZJ/UocNxyxpLdNX1fAIECGyeQL4v2n4glt5rvvvuu4kbk8rltuBiuS/f+/n+r6d5/W6IR0L69ZTv04QO20KIuW+a79kYlgBi84JcbicsoxAgQIDA+gnk/3mCim2VJ+N6asv/47YeH3OfnnjXb/94JQKzIJDOJNrOk3PfuBBiKlHripRSofLGG28Mcs6nECBAgMDyCuQaQQktjgoxto222yaWQFYzuFgHGOvlXJdRCPQVyPlPCRrWocNRy48ePZrqLXPu1Awd1rcTSlQfOBWlJxEgQGAmBHLNrQQVE1bMCFf5Hd0sQoszsbtsBAECBLZcYNowYupmMjJvPUJi6mUUAgQIEJgtgbQvHxVezP/8USVBpXSaX6aE0OvbWc61UIUAgc0VSPvI1JmXjueaHdDldtqejio5h2urN0/9uXO5zd2Xi/xuAoo9966AYk9Aq6+7QDOwmMrJNNJPz6iZty1PW8E+aWMTkCvBxbYQY/O+PDdhiEwZra8s1/Mu9+e5qWBtTvl8T3N/woZtQcNx900TGpnkmMfTg1QaNCQYWubN5VQSZypBxDyuECBAgMDiC6TBXAkr5kdl3XlBWb57925niFQ+N0OLzdv5kbpjx47OUzYm36tdpwQJS/AwvXo1g4i5Pc1oB02MgwcPDr8/6+/RMiJCwoeZjh492tnQCgQIECCwMQK5gNrW42PuGxdeTMVJ/qcnqJhKkraKk/wuVQgQ2HqBXE+pR++pK1Uy8njOf8ed9+VcLhUnbb06ul6y9fvXFhAgQGCeBdpGXiydItXzLp1H5jy1OQLj4cOHB7le0TYl0FjuTz2IslgCpXPLXPsaNaWOrxlGHNfQpE0odU3pvCxTjr/M8zupGT40wsliHV8+DQECBNoEcg7zwQcfDN5///3hPNOo0OIPfvCDQTr4ybxMOS9RCBAgQGD+BVLHcu7cucHZs2eHU5bbvg9KGPFHP/rRoEw//OEP5x/AJyBAgMCSC6SNWVt48dKlS4N0gDWp5BrSpBBjrnkqBAhMJ5D2nm3hw7oOfdyoqOVd8ps913yb9ea5feLEiek2xrMI9BAQUOyBl1UFFHsCWn0mBMqofpOCjHk84bxRU5cK+Jn44BuwEQlXJuBRRpqs5/v3718VOBwVPMz9GsluwM7xkgQIEFgigQT3mqMvl/Bi5vnubzZ4Wq8OCzabOYHJ/LBOmLI01ksj9DqA2AwiGilns/eS9yNAgMDGCeQibR1erJdz8XZSyUg243p+zGNGzZ2k6HEC4wXSadSo8GG5P40jJ5Wc37VVpKSXRyNRTdLzOAECBAhstEAa7bQFF9vun6YRwajtTT3DNEHG+jmlc8nM03Co3BZ2fPqjIh0npGOtzMtUOtqqr7m1XYNbr2ty2Y8lcFiHDkfdl2CsQoAAAQIERgnkPKYOLI4KLWb9dAZWBxYTYDx9+jRcAgQIEJhRgfwuqUOIZTnt/5pFGHFGd6LNIkCAwCYL5DpXs+O21L3X93399dcTtyrtp+u6+Fy3Sv18proDt9x27WoipyfMqUDqCNL5XOmArl6uR0BMRmNSSf1AwofpnLt0PFcv5z715pMUPb7RAgKKPYUFFHsCWn2hBEYFF9NgtO2xVNq2jWz4tPclWNE2CmOf+0aFDXPi3PaYhqsLdUj7MAQIEFgqgfS6XjeQSsix2WDqwYMHq0ZBzEg39aiIo24HMheS6tEXx90uj6XRXN2grg4hlvvznawQIECAAIE2gfwOTWAxvTymsqRZaZL78t01qZSRRdpGYUwIPhUmeo6fpOjxRRXIOWQqUdKQcVSPjleuXJn48XPtZlQlyvHjx4fBRH9nExk9gQABAgTmRCANfJphxjToSaPRcVOu06xnB1O5/jIqvNgMM7bdTn1IQo6lDqYsd72v7fnbtm1bqT/KZ069UZnXy9M81nx+fgPUocJmyHCa2+t5qOV6VxqNNKec+5T72kY/dG60nnvBaxEgQIBAm0B+73/88ceDjz76aDgvU85lmiXnCq+//vrgzJkzq6Z0KqQQIECAwOYI5Pfkp59+umb6/PPPWzcg113ffPPNlemtt94aBtAVAgQIECAwjUDahZfAYrMevtyeJnBV3ivXwdqCi/V99XKuHyoEtkIg51xtocNRQcRpB3/K7+pSX94MIZbbRiXdij3uPbsKCCh2FWs8X0CxJ6DVCRAgQIAAAQIECBAgQIAAAQJbJJARh9uCi/V9adA8qSRU3+ztsa0CpfQEmYvLCoFZFEiHFNNWqOR5acA/TakrU9oqVBIAVggQIECAAIHJAqUzqUlhxvJ4np/v63TeUQfvcns9w46Tt3yxnlGCnek4qw55jgobtgUQy31GslysY8OnIUCAwDIInDt3blVgMQHGUeGXdGjQDC2W2xoUL8PR4jMSILARArku2xZEHNVRXH6z1EHEspw6DIUAAQIECGykQDrHr0ddLJ225bssy2We5Wnq5OttbQsu1p3gZ1lH+Bu5d+f7tVMn3jZ4Q3Mwh3Qs2Bz5cJpOsGudtBHJlI6xm/PUkZd69DymEFgEAQHFnntRQLEnoNUJECBAgAABAgQIECBAgAABAjMs8OWXX47s/fHq1avDipNcvO5S9u/f39oDZAkwlgqVuuJEw+Uuwp5bBOpKlFSeNCtQShixzPP8LmXfvn0rFSnNEGIdRNTosIuq5xIgQIAAgc0RSCOMUeHFOsw46jlZPw2HmqMbrsft9CpdRmbMvB5lse/t5siRzZBhfXvUY5uzh7wLAQIECBCYH4EbN24MElz85JNPVuZZHhVczHWC06dPD1577bXBiRMnhvN6yve9QoAAgWUWyHXcixcvDqdLly6tLF+4cGFYJ9FW8vslo9m+8cYbw3mZvv/97y8zpc9OgAABAnMikCBYHVhshhjrx/I9+bRlx44dgzrI2BZiLI83H0u9aOmsLB0YK5svkHDg/fv3V65rNwOFuT1N8DCv8bQlHc+1hQ1HhRC183haaevNq4CAYs89J6DYE9DqBAgQIECAAAECBAgQIECAAIE5F8gINKMqSdoqUp7mgndCjc1eH6epPKkrTuaceek2/86dO4O2SpVpKlZKxUtXtDTYH1ehUj+W5VTEKQQIECBAgAABAgQIECBAgACBNoFcn2iGFhNkPH/+/FiwOrTYDDAmgKMQIEBgEQTSOWIzgFhCiTdv3hz5EdMovg4glkDiyZMnF4HFZyBAgAABAhMF0rlZ22iM+f5MPWrmzeVyO/X661HS6UpCigkslvk0y5Oem7ra0lnbqHndgduk5+bxaTqSrTude/z48apO6breLp3apeO7EiYctTzp8Xq9PLfrSJuj9vWuXbuGbS9yXlWm+nZZLh1L13XkWVchQGC0gIBiz6NDQLEnoNUJECBAgAABAgQIECBAgAABAksmkIqRVJqM6wUyPT/WlSe58N+npOKhHpExy2VEmLaKkEmVI6MqWJahh/vsi2kqVLo8J5Vhzd4c++7zHC91hUoqUNrCh/V9hw4d6nOYWZcAAQIECBAgQIAAAQIECBAgMFEgDUs/++yzYVCxOSWcM64cPXp01WiLdYDRdY2J9J5AgMAmC4wKIOb+XD8eVXJd99SpU6umBBBz37Fjxzb5U3g7AgQIECCwOAIZga8twDgp2Jh10rlsvr9LHfC8qCSkWAcZ026gGTqcl8+SAGcZxTJtHUYFDHP/uABiXkMhQGBjBAQUe7oKKPYEtDoBAgQIECBAgAABAgQIECBAgMBEgVIpMk3lSFvvkFlvM0qpFCgBx1LZ0bUnxzx/2nVSgdKsRHmaXh7HrVN6b8z8wYMHm0E5yKiZbT02NitUxlWubMqGehMCBAgQIECAAAECBAgQIECAwDoJ5PpMW3DxwoULw/vToHhUOXz48Krw4muvvTZ4+eWXh1OCjUZfXKed5GUIEFgRSEeEGQkx0+XLl4cjItbTuE7oXnzxxUEJHZYwYrmdTuUUAgQIECBAYHYFMopjCSumI9qyPGo+6Tnl8fzeKfXedd31tMttz8u2Tip1vfy45S7PK0HCzEvHyfV90zzeXG8ZOkuetK88TmDWBQQUe+4hAcWegFYnQIAAAQIECBAgQIAAAQIECBDYcIFUZNThxoQYp60IaatIGbVuKj0WvSR02aw8GVepMuqx5v3NHh5VsCz6keTzESBAgAABAgQIECBAgAABAl0FLl26tBJgLKHFEmjMiCbjynPPPbcqsFiHF0uI8cCBA103yfMJEFhQgStXrgyDh2XetjwuNB2W48ePD0c9bAsi5nqwQoAAAQIECBDYaIFmR78JLDY7C97obfD6BAgsj4CAYs99LaDYE9DqBAgQIECAAAECBAgQIECAAAECCyOQ0QXrQGOf3hyz7rj1y2NllMZ6tMYuvTe2jfLYXL+MCJlgYpYVAgQIECBAgAABAgQIECBAgACB2RJIiKgZWvziiy8GZcp1q0nl4MGDYwV/D7MAABUNSURBVEOMCTIKFU1S9DiB2RZII/0y6uG48OG40Q/LJzxy5MjglVdeGU6vvvrqmiCia8mzfSzYOgIECBAgQIAAAQIE1ldAQLGnp4BiT0CrEyBAgAABAgQIECBAgAABAgQIECBAgAABAgQIECBAgAABAgQIECBAYAMFvvrqq2FY8T//+c9KaLGEF8t99+7dm7gF+/fvHxw9enRVkDG3n3/++VXT4cOHJ76WJxAgsH4C6Tjv+vXrq6b83dcjHyaQmGma8tJLL62ED0sI8dixY6vuS4d2CgECBAgQIECAAAECBAj8T0BAseeRIKDYE9DqBAgQIECAAAECBAgQIECAAAECBAgQIECAAAECBAgQIECAAAECBAgQ2GKBr7/+eiW8OCrIePv27am28plnnlkJLCas2Awwtt2e6oU9icCSCCQw3Awc5nb+Ttvuv3PnztQyJXA4KniY+3fu3Dn163kiAQIECBAgQIAAAQIECAgo9j4GBBR7E3oBAgQIECBAgAABAgQIECBAgAABAgQIECBAgAABAgQIECBAgAABAgQIzLzAzZs3V43AmCBjRmS7du3aypRR227cuNHps2zbtq01xNgWbsx9Bw8eHOzevbvTe3gyga0SePLkyeDWrVvDqS1c2Hbf3bt3O21u/h6OHDmyanrhhRcGzVEPEz5MgFghQIAAAQIECBAgQIAAgfUVMIJiT08BxZ6AVidAgAABAgQIECBAgAABAgQIECBAgAABAgQIECBAgAABAgQIECBAgMACCTx69GgYWExYsQ4vNpfL4xkVrmvJCG8JKmY6cODAqnnbfeU59WP79u3r+raev2QCDx8+HAYLM3po23ya+6YdebSm3bNnz5rAYR1ATPiwvp3jWiFAgAABAgQIECBAgACBrRMQUOxpL6DYE9DqBAgQIECAAAECBAgQIECAAAECBAgQIECAAAECBAgQIECAAAECBAgQWGKBx48fTww01mHGhMLu37/fW2z79u1ThRv37t07SGAso9RNOzdKXe/d0+kFHjx4MDwmvv3221XztvvKc0rocFwA8d69e522o+3JGSE0AcJnn312bOiwBA4TPkygViFAgAABAgQIECBAgACB+REQUOy5rwQUewJanQABAgQIECBAgAABAgQIECBAgAABAgQIECBAgAABAgQIECBAgAABAgQ6CSSQdvPmzeGodmVeL0/z2N27dzu9Z5cn79q1qzXQOG3IMesn5JgQZT1vu6/5nFG3p1n3yZMngwRGMwrm08yfZp2MUpgg4bgwYTN4WG6XdfK+G1F27NixEi4sI3YmaNh1eSO2zWsSIECAAAECBAgQIECAwOwICCj23BcCij0BrU6AAAECBAgQIECAAAECBAgQIECAAAECBAgQIECAAAECBAgQIECAAAECmy6QEN64cGMJPCbImEDcuKkE5cpzNiowt+lIc/KGCXRmdMtppwRFpwkZ7tu3b04EbCYBAgQIECBAgAABAgQIbKWAgGJPfQHFnoBWJ0CAAAECBAgQIECAAAECBAgQIECAAAECBAgQIECAAAECBAgQIECAAIGFEsgIj5NCjeMez/plNMK20Qzr+9bz8Yyy2BxpsW1Exvq+9Xh82mDhqOdlmxUCBAgQIECAAAECBAgQILBVAgKKPeUF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HEud5uNJkCAAAECBAgQIECAAAECBAgQIECAAAECBAgQIECAAAECBAgQIECAAAECBAgQIECAAAECBAgQIECAAAECBMYJbMNDgAABAgQIECBAgAABAgQIECBAgAABAgQIECBAgAABAgQIECBAgAABAgQIECBAgAABAgQIECBAgAABAgQIEOgqIKDYVczzCRAgQIAAAQIECBAgQIAAAQIECBAgQIAAAQIECBAgQIAAAQIECBAgQIAAAQIECBAgQIAAAQIECBAgQIAAgYGAoo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zw/xU6CO/WjaVCAAAAAElFTkSuQmCC"/>
          <p:cNvSpPr>
            <a:spLocks noChangeAspect="1" noChangeArrowheads="1"/>
          </p:cNvSpPr>
          <p:nvPr/>
        </p:nvSpPr>
        <p:spPr bwMode="auto">
          <a:xfrm>
            <a:off x="1202871" y="4686329"/>
            <a:ext cx="8629650" cy="1914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10" descr="data:image/png;base64,iVBORw0KGgoAAAANSUhEUgAADigAAAMkCAYAAACYokmNAAAAAXNSR0IArs4c6QAALeV0RVh0bXhmaWxlACUzQ214R3JhcGhNb2RlbCUzRSUzQ3Jvb3QlM0UlM0NteENlbGwlMjBpZCUzRCUyMjAlMjIlMkYlM0UlM0NteENlbGwlMjBpZCUzRCUyMjElMjIlMjBwYXJlbnQlM0QlMjIwJTIyJTJGJTNFJTNDVXNlck9iamVjdCUyMGxhYmVsJTNEJTIyJTIyJTIwcGxhbnRVbWxEYXRhJTNEJTIyJTdCJTI2JTIzMTAlM0IlMjAlMjAlMjZxdW90JTNCZGF0YSUyNnF1b3QlM0IlM0ElMjAlMjZxdW90JTNCJTQwc3RhcnR1bWwlNUNuJTVDbmFjdG9yJTIwU3lzdGVtJTVDbmFjdG9yJTIwVXNlciU1Q24lNUNuU3lzdGVtJTIwLS0lMjZndCUzQiUyMChSZWdpc3RlciklNUNuU3lzdGVtJTIwLS0lMjZndCUzQiUyMChMb2dpbiklNUNuU3lzdGVtJTIwLS0lMjZndCUzQiUyMChTZWxlY3QlMjBNb2RlbCklNUNuU3lzdGVtJTIwLS0lMjZndCUzQiUyMChQcmVkaWN0aW9uKSU1Q25TeXN0ZW0lMjAtLSUyNmd0JTNCJTIwKEdlbmVyYXRlJTIwUmVzdWx0cyklNUNuU3lzdGVtJTIwLS0lMjZndCUzQiUyMChWaWV3JTIwUmVzdWx0cyklNUNuJTVDblVzZXIlMjAtLSUyNmd0JTNCJTIwKFJlZ2lzdGVyKSU1Q25Vc2VyJTIwLS0lMjZndCUzQiUyMChMb2dpbiklNUNuVXNlciUyMC0tJTI2Z3QlM0IlMjAoU2VsZWN0JTIwTW9kZWwpJTVDblVzZXIlMjAtLSUyNmd0JTNCJTIwKFByZWRpY3Rpb24pJTVDblVzZXIlMjAtLSUyNmd0JTNCJTIwKEdlbmVyYXRlJTIwUmVzdWx0cyklNUNuVXNlciUyMC0tJTI2Z3QlM0IlMjAoVmlldyUyMFJlc3VsdHMpJTVDbiU1Q24lNDBlbmR1bWwlNUNuJTI2cXVvdCUzQiUyQyUyNiUyMzEwJTNCJTIwJTIwJTI2cXVvdCUzQmZvcm1hdCUyNnF1b3QlM0IlM0ElMjAlMjZxdW90JTNCc3ZnJTI2cXVvdCUzQiUyNiUyMzEwJTNCJTdEJTIyJTIwaWQlM0QlMjIyJTIyJTNFJTNDbXhDZWxsJTIwc3R5bGUlM0QlMjJzaGFwZSUzRGltYWdlJTNCbm9MYWJlbCUzRDElM0J2ZXJ0aWNhbEFsaWduJTNEdG9wJTNCYXNwZWN0JTNEZml4ZWQlM0JpbWFnZUFzcGVjdCUzRDAlM0JpbWFnZSUzRGRhdGElM0FpbWFnZSUyRnN2ZyUyQnhtbCUyQ1BEOTRiV3dnZG1WeWMybHZiajBpTVM0d0lpQmxibU52WkdsdVp6MGlkWE10WVhOamFXa2lJSE4wWVc1a1lXeHZibVU5SW01dklqOCUyQlBITjJaeUI0Yld4dWN6MGlhSFIwY0RvdkwzZDNkeTUzTXk1dmNtY3ZNakF3TUM5emRtY2lJSGh0Ykc1ek9uaHNhVzVyUFNKb2RIUndPaTh2ZDNkM0xuY3pMbTl5Wnk4eE9UazVMM2hzYVc1cklpQmpiMjUwWlc1MFUzUjViR1ZVZVhCbFBTSjBaWGgwTDJOemN5SWdhR1ZwWjJoMFBTSXhPREZ3ZUNJZ2NISmxjMlZ5ZG1WQmMzQmxZM1JTWVhScGJ6MGlibTl1WlNJZ2MzUjViR1U5SW5kcFpIUm9Pamc0Tm5CNE8yaGxhV2RvZERveE9ERndlRHRpWVdOclozSnZkVzVrT2lOR1JrWkdSa1k3SWlCMlpYSnphVzl1UFNJeExqRWlJSFpwWlhkQ2IzZzlJakFnTUNBNE9EWWdNVGd4SWlCM2FXUjBhRDBpT0RnMmNIZ2lJSHB2YjIxQmJtUlFZVzQ5SW0xaFoyNXBabmtpUGp4a1pXWnpMejQ4Wno0OElTMHRaVzUwYVhSNUlGTjVjM1JsYlMwdFBqeG5JR2xrUFNKbGJHVnRYMU41YzNSbGJTSSUyQlBHVnNiR2x3YzJVZ1kzZzlJak0xTnlJZ1kzazlJakUwSWlCbWFXeHNQU0lqUmpGR01VWXhJaUJ5ZUQwaU9DSWdjbms5SWpnaUlITjBlV3hsUFNKemRISnZhMlU2SXpFNE1UZ3hPRHR6ZEhKdmEyVXRkMmxrZEdnNk1DNDFPeUl2UGp4d1lYUm9JR1E5SWswek5UY3NNaklnVERNMU55dzBPU0JOTXpRMExETXdJRXd6TnpBc016QWdUVE0xTnl3ME9TQk1NelEwTERZMElFMHpOVGNzTkRrZ1RETTNNQ3cyTkNBaUlHWnBiR3c5SW01dmJtVWlJSE4wZVd4bFBTSnpkSEp2YTJVNkl6RTRNVGd4T0R0emRISnZhMlV0ZDJsa2RHZzZNQzQxT3lJdlBqeDBaWGgwSUdacGJHdzlJaU13TURBd01EQWlJR1p2Ym5RdFptRnRhV3g1UFNKellXNXpMWE5sY21sbUlpQm1iMjUwTFhOcGVtVTlJakUwSWlCc1pXNW5kR2hCWkdwMWMzUTlJbk53WVdOcGJtY2lJSFJsZUhSTVpXNW5kR2c5SWpReklpQjRQU0l6TXpVdU5TSWdlVDBpTnpndU56TTBOQ0klMkJVM2x6ZEdWdFBDOTBaWGgwUGp3dlp6NDhJUzB0Wlc1MGFYUjVJRlZ6WlhJdExUNDhaeUJwWkQwaVpXeGxiVjlWYzJWeUlqNDhaV3hzYVhCelpTQmplRDBpTkRVd0lpQmplVDBpTVRRaUlHWnBiR3c5SWlOR01VWXhSakVpSUhKNFBTSTRJaUJ5ZVQwaU9DSWdjM1I1YkdVOUluTjBjbTlyWlRvak1UZ3hPREU0TzNOMGNtOXJaUzEzYVdSMGFEb3dMalU3SWk4JTJCUEhCaGRHZ2daRDBpVFRRMU1Dd3lNaUJNTkRVd0xEUTVJRTAwTXpjc016QWdURFEyTXl3ek1DQk5ORFV3TERRNUlFdzBNemNzTmpRZ1RUUTFNQ3cwT1NCTU5EWXpMRFkwSUNJZ1ptbHNiRDBpYm05dVpTSWdjM1I1YkdVOUluTjBjbTlyWlRvak1UZ3hPREU0TzNOMGNtOXJaUzEzYVdSMGFEb3dMalU3SWk4JTJCUEhSbGVIUWdabWxzYkQwaUl6QXdNREF3TUNJZ1ptOXVkQzFtWVcxcGJIazlJbk5oYm5NdGMyVnlhV1lpSUdadmJuUXRjMmw2WlQwaU1UUWlJR3hsYm1kMGFFRmthblZ6ZEQwaWMzQmhZMmx1WnlJZ2RHVjRkRXhsYm1kMGFEMGlNamdpSUhnOUlqUXpOaUlnZVQwaU56Z3VOek0wTkNJJTJCVlhObGNqd3ZkR1Y0ZEQ0OEwyYyUyQlBHY2dhV1E5SW1Wc1pXMWZVbVZuYVhOMFpYSWlQanhsYkd4cGNITmxJR040UFNJMU55NHdPRE16SWlCamVUMGlNVFU0TGpBNU5UWWlJR1pwYkd3OUlpTkdNVVl4UmpFaUlISjRQU0kxTVM0d09ETXpJaUJ5ZVQwaU1UTXVOVGsxTmlJZ2MzUjViR1U5SW5OMGNtOXJaVG9qTVRneE9ERTRPM04wY205clpTMTNhV1IwYURvd0xqVTdJaTglMkJQSFJsZUhRZ1ptbHNiRDBpSXpBd01EQXdNQ0lnWm05dWRDMW1ZVzFwYkhrOUluTmhibk10YzJWeWFXWWlJR1p2Ym5RdGMybDZaVDBpTVRRaUlHeGxibWQwYUVGa2FuVnpkRDBpYzNCaFkybHVaeUlnZEdWNGRFeGxibWQwYUQwaU5UWWlJSGc5SWpJNUxqQTRNek1pSUhrOUlqRTJNUzQ0TXpjM0lqNVNaV2RwYzNSbGNqd3ZkR1Y0ZEQ0OEwyYyUyQlBHY2dhV1E5SW1Wc1pXMWZURzluYVc0aVBqeGxiR3hwY0hObElHTjRQU0l4TnprdU1qTTBJaUJqZVQwaU1UVTRMakE1TlRZaUlHWnBiR3c5SWlOR01VWXhSakVpSUhKNFBTSXpOaTR5TXpRaUlISjVQU0l4TXk0MU9UVTJJaUJ6ZEhsc1pUMGljM1J5YjJ0bE9pTXhPREU0TVRnN2MzUnliMnRsTFhkcFpIUm9PakF1TlRzaUx6NDhkR1Y0ZENCbWFXeHNQU0lqTURBd01EQXdJaUJtYjI1MExXWmhiV2xzZVQwaWMyRnVjeTF6WlhKcFppSWdabTl1ZEMxemFYcGxQU0l4TkNJZ2JHVnVaM1JvUVdScWRYTjBQU0p6Y0dGamFXNW5JaUIwWlhoMFRHVnVaM1JvUFNJek5TSWdlRDBpTVRZeExqY3pOQ0lnZVQwaU1UWXhMamd6TnpjaVBreHZaMmx1UEM5MFpYaDBQand2Wno0OFp5QnBaRDBpWld4bGJWOVRaV3hsWTNRZ1RXOWtaV3dpUGp4bGJHeHBjSE5sSUdONFBTSXpNVE11T0RnM09DSWdZM2s5SWpFMU9DNHhOemMySWlCbWFXeHNQU0lqUmpGR01VWXhJaUJ5ZUQwaU5qTXVPRGczT0NJZ2NuazlJakUxTGpFM056WWlJSE4wZVd4bFBTSnpkSEp2YTJVNkl6RTRNVGd4T0R0emRISnZhMlV0ZDJsa2RHZzZNQzQxT3lJdlBqeDBaWGgwSUdacGJHdzlJaU13TURBd01EQWlJR1p2Ym5RdFptRnRhV3g1UFNKellXNXpMWE5sY21sbUlpQm1iMjUwTFhOcGVtVTlJakUwSWlCc1pXNW5kR2hCWkdwMWMzUTlJbk53WVdOcGJtY2lJSFJsZUhSTVpXNW5kR2c5SWpnMElpQjRQU0l5TnpFdU9EZzNPQ0lnZVQwaU1UWXhMamt4T1RjaVBsTmxiR1ZqZENCTmIyUmxiRHd2ZEdWNGRENDhMMmMlMkJQR2NnYVdROUltVnNaVzFmVUhKbFpHbGpkR2x2YmlJJTJCUEdWc2JHbHdjMlVnWTNnOUlqUTNNaTR3TXpZM0lpQmplVDBpTVRVNExqRXdOek1pSUdacGJHdzlJaU5HTVVZeFJqRWlJSEo0UFNJMU9DNDFNelkzSWlCeWVUMGlNVFF1TVRBM015SWdjM1I1YkdVOUluTjBjbTlyWlRvak1UZ3hPREU0TzNOMGNtOXJaUzEzYVdSMGFEb3dMalU3SWk4JTJCUEhSbGVIUWdabWxzYkQwaUl6QXdNREF3TUNJZ1ptOXVkQzFtWVcxcGJIazlJbk5oYm5NdGMyVnlhV1lpSUdadmJuUXRjMmw2WlQwaU1UUWlJR3hsYm1kMGFFRmthblZ6ZEQwaWMzQmhZMmx1WnlJZ2RHVjRkRXhsYm1kMGFEMGlOekFpSUhnOUlqUXpOeTR3TXpZM0lpQjVQU0l4TmpFdU9EUTVOU0klMkJVSEpsWkdsamRHbHZiand2ZEdWNGRENDhMMmMlMkJQR2NnYVdROUltVnNaVzFmUjJWdVpYSmhkR1VnVW1WemRXeDBjeUklMkJQR1ZzYkdsd2MyVWdZM2c5SWpZME1DNDVNemcwSWlCamVUMGlNVFUzTGprNE56Y2lJR1pwYkd3OUlpTkdNVVl4UmpFaUlISjRQU0kzTlM0ME16ZzBJaUJ5ZVQwaU1UY3VORGczTnlJZ2MzUjViR1U5SW5OMGNtOXJaVG9qTVRneE9ERTRPM04wY205clpTMTNhV1IwYURvd0xqVTdJaTglMkJQSFJsZUhRZ1ptbHNiRDBpSXpBd01EQXdNQ0lnWm05dWRDMW1ZVzFwYkhrOUluTmhibk10YzJWeWFXWWlJR1p2Ym5RdGMybDZaVDBpTVRRaUlHeGxibWQwYUVGa2FuVnpkRDBpYzNCaFkybHVaeUlnZEdWNGRFeGxibWQwYUQwaU1URXlJaUI0UFNJMU9EUXVPVE00TkNJZ2VUMGlNVFl4TGpjeU9Ua2lQa2RsYm1WeVlYUmxJRkpsYzNWc2RITThMM1JsZUhRJTJCUEM5blBqeG5JR2xrUFNKbGJHVnRYMVpwWlhjZ1VtVnpkV3gwY3lJJTJCUEdWc2JHbHdjMlVnWTNnOUlqZ3hOUzQzT0RJM0lpQmplVDBpTVRVM0xqYzFOalVpSUdacGJHdzlJaU5HTVVZeFJqRWlJSEo0UFNJMk5DNHlPREkzSWlCeWVUMGlNVFV1TWpVMk5TSWdjM1I1YkdVOUluTjBjbTlyWlRvak1UZ3hPREU0TzNOMGNtOXJaUzEzYVdSMGFEb3dMalU3SWk4JTJCUEhSbGVIUWdabWxzYkQwaUl6QXdNREF3TUNJZ1ptOXVkQzFtWVcxcGJIazlJbk5oYm5NdGMyVnlhV1lpSUdadmJuUXRjMmw2WlQwaU1UUWlJR3hsYm1kMGFFRmthblZ6ZEQwaWMzQmhZMmx1WnlJZ2RHVjRkRXhsYm1kMGFEMGlPRFVpSUhnOUlqYzNNeTR5T0RJM0lpQjVQU0l4TmpFdU5EazROeUklMkJWbWxsZHlCU1pYTjFiSFJ6UEM5MFpYaDBQand2Wno0OElTMHRiR2x1YXlCVGVYTjBaVzBnZEc4Z1VtVm5hWE4wWlhJdExUNDhaeUJwWkQwaWJHbHVhMTlUZVhOMFpXMWZVbVZuYVhOMFpYSWlQanh3WVhSb0lHUTlJazB6TXpVdU5ESXNOVEl1TVRNZ1F6STRNaTR3T1N3M01pNHlNaUF4TkRrdU5qZzBPU3d4TWpJdU1EZzFNU0E1TUM0ek56UTVMREUwTkM0ME1qVXhJQ0lnWm1sc2JEMGlibTl1WlNJZ2FXUTlJbE41YzNSbGJTMTBieTFTWldkcGMzUmxjaUlnYzNSNWJHVTlJbk4wY205clpUb2pNVGd4T0RFNE8zTjBjbTlyWlMxM2FXUjBhRG94TGpBN0lpOCUyQlBIQnZiSGxuYjI0Z1ptbHNiRDBpSXpFNE1UZ3hPQ0lnY0c5cGJuUnpQU0k0TkM0M05pd3hORFl1TlRRc09UUXVOVGt5TXl3eE5EY3VNVEV3T1N3NE9TNDBNemt4TERFME5DNDNOemMyTERreExqYzNNalFzTVRNNUxqWXlORE1zT0RRdU56WXNNVFEyTGpVMElpQnpkSGxzWlQwaWMzUnliMnRsT2lNeE9ERTRNVGc3YzNSeWIydGxMWGRwWkhSb09qRXVNRHNpTHo0OEwyYyUyQlBDRXRMV3hwYm1zZ1UzbHpkR1Z0SUhSdklFeHZaMmx1TFMwJTJCUEdjZ2FXUTlJbXhwYm10ZlUzbHpkR1Z0WDB4dloybHVJajQ4Y0dGMGFDQmtQU0pOTXpNMUxqRTNMRFUzTGpnMklFTXlPVGt1TXpRc09EQXVOaUF5TXpNdU9ETTBPQ3d4TWpJdU1UZ3pNaUF5TURFdU1qYzBPQ3d4TkRJdU9EWXpNaUFpSUdacGJHdzlJbTV2Ym1VaUlHbGtQU0pUZVhOMFpXMHRkRzh0VEc5bmFXNGlJSE4wZVd4bFBTSnpkSEp2YTJVNkl6RTRNVGd4T0R0emRISnZhMlV0ZDJsa2RHZzZNUzR3T3lJdlBqeHdiMng1WjI5dUlHWnBiR3c5SWlNeE9ERTRNVGdpSUhCdmFXNTBjejBpTVRrMkxqSXhMREUwTmk0d09Dd3lNRFV1T1RVeE55d3hORFF1TmpNeE15d3lNREF1TkRNd055d3hORE11TXprNU15d3lNREV1TmpZeU5pd3hNemN1T0RjNE1pd3hPVFl1TWpFc01UUTJMakE0SWlCemRIbHNaVDBpYzNSeWIydGxPaU14T0RFNE1UZzdjM1J5YjJ0bExYZHBaSFJvT2pFdU1Ec2lMejQ4TDJjJTJCUENFdExXeHBibXNnVTNsemRHVnRJSFJ2SUZObGJHVmpkQ0JOYjJSbGJDMHRQanhuSUdsa1BTSnNhVzVyWDFONWMzUmxiVjlUWld4bFkzUWdUVzlrWld3aVBqeHdZWFJvSUdROUlrMHpORE11TURRc09EQXVOamtnUXpNek5DNDVOU3d4TURFdU9UVWdNekkzTGpNMU16Y3NNVEl4TGprd01qSWdNekl4TGpRMk16Y3NNVE0zTGpNNE1qSWdJaUJtYVd4c1BTSnViMjVsSWlCcFpEMGlVM2x6ZEdWdExYUnZMVk5sYkdWamRDQk5iMlJsYkNJZ2MzUjViR1U5SW5OMGNtOXJaVG9qTVRneE9ERTRPM04wY205clpTMTNhV1IwYURveExqQTdJaTglMkJQSEJ2YkhsbmIyNGdabWxzYkQwaUl6RTRNVGd4T0NJZ2NHOXBiblJ6UFNJek1Ua3VNek1zTVRReUxqazVMRE15Tmk0eU5qa3hMREV6Tmk0d01EQTRMRE15TVM0eE1EZ3hMREV6T0M0ek1UWTRMRE14T0M0M09USXNNVE16TGpFMU5UZ3NNekU1TGpNekxERTBNaTQ1T1NJZ2MzUjViR1U5SW5OMGNtOXJaVG9qTVRneE9ERTRPM04wY205clpTMTNhV1IwYURveExqQTdJaTglMkJQQzluUGp3aExTMXNhVzVySUZONWMzUmxiU0IwYnlCUWNtVmthV04wYVc5dUxTMCUyQlBHY2dhV1E5SW14cGJtdGZVM2x6ZEdWdFgxQnlaV1JwWTNScGIyNGlQanh3WVhSb0lHUTlJazB6TnpndU5qTXNOalV1TWpVZ1F6UXdNaTR6TVN3NE9DNDFNeUEwTXpVdU1qTXdNeXd4TWpBdU9EYzBPQ0EwTlRRdU56WXdNeXd4TkRBdU1EWTBPQ0FpSUdacGJHdzlJbTV2Ym1VaUlHbGtQU0pUZVhOMFpXMHRkRzh0VUhKbFpHbGpkR2x2YmlJZ2MzUjViR1U5SW5OMGNtOXJaVG9qTVRneE9ERTRPM04wY205clpTMTNhV1IwYURveExqQTdJaTglMkJQSEJ2YkhsbmIyNGdabWxzYkQwaUl6RTRNVGd4T0NJZ2NHOXBiblJ6UFNJME5Ua3VNRFFzTVRRMExqSTNMRFExTlM0ME1qTTVMREV6TlM0eE1Ea3NORFUxTGpRM016WXNNVFF3TGpjMk5UWXNORFE1TGpneE5qa3NNVFF3TGpneE5UTXNORFU1TGpBMExERTBOQzR5TnlJZ2MzUjViR1U5SW5OMGNtOXJaVG9qTVRneE9ERTRPM04wY205clpTMTNhV1IwYURveExqQTdJaTglMkJQQzluUGp3aExTMXNhVzVySUZONWMzUmxiU0IwYnlCSFpXNWxjbUYwWlNCU1pYTjFiSFJ6TFMwJTJCUEdjZ2FXUTlJbXhwYm10ZlUzbHpkR1Z0WDBkbGJtVnlZWFJsSUZKbGMzVnNkSE1pUGp4d1lYUm9JR1E5SWswek56Z3VOeXcxT0M0MUlFTXpPVEF1TURrc05qVXVOekVnTkRBMExqUTJMRGMwTGpJeElEUXhPQ3c0TUM0MUlFTTBOemN1TURJc01UQTNMamt5SURVME1pNDVPVEF5TERFeU9TNHhNRGswSURVNE9DNDRPREF5TERFME1pNDBPVGswSUNJZ1ptbHNiRDBpYm05dVpTSWdhV1E5SWxONWMzUmxiUzEwYnkxSFpXNWxjbUYwWlNCU1pYTjFiSFJ6SWlCemRIbHNaVDBpYzNSeWIydGxPaU14T0RFNE1UZzdjM1J5YjJ0bExYZHBaSFJvT2pFdU1Ec2lMejQ4Y0c5c2VXZHZiaUJtYVd4c1BTSWpNVGd4T0RFNElpQndiMmx1ZEhNOUlqVTVOQzQyTkN3eE5EUXVNVGdzTlRnM0xqRXlNRGNzTVRNM0xqZ3hPVElzTlRnNUxqZzBNRElzTVRReUxqYzNPVFVzTlRnMExqZzNPVGtzTVRRMUxqUTVPRGtzTlRrMExqWTBMREUwTkM0eE9DSWdjM1I1YkdVOUluTjBjbTlyWlRvak1UZ3hPREU0TzNOMGNtOXJaUzEzYVdSMGFEb3hMakE3SWk4JTJCUEM5blBqd2hMUzFzYVc1cklGTjVjM1JsYlNCMGJ5QldhV1YzSUZKbGMzVnNkSE10TFQ0OFp5QnBaRDBpYkdsdWExOVRlWE4wWlcxZlZtbGxkeUJTWlhOMWJIUnpJajQ4Y0dGMGFDQmtQU0pOTXpjNExqWTBMRFU1TGpVZ1F6TTRPUzQ0T1N3Mk5pNDRPU0EwTURRdU1UWXNOelV1TWpRZ05ERTRMRGd3TGpVZ1F6VTFNUzQyTWl3eE16RXVNeklnTlRrekxqY3NNVEV6TGpBM0lEY3pOQ3d4TkRBdU5TQkROelExTGpJMkxERTBNaTQzSURjMU1TNDBPVGN4TERFME15NDVOREF6SURjMk1pNDROamN4TERFME5pNHlNakF6SUNJZ1ptbHNiRDBpYm05dVpTSWdhV1E5SWxONWMzUmxiUzEwYnkxV2FXVjNJRkpsYzNWc2RITWlJSE4wZVd4bFBTSnpkSEp2YTJVNkl6RTRNVGd4T0R0emRISnZhMlV0ZDJsa2RHZzZNUzR3T3lJdlBqeHdiMng1WjI5dUlHWnBiR3c5SWlNeE9ERTRNVGdpSUhCdmFXNTBjejBpTnpZNExqYzFMREUwTnk0MExEYzJNQzQzTVRJeExERTBNUzQzTURnMkxEYzJNeTQ0TkRjMkxERTBOaTQwTVRZNUxEYzFPUzR4TXpreUxERTBPUzQxTlRJMExEYzJPQzQzTlN3eE5EY3VOQ0lnYzNSNWJHVTlJbk4wY205clpUb2pNVGd4T0RFNE8zTjBjbTlyWlMxM2FXUjBhRG94TGpBN0lpOCUyQlBDOW5QandoTFMxc2FXNXJJRlZ6WlhJZ2RHOGdVbVZuYVhOMFpYSXRMVDQ4WnlCcFpEMGliR2x1YTE5VmMyVnlYMUpsWjJsemRHVnlJajQ4Y0dGMGFDQmtQU0pOTkRNMUxqYzFMRFUxTGpnMElFTTBNalV1TXpRc05qTXVPVEVnTkRFd0xqVTFMRGMwTGpJMElETTVOaXc0TUM0MUlFTXlPREl1Tmpjc01USTVMakkwSURJME5TNHhOeXd4TVRJdU5qSWdNVEkxTERFME1DNDFJRU14TVRRdU5EY3NNVFF5TGprMElERXdPQzQ0TmprMkxERTBOQzR5TmpBeklEazRMalF6T1RZc01UUTJMamd3TURNZ0lpQm1hV3hzUFNKdWIyNWxJaUJwWkQwaVZYTmxjaTEwYnkxU1pXZHBjM1JsY2lJZ2MzUjViR1U5SW5OMGNtOXJaVG9qTVRneE9ERTRPM04wY205clpTMTNhV1IwYURveExqQTdJaTglMkJQSEJ2YkhsbmIyNGdabWxzYkQwaUl6RTRNVGd4T0NJZ2NHOXBiblJ6UFNJNU1pNDJNU3d4TkRndU1qSXNNVEF5TGpNd01Ea3NNVFE1TGprM05qa3NPVGN1TkRZNExERTBOeTR3TXpZNUxERXdNQzQwTURnc01UUXlMakl3TkRFc09USXVOakVzTVRRNExqSXlJaUJ6ZEhsc1pUMGljM1J5YjJ0bE9pTXhPREU0TVRnN2MzUnliMnRsTFhkcFpIUm9PakV1TURzaUx6NDhMMmMlMkJQQ0V0TFd4cGJtc2dWWE5sY2lCMGJ5Qk1iMmRwYmkwdFBqeG5JR2xrUFNKc2FXNXJYMVZ6WlhKZlRHOW5hVzRpUGp4d1lYUm9JR1E5SWswME16VXVPVFVzTlRRdU9UY2dRelF5TlM0MExEWXlMamd6SURReE1DNHpOU3czTXk0eU55QXpPVFlzT0RBdU5TQkRNell4TGpRNExEazNMamc1SURJMk1DNDRPRFF6TERFek1DNDROekExSURJeE1TNHdNelF6TERFME5pNDRNekExSUNJZ1ptbHNiRDBpYm05dVpTSWdhV1E5SWxWelpYSXRkRzh0VEc5bmFXNGlJSE4wZVd4bFBTSnpkSEp2YTJVNkl6RTRNVGd4T0R0emRISnZhMlV0ZDJsa2RHZzZNUzR3T3lJdlBqeHdiMng1WjI5dUlHWnBiR3c5SWlNeE9ERTRNVGdpSUhCdmFXNTBjejBpTWpBMUxqTXlMREUwT0M0Mk5pd3lNVFV1TVRFeE1Td3hORGt1TnpJMU15d3lNVEF1TURneE9Td3hORGN1TVRNMU5Dd3lNVEl1TmpjeE9Dd3hOREl1TVRBMk15d3lNRFV1TXpJc01UUTRMalkySWlCemRIbHNaVDBpYzNSeWIydGxPaU14T0RFNE1UZzdjM1J5YjJ0bExYZHBaSFJvT2pFdU1Ec2lMejQ4TDJjJTJCUENFdExXeHBibXNnVlhObGNpQjBieUJUWld4bFkzUWdUVzlrWld3dExUNDhaeUJwWkQwaWJHbHVhMTlWYzJWeVgxTmxiR1ZqZENCTmIyUmxiQ0klMkJQSEJoZEdnZ1pEMGlUVFF6TlM0NU5pdzFOUzQyTnlCRE5ERXdMalU0TERjMkxqYzJJRE0yTVM0NE1UVTBMREV4Tnk0eU56WXhJRE16TkM0NE9EVTBMREV6T1M0Mk5EWXhJQ0lnWm1sc2JEMGlibTl1WlNJZ2FXUTlJbFZ6WlhJdGRHOHRVMlZzWldOMElFMXZaR1ZzSWlCemRIbHNaVDBpYzNSeWIydGxPaU14T0RFNE1UZzdjM1J5YjJ0bExYZHBaSFJvT2pFdU1Ec2lMejQ4Y0c5c2VXZHZiaUJtYVd4c1BTSWpNVGd4T0RFNElpQndiMmx1ZEhNOUlqTXpNQzR5Tnl3eE5ETXVORGdzTXpNNUxqYzBPRGtzTVRRd0xqZ3dOakVzTXpNMExqRXhOakVzTVRRd0xqSTROVEVzTXpNMExqWXpOekVzTVRNMExqWTFNak1zTXpNd0xqSTNMREUwTXk0ME9DSWdjM1I1YkdVOUluTjBjbTlyWlRvak1UZ3hPREU0TzNOMGNtOXJaUzEzYVdSMGFEb3hMakE3SWk4JTJCUEM5blBqd2hMUzFzYVc1cklGVnpaWElnZEc4Z1VISmxaR2xqZEdsdmJpMHRQanhuSUdsa1BTSnNhVzVyWDFWelpYSmZVSEpsWkdsamRHbHZiaUklMkJQSEJoZEdnZ1pEMGlUVFExTnk0eE5DdzRNQzQyT1NCRE5EWXhMak0yTERFd01pNHpOQ0EwTmpVdU1qazFMREV5TWk0MU5UQXpJRFEyT0M0eU9EVXNNVE0zTGprek1ETWdJaUJtYVd4c1BTSnViMjVsSWlCcFpEMGlWWE5sY2kxMGJ5MVFjbVZrYVdOMGFXOXVJaUJ6ZEhsc1pUMGljM1J5YjJ0bE9pTXhPREU0TVRnN2MzUnliMnRsTFhkcFpIUm9PakV1TURzaUx6NDhjRzlzZVdkdmJpQm1hV3hzUFNJak1UZ3hPREU0SWlCd2IybHVkSE05SWpRMk9TNDBNeXd4TkRNdU9ESXNORGN4TGpZek9Td3hNelF1TWpJeU1TdzBOamd1TkRjMU9Dd3hNemd1T1RFeE9TdzBOak11TnpnMkxERXpOUzQzTkRnM0xEUTJPUzQwTXl3eE5ETXVPRElpSUhOMGVXeGxQU0p6ZEhKdmEyVTZJekU0TVRneE9EdHpkSEp2YTJVdGQybGtkR2c2TVM0d095SXZQand2Wno0OElTMHRiR2x1YXlCVmMyVnlJSFJ2SUVkbGJtVnlZWFJsSUZKbGMzVnNkSE10TFQ0OFp5QnBaRDBpYkdsdWExOVZjMlZ5WDBkbGJtVnlZWFJsSUZKbGMzVnNkSE1pUGp4d1lYUm9JR1E5SWswME5qUXVNRFFzTlRJdU16RWdRelE1TlM0NE15dzNNUzR4TWlBMU5qZ3VOVFUyTVN3eE1UUXVNVE0wTnlBMk1Ea3VOVGMyTVN3eE16Z3VOREEwTnlBaUlHWnBiR3c5SW01dmJtVWlJR2xrUFNKVmMyVnlMWFJ2TFVkbGJtVnlZWFJsSUZKbGMzVnNkSE1pSUhOMGVXeGxQU0p6ZEhKdmEyVTZJekU0TVRneE9EdHpkSEp2YTJVdGQybGtkR2c2TVM0d095SXZQanh3YjJ4NVoyOXVJR1pwYkd3OUlpTXhPREU0TVRnaUlIQnZhVzUwY3owaU5qRTBMamMwTERFME1TNDBOaXcyTURrdU1ETXhNU3d4TXpNdU5ETTBOU3cyTVRBdU5ETTJPQ3d4TXpndU9URTBMRFl3TkM0NU5UYzBMREUwTUM0ek1UazNMRFl4TkM0M05Dd3hOREV1TkRZaUlITjBlV3hsUFNKemRISnZhMlU2SXpFNE1UZ3hPRHR6ZEhKdmEyVXRkMmxrZEdnNk1TNHdPeUl2UGp3dlp6NDhJUzB0YkdsdWF5QlZjMlZ5SUhSdklGWnBaWGNnVW1WemRXeDBjeTB0UGp4bklHbGtQU0pzYVc1clgxVnpaWEpmVm1sbGR5QlNaWE4xYkhSeklqNDhjR0YwYUNCa1BTSk5ORFkwTGpNMUxEUTRMalF6SUVNMU1UWXVOelVzTmpRdU5qRWdOamt6TGpFME56RXNNVEU1TGpBMk9Ua2dOemN5TGpZMU56RXNNVFF6TGpZeE9Ua2dJaUJtYVd4c1BTSnViMjVsSWlCcFpEMGlWWE5sY2kxMGJ5MVdhV1YzSUZKbGMzVnNkSE1pSUhOMGVXeGxQU0p6ZEhKdmEyVTZJekU0TVRneE9EdHpkSEp2YTJVdGQybGtkR2c2TVM0d095SXZQanh3YjJ4NVoyOXVJR1pwYkd3OUlpTXhPREU0TVRnaUlIQnZhVzUwY3owaU56YzRMak01TERFME5TNHpPU3czTnpBdU9UY3dOeXd4TXpndU9URXlPQ3czTnpNdU5qRXlOU3d4TkRNdU9URTBPU3czTmpndU5qRXdOU3d4TkRZdU5UVTJPQ3czTnpndU16a3NNVFExTGpNNUlpQnpkSGxzWlQwaWMzUnliMnRsT2lNeE9ERTRNVGc3YzNSeWIydGxMWGRwWkhSb09qRXVNRHNpTHo0OEwyYyUyQlBDRXRMVk5TUXoxYlVFOTFiakpwT1RBME5FNTRSbE5OUzAxclIwRnFXazlCWVZnemVGQldRemt3ZG1scGNEaDNPR3B3VlRsdFdsbHVYMFZmYm5WVFRXRklVVmg0VEZOTFMzVmFVbmN5VjJSWVYzZFlaa3BrU0dWRFZrRnZka1ZhWldaUGJYbFZla2RZT0c5aVZHOTFNMmx3UzNGdFV6VTRhMnQ1VTFCRGIwZG5aelJNZWxCQmRGVjBXR0pHUTNNMGFuTnVVMUF0WDA5UGVUTk9ObFp5YTBOZlpsVlBVMjV5YkYwdExUNDhMMmMlMkJQQzl6ZG1jJTJCJTNCJTIyJTIwdmVydGV4JTNEJTIyMSUyMiUyMHBhcmVudCUzRCUyMjElMjIlM0UlM0NteEdlb21ldHJ5JTIweCUzRCUyMi0yMCUyMiUyMHklM0QlMjIxNjAlMjIlMjB3aWR0aCUzRCUyMjg4NiUyMiUyMGhlaWdodCUzRCUyMjE4MSUyMiUyMGFzJTNEJTIyZ2VvbWV0cnklMjIlMkYlM0UlM0MlMkZteENlbGwlM0UlM0MlMkZVc2VyT2JqZWN0JTNFJTNDJTJGcm9vdCUzRSUzQyUyRm14R3JhcGhNb2RlbCUzRX5QZa0AACAASURBVHhe7N1viKdV3T/wj7elY7WKsU4lbeCINNmQxoQ90EWlqXwgijP+wYUNKn0gC6shLCyuqLnLwoKQS4sP3BJccFHbCUFIbEBlFETaaGWUIWiEtqTGrUBDV838cX25lfv+3VflmTNzfb/fc15fkHlyPtc5n9fn8uyjN9cJ4UeAAAECBAgQIECAAAECBAgQIECAAAECBAgQIECAAAECBAgQIECAAAECBAgQIECAAAECBAgQIECAAAECBAgQSBQ4IXG95QQIECBAgAABAgQIECBAgAABAgQIECBAgAABAgQIECBAgAABAgQIECBAgAABAgQIECBAgAABAgQIECBAgACBEFD0E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AQFF7wABAgQIECBAgAABAgQIECBAgAABAgQIECBAgAABAgQIECBAgAABAgQIECBAgAABAgQIECBAgAABAgQIECCQLCCgmEymgAABAgQIECBAgAABAgQIECBAgAABAgQIECBAgAABAgQIECBAgAABAgQIECBAgAABAgQIECBAgAABAgQIEBBQ9A4QIECAAAECBAgQIECAAAECBAgQIECAAAECBAgQIECAAAECBAgQIECAAAECBAgQIECAAAECBAgQIECAAAECyQICislkCggQIECAAAECBAgQIECAAAECBAgQIECAAAECBAgQIECAAAECBAgQIECAAAECBAgQIECAAAECBAgQIECAAAEBRe8AAQIECBAgQIAAAQIECBAgQIAAAQIECBAgQIAAAQIECBAgQIAAAQIECBAgQIAAAQIECBAgQIAAAQIECBAgkCwgoJhMpoAAAQIECBAgQIAAAQIECBAgQIAAAQIECBAgQIAAAQIECBAgQIAAAQIECBAgQIAAAQIECBAgQIAAAQIECBAQUPQOECBAgAABAgQIECBAgAABAgQIECBAgAABAgQIECBAgAABAgQIECBAgAABAgQIECBAgAABAgQIECBAgAABAskCAorJZAoIECBAgAABAgQIECBAgAABAgQIECBAgAABAgQIECBAgAABAgQIECBAgAABAgQIECBAgAABAgQIECBAgAABAUXvAAECBAgQIECAAAECBAgQIECAAAECBAgQIECAAAECBAgQIECAAAECBAgQIECAAAECBAgQIECAAAECBAgQIJAsIKCYTKaAAAECBAgQIECAAAECBAgQIECAAAECBAgQIECAAAECBAgQIECAAAECBAgQIECAAAECBAgQIECAAAECBAgQEFD0DhAgQIAAAQIECBAgQIAAAQIECBAgQIAAAQIECBAgQIAAAQIECBAgQIAAAQIECBAgQIAAAQIECBAgQIAAAQLJAgKKyWQKCBAgQIAAAQIECBAgQIAAAQIECBAgQIAAAQIECBAgQIAAAQIECBAgQIAAAQIECBAgQIAAAQIECBAgQIAAgYEPKL7//vvvGxMBAgQIECBAgAABAgQIECBAgAABAgQIECBAgAABAgQIECBAgAABAgQIECBAgAABAgQIECBAgAABAgQIEKhN4IQTThjoDOBAH655WQQUa/tfRr8ECBAgQIAAAQIECBAgQIAAAQIECBAgQIAAAQIECBAgQIAAAQIECBAgQIAAAQIECBAgQIAAAQIECBAg0AgIKGa+Bw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IECBAgQIAAAQIECBAgQIAAAQIECBAgQIAAAQIECBAgQIAAAQIEhlJAQDFzbAKKmYDKCRAgQIAAAQIECBAgQIAAAQIECBAgQIAAAQIECBAgQIAAAQIECBAgQIAAAQIECBAgQIAAAQIECBAgQGAoBQQUM8cmoJgJqJwAAQIECBAgQIAAAQIECBAgQIAAAQKFCCwtLcVvfvObePnll+N3v/tdHD16NF577bV4/fXX4+233+51efLJJ8epp54aZ5xxRmzYsCHOPvvsOPfcc+P888+PsbGxQiS0QYAAgeEWcJ8P9/ycngABAgQIECBAgAABAgQIECBAgAABAgQIECBAoFsBAcVMbwHFTEDlBAgQIECAAAECBAgQIECAAAECBAgQGGKBubm5ePLJJ+Ppp5/uBRJzfk1g8ZJLLolvfetbMTU1lfMotQQIECCQKOA+TwSznAABAgQIECBAgAABAgQIECBAgAABAgQIECBAgMB/CwgoZr4KAoqZgMoJECBAgAABAgQIECBAgAABAgQIECAwZALNl7UeeuihePTRR2N5efnD069fv773JcTmi4jNlxE///nPx+joaO+Lic2XE5tf8yXF5ouKTd0f/vCH3pcWmy8uNl9ePHbs2IfPauquueaa2LRpky8rDtn74bgECAyPgPt8eGblpAQIECBAgAABAgQIECBAgAABAgQIECBAgAABAoMrIKCYORsBxUxA5QQIECBAgAABAgQIECBAgAABAgQIEBgSgcXFxbjvvvvikUce+fDE4+PjvS8eXnzxxTExMZHVycLCQjzzzDO9LzI2e33wu/baa+Omm26KZi8/AgQIEMgXcJ/nG3oCAQIECBAgQIAAAQIECBAgQIAAAQIECBAgQIAAgQ8EBBQz3wUBxUxA5QQIECBAgAABAgQIECBAgAABAgQIEBhwgTfeeCP27NkT+/fv//Ck09PTcfXVV8fk5OSanP7w4cPxs5/9LGZnZz98/g033BDbtm2LdevWrcmeHkqAAIHSBdznpU9YfwQIECBAgAABAgQIECBAgAABAgQIECBAgAABAv0QEFDMVBdQzARUToAAAQIECBAgQIAAAQIECBAgQIAAgQEWaAKCd911VywvL/dOef3118f3vve9+MIXvtDJqY8ePRo/+clP4uDBg739RkdH44477ogmIOlHgAABAh9dwH3+0a2sJECAAAECBAgQIECAAAECBAgQIECAAAECBAgQIJAiIKCYotWyVkAxE1A5AQIECBAgQIAAAQIECBAgQIAAAQIEBlSg+VrhgQMHeqfbuHFj3HLLLTExMdGX0y4sLMSPfvSjmJ+f7+2/efPm3lcd/QgQIEDgPwu4z/+zkRUECBAgQIAAAQIECBAgQIAAAQIECBAgQIAAAQIEViogoLhSuf+uE1DMBFROgAABAgQIECBAgAABAgQIECBAgACBARNYWlqKrVu3xuHDh3sn27FjRy8QOAi/JjC5c+fO3lEmJydj7969MTY2NghHcwYCBAgMnID7fOBG4kAECBAgQIAAAQIECBAgQIAAAQIECBAgQIAAAQIFCggoZg5VQDETUDkBAgQIECBAgAABAgQIECBAgAABAgQGSOCFF16IG2+8MZaXl2N8fDx27drVt68m/iuW5muKt912WywuLsbo6Gjcf//9ccEFFwyQoqMQIECg/wLu8/7PwAkIECBAgAABAgQIECBAgAABAgQIECBAgAABAgTqEBBQzJyzgGImoHICBAgQIECAAAECBAgQIECAAAECBAgMiMD8/Hx85zvfiePHj8fU1FTcc889MTIyMiCn+9/HaM546623xtzcXO+MDz74YGzcuHEgz+pQBAgQ6FrAfd61uP0IECBAgAABAgQIECBAgAABAgQIECBAgAABAgRqFhBQzJy+gGImoHICBAgQIECAAAECBAgQIECAAAECBAgMgEDzpa3rrruuF06cnp6O3bt3D8Cp/vMRtm/fHrOzs72Q4sMPP+xLiv+ZzAoCBAoXcJ8XPmDtESBAgAABAgQIECBAgAABAgQIECBAgAABAgQIDJyAgGLmSAQUMwGVEyBAgAABAgQIECBAgAABAgQIECBAoM8CS0tLcdVVV8Xy8vJQhRM/YPsgpDg6Oho///nPY2xsrM+itidAgEB/BNzn/XG3KwECBAgQIECAAAECBAgQIECAAAECBAgQIECAQN0CAoqZ8xdQzARUToAAAQIECBAgQIAAAQIECBAgQIAAgT4LXH755XH48OGYmpqKffv29fk0K9t+y5YtMTc3F5OTk/H444+v7CGqCBAgMOQC7vMhH6DjEyBAgAABAgQIECBAgAABAgQIECBAgAABAgQIDKWAgGLm2AQUMwGVEyBAgAABAgQIECBAgAABAgQIECBAoI8C27ZtiwMHDsT4+Hg8/PDDMTIy0sfTrHzr48ePx3XXXReLi4uxefPm2LNnz8ofppIAAQJDKOA+H8KhOTIBAgQIECBAgAABAgQIECBAgAABAgQIECBAgEARAgKKmWMUUMwEVE6AAAECBAgQIECAAAECBAgQIECAAIE+CczOzkbz5cHmd+jQoZiYmOjTSVZn24WFhZiZmek9rPkS5PT09Oo82FMIECAw4ALu8wEfkOMRIECAAAECBAgQIECAAAECBAgQIECAAAECBAgULSCgmDleAcVMQOUECBAgQIAAAQIECBAgQIAAAQIECBDog8Abb7wRF110USwvL8eOHTt6Xx0s4dd8DXLnzp0xOjoazz77bKxbt66EtvRAgACBfyngPvdyECBAgAABAgQIECBAgAABAgQIECBAgAABAgQIEOivgIBipr+AYiagcgIECBAgQIAAAQIECBAgQIAAAQIECPRB4Pbbb4/9+/fHxo0be39L+t1www0xPz8fzd+77767pNb0QoAAgf8j4D73UhAgQIAAAQIECBAgQIAAAQIECBAgQIAAAQIECBDor4CAYqa/gGImoHICBAgQIECAAAECBAgQIECAAAECBAh0LLC4uBiXXnppb9dDhw7FxMRExydY2+0WFhZiZmamt8lTTz0V4+Pja7uhpxMgQKBPAu7zPsHblgABAgQIECBAgAABAgQIECBAgAABAgQIECBAgMD/EBBQzHwdBBQzAZUTIECAAAECBAgQIECAAAECBAgQIECgY4Gbb745Hnnkkbj++uvjzjvv7Hj3brZr+jp48GBce+21ce+993azqV0IECDQsYD7vGNw2xEgQIAAAQIECBAgQIAAAQIECBAgQIAAAQIECBBoERBQzHwtBBQzAZUTIECAAAECBAgQIECAAAECBAgQIECgQ4GlpaW48MILezvOzc3Fhg0bOty9u61+//vfxze/+c3ehs8991yMjY11t7mdCBAg0IGA+7wDZFsQIECAAAECBAgQIECAAAECBAgQIECAAAECBAgQ+AgCAoofAenfLRFQzARUToAAAQIECBAgQIAAAQIECBAgQIAAgQ4Fdu7cGfv27Yvp6enYvXt3hzt3v9X27dtjdnY2tmzZEjt27Oj+AHYkQIDAGgq4z9cQ16MJECBAgAABAgQIECBAgAABAgQIECBAgAABAgQIJAgIKCZgtS0VUMwEVE6AAAECBAgQIECAAAECBAgQIECAAIEOBc4777xYXl6Ohx56KCYnJzvcufutDh8+HJs2bYrR0dE4cuRI9wewIwECBNZQwH2+hrgeTYAAAQIECBAgQIAAAQIECBAgQIAAAQIECBAgQCBBQEAxAattqYBiJqByAgQIECBAgAABAgQIECBAgAABAgQIdCQwNzcXmzdvjvHx8Xjsscc62rW/21x55ZWxuLgYBw4ciKmpqf4exu4ECBBYJQH3uft8lV4ljyFAgAABAgQIECBAgAABAgQIECBAgAABAgQIEFgFAQHFTEQBxUxA5QQIECBAgAABAgQIECBAgAABAgQIEOhIYNu2bb2g3tatW2PLli0d7drfbfbt2xd79+7tBTP37NnT38PYnQABAqsk4D53n6/Sq+QxBAgQIECAAAECBAgQIECAAAECBAgQIECAAAECqyAgoJiJKKCYCaicAAECBAgQIECAAAECBAgQIECAAAECHQlccMEFcfTo0Th06FBMTEx0tGt/t1lYWIiZmZnYsGFDvPDCC/09jN0JECCwSgLuc/f5Kr1KHkOAAAECBAgQIECAAAECBAgQIECAAAECBAgQILAKAgKKmYgCipmAygkQIECAAAECBAgQIECAAAECBAgQINCBwNLSUlx44YWxfv36eO655zrYcXC2aPo+duxYr++xsbHBOZiTECBAYAUC7nP3+QpeGyUECBAgQIAAAQIECBAgQIAAAQIECBAgQIAAAQJrKCCgmIkroJgJqJwAAQIECBAgQIAAAQIECBAgQIAAAQIdCMzOzsaWLVtiamoq9u3b18GOg7NF0/fc3Fyv7+np6cE5mJMQIEBgBQLuc/f5Cl4bJQQIECBAgAABAgQIECBAgAABAgQIECBAgAABAmsoIKCYiSugmAmonAABAgQIECBAgAABAgQIECBAgAABAh0I7Ny5sxfQ27p1ay+oWNOv6Xvv3r29vnfs2FFT63olQKBAAfe5+7zA11pLBAgQIECAAAECBAgQIECAAAECBAgQIECAAIGhFhBQzByfgGImoHICBAgQIECAAAECBAgQIECAAAECBAh0IPDd7343nnjiibj33nvjsssu62DHwdmi6fvmm2/u9f3AAw8MzsGchAABAisQcJ+7z1fw2ighQIAAAQIECBAgQIAAAQIECBAgQIAAAQIECBBYQwEBxUxcAcVMQOUECBAgQIAAAQIECBAgQIAAAQIECBDoQGBqaipeeumlOHToUExMTHSw4+BssbCwEDMzM/HlL3855ubmBudgTkKAAIEVCLjP3ecreG2UECBAgAABAgQIECBAgAABAgQIECBAgAABAgQIrKGAgGImroBiJqByAgQIECBAgAABAgQIECBAgAABAgQIdCBw3nnnxfLycszPz8fo6GgHOw7OFk3fGzdu7PV95MiRwTmYkxAgQGAFAu5z9/kKXhslBAgQIECAAAECBAgQIECAAAECBAgQIECAAAECayggoJiJK6CYCaicAAECBAgQIECAAAECBAgQIECAAAECHQicddZZcfz48V5Ab2RkpIMdB2eLpu8m0NP0/corrwzOwZyEAAECKxBwn7vPV/DaKCFAgAABAgQIECBAgAABSsdC6AAAIABJREFUAgQIECBAgAABAgQIEFhDAQHFTFwBxUxA5QQIECBAgAABAgQIECBAgAABAgQIEOhA4Mwzz4z3338/FhcX44QTTuhgx8HZoul7fHy81/err746OAdzEgIECKxAwH3uPl/Ba6OEAAECBAgQIECAAAECBAgQIECAAAECBAgQIEBgDQUEFDNxBRQzAZUTIECAAAECBAgQIECAAAECBAgQIECgAwGBFoGWDl4zWxAg0IGA+9x93sFrZgsCBAgQIECAAAECBAgQIECAAAECBAgQIECAAIEEAQHFBKy2pQKKmYDKCRAgQIAAAQIECBAgQIAAAQIECBAg0IHAWWedFcePH48jR47EyMhIBzsOzhZN3+edd16v71deeWVwDuYkBAgQWIGA+9x9voLXRgkBAgQIECBAgAABAgQIECBAgAABAgQIECBAgMAaCggoZuIKKGYCKidAgAABAgQIECBAgAABAgQIECBAgEAHAk1Ab3l5Oebn52N0dLSDHQdni6bvjRs39vpuApp+BAgQGGYB97n7fJjfX2cnQIAAAQIECBAgQIAAAQIECBAgQIAAAQIECJQoIKCYOVUBxUxA5QQIECBAgAABAgQIECBAgAABAgQIEOhAYGpqKl566aU4dOhQTExMdLDj4GyxsLAQMzMz8eUvfznm5uYG52BOQoAAgRUIuM/d5yt4bZQQIECAAAECBAgQIECAAAECBAgQIECAAAECBAisoYCAYiaugGImoHICBAgQIECAAAECBAgQIECAAAECBAh0IPDd7343nnjiibj33nvjsssu62DHwdmi6fvmm2/u9f3AAw8MzsGchAABAisQcJ+7z1fw2ighQIAAAQIECBAgQIAAAQIECBAgQIAAAQIECBBYQwEBxUxcAcVMQOUECBAgQIAAAQIECBAgQIAAAQIECBDoQGDnzp2xb9++2Lp1a2zZsqWDHQdni6bvvXv39vresWPH4BzMSQgQILACAfe5+3wFr40SAgQIECBAgAABAgQIECBAgAABAgQIECBAgACBNRQQUMzEFVDMBFROgAABAgQIECBAgAABAgQIECBAgACBDgRmZ2d7Ab2pqaleULGmX9P33Nxcr+/p6emaWtcrAQIFCrjP3ecFvtZaIkCAAAECBAgQIECAAAECBAgQIECAAAECBAgMtYCAYub4BBQzAZUTIECAAAECBAgQIECAAAECBAgQIECgA4GlpaW48MILY/369fHcc891sOPgbNH0fezYsV7fY2Njg3MwJyFAgMAKBNzn7vMVvDZKCBAgQIAAAQIECBAgQIAAAQIECBAgQIAAAQIE1lBAQDETV0AxE1A5AQIECBAgQIAAAQIECBAgQIAAAQIEOhK44IIL4ujRo3Ho0KGYmJjoaNf+brOwsBAzMzOxYcOGeOGFF/p7GLsTIEBglQTc5+7zVXqVPIYAAQIECBAgQIAAAQIECBAgQIAAAQIECBAgQGAVBAQUMxEFFDMBlRMgQIAAAQIECBAgQIAAAQIECBAgQKAjgW3btsWBAwdi69atsWXLlo527e82+/bti71798bmzZtjz549/T2M3QkQILBKAu5z9/kqvUoeQ4AAAQIECBAgQIAAAQIECBAgQIAAAQIECBAgsAoCAoqZiAKKmYDKCRAgQIAAAQIECBAgQIAAAQIECBAg0JHA3NxcL6g3Pj4ejz32WEe79nebK6+8MhYXF3vBzKmpqf4exu4ECBBYJQH3uft8lV4ljyFAgAABAgQIECBAgAABAgQIECBAgAABAgQIEFgFAQHFTEQBxUxA5QQIECBAgAABAgQIECBAgAABAgQIEOhQ4Lzzzovl5eV46KGHYnJyssOdu9/q8OHDsWnTphgdHY0jR450fwA7EiBAYA0F3OdriOvRBAgQIECAAAECBAgQIECAAAECBAgQIECAAAECBBIEBBQTsNqWCihmAionQIAAAQIECBAgQIAAAQIECBAgQIBAhwI7d+6Mffv2xfT0dOzevbvDnbvfavv27TE7OxtbtmyJHTt2dH8AOxIgQGANBdzna4jr0QQIECBAgAABAgQIECBAgAABAgQIECBAgAABAgQSBAQUE7DalgooZgIqJ0CAAAECBAgQIECAAAECBAgQIECAQIcCS0tLceGFF/Z2/OUvfxlf+MIXOty9u62OHj0aU1NTvQ2fe+65GBsb625zOxEgQKADAfd5B8i2IECAAAECBAgQIECAAAECBAgQIECAAAECBAgQIPARBAQUPwLSv1sioJgJqJwAAQIECBAgQIAAAQIECBAgQIAAAQIdC9x8883xyCOPxPXXXx933nlnx7t3s13T18GDB+Paa6+Ne++9t5tN7UKAAIGOBdznHYPbjgABAgQIECBAgAABAgQIECBAgAABAgQIECBAgECLgIBi5mshoJgJqJwAAQIECBAgQIAAAQIECBAgQIAAAQIdCywuLsall17a2/XQoUMxMTHR8QnWdruFhYWYmZnpbfLUU0/F+Pj42m7o6QQIEOiTgPu8T/C2JUCAAAECBAgQIECAAAECBAgQIECAAAECBAgQIPA/BAQUM18HAcVMQOUECBAgQIAAAQIECBAgQIAAAQIECBDog8Dtt98e+/fvj40bN/b+lvS74YYbYn5+Ppq/d999d0mt6YUAAQL/R8B97qUgQIAAAQIECBAgQIAAAQIECBAgQIAAAQIECBAg0F8BAcVMfwHFTEDlBAgQIECAAAECBAgQIECAAAECBAgQ6IPAG2+8ERdddFEsLy/Hjh07YvPmzX04xepveeDAgdi5c2eMjo7Gs88+G+vWrVv9TTyRAAECAyTgPh+gYTgKAQIECBAgQIAAAQIECBAgQIAAAQIECBAgQIBAlQICipljF1DMBFROgAABAgQIECBAgAABAgQIECBAgACBPgnMzs7Gli1bersfOnQoJiYm+nSS1dl2YWEhZmZmeg/bt29fTE9Pr86DPYUAAQIDLuA+H/ABOR4BAgQIECBAgAABAgQIECBAgAABAgQIECBAgEDRAgKKmeMVUMwEVE6AAAECBAgQIECAAAECBAgQIECAAIE+Cmzbti2arw6Oj4/Hww8/HCMjI308zcq3Pn78eFx33XWxuLjY+xrknj17Vv4wlQQIEBhCAff5EA7NkQkQIECAAAECBAgQIECAAAECBAgQIECAAAECBIoQEFDMHKOAYiagcgIECBAgQIAAAQIECBAgQIAAAQIECPRZ4PLLL4/Dhw/H1NRU78uDw/hrvgQ5NzcXk5OT8fjjjw9jC85MgACBbAH3eTahBxAgQIAAAQIECBAgQIAAAQIECBAgQIAAAQIECBBIFhBQTCb73wUCipmAygkQIECAAAECBAgQIECAAAECBAgQINBngaWlpbjqqqtieXk5pqenY/fu3X0+Udr227dvj9nZ2RgdHY2f//znMTY2lvYAqwkQIFCIgPu8kEFqgwABAgQIECBAgAABAgQIECBAgAABAgQIECBAYKgEBBQzxyWgmAmonAABAgQIECBAgAABAgQIECBAgAABAgMg8MILL8R1110Xx48fH6qQ4gfhxJGRkXj44YfjggsuGABNRyBAgED/BNzn/bO3MwECBAgQIECAAAECBAgQIECAAAECBAgQIECAQJ0CAoqZcxdQzARUToAAAQIECBAgQIAAAQIECBAgQIAAgQERmJ+fj+985zu9kOLU1FTcc8890QT/BvHXnPHWW2+Nubm53hkffPDB2Lhx4yAe1ZkIECDQuYD7vHNyGxIgQIAAAQIECBAgQIAAAQIECBAgQIAAAQIECFQsIKCYOXwBxUxA5QQIECBAgAABAgQIECBAgAABAgQIEBgggebLWzfeeGMsLy/H+Ph47Nq1KyYmJgbohBELCwtx2223xeLiYoyOjsb999/vy4kDNSGHIUBgEATc54MwBWcgQIAAAQIECBAgQIAAAQIECBAgQIAAAQIECBCoQUBAMXPKAoqZgMoJECBAgAABAgQIECBAgAABAgQIECAwYAJLS0uxdevWOHz4cO9kO3bsiM2bNw/EKQ8cOBA7d+7snWVycjL27t0bY2NjA3E2hyBAgMCgCbjPB20izkOAAAECBAgQIECAAAECBAgQIECAAAECBAgQIFCigIBi5lQFFDMBlRMgQIAAAQIECBAgQIAAAQIECBAgQGBABbZt2xZNILD5bdy4MW655Za+fU2x+Wrij370o5ifn++dpwlM7tmzZ0DlHIsAAQKDJeA+H6x5OA0BAgQIECBAgAABAgQIECBAgAABAgQIECBAgEBZAgKKmfMUUMwEVE6AAAECBAgQIECAAAECBAgQIECAAIEBFpidnY277rorlpeXe6e8/vrr4/vf/35s2LChk1P//ve/j5/+9Kdx8ODB3n6jo6Nxxx13xPT0dCf724QAAQKlCLjPS5mkPggQIECAAAECBAgQIECAAAECBAgQIECAAAECBAZNQEAxcyICipmAygkQIECAAAECBAgQIECAAAECBAgQIDDgAm+88Ubva4X79+//8KRNQPDqq6+OycnJNTn94cOH42c/+1k0gZoPfjfccEM0XwFbt27dmuzpoQQIEChdwH1e+oT1R4AAAQIECBAgQIAAAQIECBAgQIAAAQIECBAg0A8BAcVMdQHFTEDlBAgQIECAAAECBAgQIECAAAECBAgQGBKBxcXFuO++++KRRx758MTj4+PxrW99Ky6++OKYmJjI6mRhYSGeeeaZePLJJ6PZ64PftddeGzfddFM0e/kRIECAQL6A+zzf0BMIECBAgAABAgQIECBAgAABAgQIECBAgAABAgQIfCAgoJj5LggoZgIqJ0CAAAECBAgQIECAAAECBAgQIECAwJAJLC0txUMPPRSPPvpoLC8vf3j69evXx/nnnx/nnntunH322fH5z38+RkdH49RTT42TTz65t+7tt9+O119/vVf3hz/8IX73u9/Fyy+/HL/5zW/i2LFjHz6rqbvmmmti06ZNMTY2NmRCjkuAAIHhEHCfD8ecnJIAAQIECBAgQIAAAQIECBAgQIAAAQIECBAgQGCwBQQUM+cjoJgJqJwAAQIECBAgQIAAAQIECBAgQIAAAQJDLDA3N9f74uHTTz8dR48ezepkw4YNcckll/S+yDg1NZX1LMUECBAgkCbgPk/zspoAAQIECBAgQIAAAQIECBAgQIAAAQIECBAgQIDABwICipnvgoBiJqByAgQIECBAgAABAgQIECBAgAABAgQIFCLQfImr+RJi80XE5suITWDxtdde630x8fjx470umy8pnnbaaXHGGWdEE0hsvrTYfHGx+fKiLyUW8iJogwCBoRf4KPf5yMhI7wu57vOhH7cGCBAgQIAAAQIECBAgQIAAAQIECBAgQIAAAQIEMgUEFDMBBRQzAZUTIECAAAECBAgQIECAAAECBAgQIECgcIG33nqr92XEU045Jfbu3Rtf+cpXCu9YewQIEChT4J133umFyT/xiU/Er3/96/jUpz5VZqO6IkCAAAECBAgQIECAAAECBAgQIECAAAECBAgQIJAgIKCYgNW2VEAxE1A5AQIECBAgQIAAAQIECBAgQIAAAQIEChdoAopXXHFFnHjiibFr166YnJwsvGPtESBAoEyBN998s/fV2+ZruM8//3ycfvrpZTaqKwI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OAvf/lLXH755fGJT3wifvzjH8eXvvSlwjvWHgECBMoUeO+99+Kss86KkZGRePHFF3t//QgQIECAAAECBAgQIECAAAECBAgQIECAAAECBAjULiCgmPkGCChmAionQIAAAQIECBAgQIAAAQIECBAgQIDAvxD461//Gn/+85/j7bffHlqjU089NX71q1/F9u3bY926dbFr16744he/GH//+9+HtqeTTjopPvvZz8anP/3poe3BwQkQ6Fagucv/9Kc/xfvvv9/txqu423/913/F+vXrY3JyMj72sY/FU089FcePH49//OMfq7hL948688wzY3R0tPuN7UiAAAECBAgQIECAAAECBAgQIECAAAECBAgQIFCMgIBi5igFFDMBlRMgQIAAAQIECBAgQIAAAQIECBAgQKBF4J133okbb7wxfvvb30YTChnWXxNceeutt+LYsWNxwgknxGmnndYLKjbhlmH9NYHRr371q/HDH/4wPve5zw1rG85NgECHAt/4xjd6d2FzDw7z78033+wFLZvfZz7zmd6XcYe5p+aLkGeccUY89thjQ/1v7TC/U85OgAABAgQIECBAgAABAgQIECBAgAABAgQIEChBQEAxc4oCipmAygkQIECAAAECBAgQIECAAAECBAgQINAi8O6778bMzEz88Y9/jFNOOWVojZowS/MlyA++AnnyySf3vjzYhFqG9fe3v/0tvva1r8Xu3buj+fKWHwECBP6dQPPVxK9//eu9ANwwh7P/+c9/xquvvvrhfd7829SEFE888cShfQGa0Gjzb9IvfvGLoZ7N0A7AwQkQIECAAAECBAgQIECAAAECBAgQIECAAAEChQgIKGYOUkAxE1A5AQIECBAgQIAAAQIECBAgQIAAAQIE/oVA8xXF5r9h/jpVE2iZn5+PH/zgB70vJ27bti0uueSS+OQnPznUc29CRk3Y0o8AAQIfRaAJNp900kkfZenArmnu81deeSW+/e1v90LmBw8ejPHx8aEOKDbYTYD0U5/61MC6OxgBAgQIECBAgAABAgQIECBAgAABAgQIECBAgMDgCwgoZs5IQDETUDkBAgQIECBAgAABAgQIECBAgAABAgQKF2i+UNWEEkdGRmL//v1xzjnnFN6x9ggQIFCmwHvvvRdnn312L6D94osvCmqXOWZdESBAgAABAgQIECBAgAABAgQIECBAgAABAgQIJAoIKCaC/f/LBRQzAZUTIECAAAECBAgQIECAAAECBAgQIECgcIEmoHjFFVf0vrK1a9eumJycLLxj7REgQKBMgTfffDPOPffcXjDx+eefj9NPP73MRnVFg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h7VU+YAAAgAElEQVQ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BBSrGbVGCRAgQIAAAQIECBAgQIAAAQIECBAgQIAAAQIEEgQEFBOw2pYKKGYCKidAgAABAgQIECBAgAABAgQIECBAgEDhAgKKhQ9YewQIVCMgoFjNqDVKgAABAgQIECBAgAABAgQIECBAgAABAgQIECCQICCgmIDVtlRAMRNQOQECBAgQIECAAAECBAgQIECAAAECBAoXEFAsfMDaI0CgGgEBxWpGrVECBAgQIECAAAECBAgQIECAAAECBAgQIECAAIEEAQHFBKy2pQKKmYDKCRAgQIAAAQIECBAgQIAAAQIECBAgULiAgGLhA9YeAQLVCAgoVjNqjRIgQIAAAQIECBAgQIAAAQIECBAgQIAAAQIECCQICCgmYLUtFVDMBFROgAABAgQIECBAgAABAgQIECBAgACBwgUEFAsfsPYIEKhGQECxmlFrlAABAgQIECBAgAABAgQIECBAgAABAgQIECBAIEFAQDEBq22pgGImoHICBAgQIECAAAECBAgQIECAAAECBAgULiCgWPiAtUeAQDUCAorVjFqjBAgQIECAAAECBAgQIECAAAECBAgQIECAAAECCQICiglYbUsFFDMBlRMgQIAAAQIECBAgQIAAAQIECBAgQKBwAQHFwgesPQIEqhEQUKxm1BolQIAAAQIECBAgQIAAAQIECBAgQIAAAQIECBBIEBBQTMBqWyqgmAmonAABAgQIECBAgAABAgQIECBAgAABAoULCCgWPmDtESBQjYCAYjWj1igBAgQIECBAgAABAgQIECBAgAABAgQIECBAgECCgIBiAlbbUgHFTEDlBAgQIECAAAECBAgQIECAAAECBAgQKFxAQLHwAWuPAIFqBAQUqxm1RgkQIECAAAECBAgQIECAAAECBAgQIECAAAECBBIEBBQTsNqWCihmAionQIAAAQIECBAgQIAAAQIECBAgQIBA4QICioUPWHsECFQjIKBYzag1SoAAAQIECBAgQIAAAQIECBAgQIAAAQIECBAgkCAgoJiA1bZUQDETUDkBAgQIECBAgAABAgQIECBAgAABAgQKFxBQLHzA2iNAoBoBAcVqRq1RAgQIECBAgAABAgQIECBAgAABAgQIECBAgACBBAEBxQSstqUCipmAygkQIECAAAECBAgQIECAAAECBAgQIFC4gIBi4QPWHgEC1QgIKFYzao0SIECAAAECBAgQIECAAAECBAgQIECAAAECBAgkCAgoJmC1LRVQzARUToAAAQIECBAgQIAAAQIECBAgQIAAgcIFBBQLH7D2CBCoRkBAsZpRa5QAAQIECBAgQIAAAQIECBAgQIAAAQIECBAgQCBBQEAxAattqYBiJqByAgQIECBAgAABAgQIECBAgAABAgQIFC4goFj4gLVHgEA1AgKK1YxaowQIECBAgAABAgQIECBAgAABAgQIECBAgAABAgkCAooJWG1LBRQzAZUTIECAAAECBAgQIECAAAECBAgQIECgcAEBxcIHrD0CBKoREFCsZtQaJUCAAAECBAgQIECAAAECBAgQIECAAAECBAgQSBAQUEzAalsqoJgJqJwAAQIECBAgQIAAAQIECBAgQIAAAQKFCwgoFj5g7REgUI2AgGI1o9YoAQIECBAgQIAAAQIECBAgQIAAAQIECBAgQIBAgoCAYgJW21IBxUxA5QQIECBAgAABAgQIECBAgAABAgQIEChcQECx8AFrjwCBagQEFKsZtUYJECBAgAABAgQIECBAgAABAgQIECBAgAABAgQSBAQUE7DalgooZgIqJ0CAAAECBAgQIECAAAECBAgQIECAQOECAoqFD1h7BAhUIyCgWM2oNUqAAAECBAgQIECAAAECBAgQIECAAAECBAgQIJAgIKCYgNW2VEAxE1A5AQIECBAgQIAAAQIECBAgQIAAAQIEChcQUCx8wNojQKAaAQHFakatUQIECBAgQIAAAQIECBAgQIAAAQIECBAgQIAAgQQBAcUErLalAoqZgMoJECBAgAABAgQIECBAgAABAgQIECBQuICAYuED1h4BAtUICChWM2qNEiBAgAABAgQIECBAgAABAgQIECBAgAABAgQIJAgIKCZgtS0VUMwEVE6AAAECBAgQIECAAAECBAgQIECAAIHCBQQUCx+w9ggQqEZAQLGaUWuUAAECBAgQIECAAAECBAgQIECAAAECBAgQIEAgQUBAMQGrbamAYiagcgIECBAgQIAAAQIECBAgQIAAAQIECBQuIKBY+IC1R4BANQICitWMWqMECBAgQIAAAQIECBAgQIAAAQIECBAgQIAAAQIJAgKKCVhtSwUUMwGVEyBAgAABAgQIECBAgAABAgQIECBAoHABAcXCB6w9AgSqERBQrGbUGiVAgAABAgQIECBAgAABAgQIECBAgAABAgQIEEgQEFBMwGpbKqCYCaicAAECBAgQIECAAAECBAgQIECAAAEChQsIKBY+YO0RIFCNgIBiNaPWKAECBAgQIECAAAECBAgQIECAAAECBAgQIECAQIKAgGICVttSAcVMQOUECBAgQIAAAQIECBAgQIAAAQIECBAoXEBAsfABa48AgWoEagsovvvuu/Hxj3+8mvlqlAABAgQIECBAgAABAgQIECBAgAABAgQIECBAYGUCAoorc/uwSkAxE1A5AQIECBAgQIAAAQIECBAgQIAAAQIEChcQUCx8wNojQKAagZoCis8//3xcddVVcc4558Q111wTV199dXzuc5+rZtYaJUCAAAECBAgQIECAAAECBAgQIECAAAECBAgQ+OgCAoof3ap1pYBiJqByAgQIECBAgAABAgQIECBAgAABAgT+H3v3AR1Vuf19fIfeQu9IlY50RJEqRXoTEUGlX4pKVQTkIojSi0iTJihIE6SISghBepEA0qRI70V6kQ7v2s//JVfISXKSM0mmfJ+1ZuG9eernTM5M1prfbAS8XICAopdfYI6HAAI+I+BLAcV27drJ0qVLn7q2qVKlCgkrFi5c2GeuOwdFAAEEEEAAAQQQQAABBBBAAAEEEEAAAQQQQAABBBAIX4CAosNnCAFFh4AMRwABBBBAAAEEEEAAAQQQQAABBBBAAAEEvFzg6tWrUqdOHUmYMKGMGjVKihYt6uUn5ngIIICAdwrcuXNH8ubNK4kSJZKtW7dK8uTJvfOgIlKpUiU5cOBAuOd7/fXXTWXFV1991WsdOBgCCCCAAAIIIIAAAggggAACCCCAAAIIIIAAAggggEDEAgQUIzYKtwcBRYeADEcAAQQQQAABBBBAAAEEEEAAAQQQQAABBLxcYPv27dKsWTNJnDixTJo0SUqXLu3lJ+Z4CCCAgHcKXLx4UYoUKSLx4sWTTZs2SZYsWbzyoKtXr5amTZtG6mwVKlQwYUV9+Pn5RWosnRFAAAEEEEAAAQQQQAABBBBAAAEEEEAAAQQQQAABBDxbgICiw+tHQNEhIMMRQAABBBBAAAEEEEAAAQQQQAABBBBAAAEvFnj06JH07dtXZsyYYU759ttvS58+fcTf39+LT83REEAAAe8TePjwoXTu3FkWLlxoDtegQQMZM2aMxI8f3/sO+/9PtGrVKvn111/N4/Lly7bPWbBgQRNUbNy4saRNm9b2ODoigAACCCCAAAIIIIAAAggggAACCCCAAAIIIIAAAgh4pgABRYfXjYCiQ0CGI4AAAggggAACCCCAAAIIIIAAAggggAACXiwwbNgwGTdunCRJkkTu3Lljqm5pwOW9994z/01DAAEEEHB/AQ2bDx8+XEaPHm0CdxpWvHLlinTp0kU+/vhjiRMnjvsfwuEOd+7cGRJWPHTokO3Z0qdPHxJWzJ8/v+1xdEQAAQQQQAABBBBAAAEEEEAAAQQQQAABBBBAAAEEEPAcAQKKDq8VAUWHgAxHAAEEEEAAAQQQQAABBBBAAAEEEEAAAQS8VGDatGny6aefSrJkyWTUqFFy8eJFGTt2rNy+fVs0uFirVi0vPTnHQgABBLxH4PHjxzJr1izp1auXaFBx/vz5JpzYvn17EzQfMWKECeD5+fl5z6EjOMnJkydDwopbtmyxfW4NcmpVRfUqV66c7XF0RAABBBBAAAEEEEAAAQQQQAABBBBAAAEEEEAAAQQQcG8BAooOrw8BRYeADEcAAQQQQAABBBBAAAEEEEAAAQQQQAABBLxQYPny5dKuXTvRYMvgwYOlWbNm5pRTp06VgQMHSqJEiWTSpElSsWJFLzw9R0IAAQS8RyAoKMiEEZ+Ey9955x1zuG+++Ub69u0ryZMnl8mTJ0uFChW859CROMnNmzdDwor62heZVqVKFRNWbNCgQWSG0RcBBBBAAAEEEEAAAQQQQAABBBBAAAEEEEAAAQQQQMDNBAgoOrwgBBQdAjIcAQQQQAABBBBAAAEEEEAAAQQQQAABBBDwMoE//vhDmjRpIhra6NGjh3Tr1i3khA8fPpQvvvjCBBXTpEkj06dPl+LFi3uZAMdBAAEEvENg586dooFErYD7/vvvy3//+9+nDqbVE7/88kvJmDGjzJw5UwoWLOgdB3dwCg10/vrrr+Zx7do12zMVLVrUhBW1wmKKFClsj6MjAggggAACCCCAAAIIIIAAAggggAACCCCAAAIIIIBA7AsQUHR4DQgoOgRkOAIIIIAAAggggAACCCCAAAIIIIAAAggg4EUCJ06ckEaNGsmpU6dMqGXYsGHi5+f31Anv3r0r3bt3l4ULF0rmzJnlxx9/lBw5cniRAkdBAAEEPF/g3Llz5n5+5MgRadiwoYwfPz7U/Vyr5Hbq1Mncx/PkySM//PCDCSvS/k9g+/btIWHFo0eP2mbJkiVLSFjx+eeftz2OjggggAACCCCAAAIIIIAAAggggAACCCCAAAIIIIAAArEjQEDRoTsBRYeADEcAAQQQQAABBBBAAAEEEEAAAQQQQAABBLxE4MaNG/L666/Lnj17pFKlSjJr1iyJEyeO5emuX78urVu3lg0bNpgKit99952kS5fOSyQ4BgIIIODZAhokf/PNN2XLli1SpkwZcz9PnDix5aFu3bolLVq0MPfzUqVKydy5cyVp0qSeDRANuz927FhIWHHbtm22V0iYMGFIWPGll16yPY6OCCCAAAIIIIAAAggggAACCCCAAAIIIIAAAggggAACMSdAQNGhNQFFh4AMRwABBBBAAAEEEEAAAQQQQAABBBBAAAEEvEBAq2i9/fbbsmrVKilcuLCppuXv7x/uyS5evCjNmjWT3bt3y2uvvSYTJkwg1OIFzwWOgAACni1w//59adOmjaxYsULy5csn8+bNkwwZMoR7KK22qPfzffv2Se3ateXrr7+W+PHjezZENO5eQ/q//vqreahzZFr16tWlcePGxpmGAAIIIIAAAggggAACCCCAAAIIIIAAAggggAACCCDgHgIEFB1eBwKKDgEZjgACCCCAAAIIIIAAAggggAACCCCAAAIIeIFA9+7dZc6cOZI1a1ZZuHChPPfcc7ZOpRWlmjZtKidOnDDhlsGDB0u8ePFsjaUTAggggIBrBR49eiQ9evSQ2bNnS8aMGc19PX/+/LYWOXDggLmPnz171gTWhwwZInHjxrU11tc7BQYGhgQWtRqx3VayZEkTVmzUqJEkS5bM7jD6IYAAAggggAACCCCAAAIIIIAAAggggAACCCCAAAIIuFiAgKJDUAKKDgEZjgACCCCAAAIIIIAAAggggAACCCCAAAIIeLjA2LFjZdCgQZIyZUqZO3euFC1aNFIn2rZtm6nWdenSJenWrZto2JGGAAIIIBDzAl9++aWMHDlSEiVKJDNmzJBXXnklUpvYvHmzvPPOO3Lnzh3p2rWrfPjhh+Ln5xepOXy989atW01Y8ZdffjHhfbste/bsJqz4xhtviP43DQEEEEAAAQQQQAABBBBAAAEEEEAAAQQQQAABBBBAIOYECCg6tCag6BCQ4QgggAACCCCAAAIIIIAAAggggAACCCDgNgJ//fWX5M2b12324wkbWbJkiXTo0MFUyZo+fbpUq1YtStsOCAgwwcS7d++aqlsasqAhgAACCMScwLx586RXr16iVRRHjRplqvJFpenrggYTHz9+LJ9++qm0aNEiKtMwRkQOHz4cUllxx44dtk20mqIGFfWhVRZpCCCAAAIIIIAAAggggAACCCCAAAIIIIAAAggggAAC0StAQNGhLwFFh4AMRwABBBBAAAEEEEAAAQQQQAABBBBAAIFYFbh69ar89ttvIY8xY8ZI1apVY3VPnrL4unXr5N133zWhwgEDBsh//vOfKG9dAzHff/+9fPbZZ6ba1sSJE7kOUdZkIAIIIBA5gdWrV0vnzp1FXxN79+4tHTt2jNwEz/TWwLrez5MkSSJalbF69eqO5ouNwRrYbNKkSWwsbbnmlStXQsKK+r4lMq1OnTomrOiJ1yEy56QvAggggAACCCCAAAIIIIAAAggggAACCCCAAAIIIBBbAgQUHcoTUHQIyHAEEEAAAQQQQAABBBBAAAEEEEAAAQQQiBWBDRs2mFDiypUr5cCBAyF70Mp9GlKkhS+we/duE048f/68tG/fXvr37++Y7N69e8ZeH0mTJpXFixdLvnz5HM/LBAgggAACYQvs3LlT3nvvPTl9+rS0a9dOevbsaariOmn379831XA15Jc1a1YZNGiQFC9e3MmUMTp24cKF8v7770vlypWlW7duUqpUqRhdP6LFtDqlVh7+9ddfzeOff/6JaEjIz19++WVTpbhBgwYmQEpDAAEEEEAAAQQQQAABBBBAAAEEEEAAAQQQQAABBBBwLkBA0aEhAUWHgAxHAAEEEEAAAQQQQAABBBBAAAEEEEAAgRgTOHTokAkkajBx7dq1luvGjx9fAgMDJX/+/DG2L09b6Pjx49KqVSvZt2+f1K1bVyZNmmSqHrqiaciib9++MmfOHHnuuedk6dKlkiFDBldMzRwIIIAAAs8IHDt2zITM9+/fL40aNZIvvvjCZaG1GzduyMCBA+WHH36Q559/XqZNm2bCiu7eNFxZr1492bFjR8hWtUKwBhVTpUrlltv//fffQ8KKp06dsr3H3Llzm7CiVlfMnDmz7XF0RAABBBBAAAEEEEAAAQQQQAABBBBAAAEEEEAAAQQQeFqAgKLDZwQBRYeADEcAAQQQQAABBBBAAAEEEEAAAQQQQACBaBXQgMSTUKIGEy9duhTuerly5ZKGDRvKRx99FK378tTJL168KB988IGsW7dOtArT3LlzRUOdrmxXrlwxVbzWr19vKm7pGsmTJ3flEsyFAAII+LzA33//LR06dJDg4GCpUKGCjB49WtKmTetSl3Pnzplgn97Py5QpYwLt7hrye3LwCRMmyJz6TEcAACAASURBVOeffx7KQcPyepYWLVq41MjVkx08eDAkrLhr1y7b06dMmTIkrFikSBHb4+iIAAIIIIAAAggggAACCCCAAAIIIIAAAggggAACCCAg+qXOrvlW52jCdOvN6ZkJKEbTlWdaBBBAAAEEEEAAAQQQQAABBBBAAAEEEHAksGnTJlMpUcOJWukvvJYgQQITSnz99ddNSINmLXDr1i3p3bu3LFq0SLTq0uzZsyVTpkzRwnXmzBlp0qSJaNXLOnXqyLhx4yRhwoTRshaTIoAAAr4m8PjxY+nYsaMJshUqVEjGjBkjefLkiRYGrc6owfYDBw5IrVq1ZOLEiS6ruhsdG9b3D1rt8eeff7ac/pVXXjFBxXLlykXH8i6dU7+UQa+xPlavXh2pufV9kVZWrFy5cqTG0RkBBBBAAAEEEEAAAQQQQAABBBBAAAEEEEAAAQQQ8EUBAooOrzoBRYeADEcAAQQQQAABBBBAAAEEEEAAAQQQQAABlwkcOXIkJJRo54P4ZcuWNaFEfSRKlMhl+/DGiR4+fCgDBw6UqVOnilaR0oBJyZIlo/Wohw8fNtWctAJX27ZtpX///hInTpxoXZPJEUAAAV8Q6Nu3r8ycOVOyZMliKie++OKL0Xrs33//XTp16iTnz5+XNm3ayKeffhqt67licq3eq0HF3bt3W0737rvvSvfu3SVjxoyuWC7a53jw4IEEBASEBBbv3r1re83y5cubsGL9+vX5sgDbanREAAEEEEAAAQQQQAABBBBAAAEEEEAAAQQQQAABXxIgoOjwahNQdAjIcAQQQAABBBBAAAEEEEAAAQQQQAABBBBwJKBV/bRKolZL1Mfff/8d7nzZs2cPCSVqFUCaPYEZM2aYgKAGOUeMGGGqYMVE27hxowmz6HXu06ePtG/fPiaWZQ0EEEDAawW0WuKoUaPE399fvvzyS6latWqMnDUoKMgE+m7evCk9evQwFRzdvV28eNGEFL/55hu5fv16qO2mSJHCVFP0xNcmfX19Ul3x7Nmzti9FgQIFTFhRH+nTp7c9jo4IIIAAAggggAACCCCAAAIIIIAAAggggAACCCCAgDcLEFB0eHUJKDoEZDgCCCCAAAIIIIAAAggggAACCCCAAAIIRElAqzE9CSXu2bMn3Dnixo0bEkqsVKlSlNbz5UGLFy82YZLHjx/Lf//7X2nZsmWMcixatMiEWnT9CRMmxFg4MkYPyWIIIIBADAjMmTNHPvvsM9GquPpvs2bNYmDV/y2xYMECEzbX1+UBAwaYkJsntG3btpmg4sKFCy23W6JECRNUjKmwp6vN9u/fHxJW/PPPP21Pny5dOnMNtdqxBhdpCCCAAAIIIIAAAggggAACCCCAAAIIIIAAAggggICvChBQdHjlCSg6BGQ4AggggAACCCCAAAIIIIAAAggggAACCNgWOHbsmAklPqmYGNHAMmXKSMOGDU04MWnSpBF15+cWAuvXr5dOnTqJVpH64IMPpGfPnjHu9OjRI1PlSyt+JU+e3ARECELE+GVgQQQQ8HCBFStWmLD5jRs3zL8dOnSI8RPp/Xzy5MmmEq9WcBw9erRUrFgxxvcR1QU1MK/VFDWwaNU0qKeB+hw5ckR1iVgfd+HChZCw4rp162zvx8/PzwQVNbBYvnx52+PoiAACCCCAAAIIIIAAAggggAACCCCAAAIIIIAAAgh4gwABRYdXkYCiQ0CGI4AAAggggAACCCCAAAIIIIAAAggggEC4Ardv3w4JJGo48fz58+H2z5o1a0goMV++fOg6ENi1a5d07txZjhw5Im+++aYJlMRWu3fvnvTu3Vu0+lemTJlEQyLZsmWLre2wLgIIIOBRAjt27DAh81OnTpmqif3795cECRLEyhnu3r0rX3zxhcycOVOee+45E1gsWLBgrOwlKotqwFNDivrQ8P6zLWHChKaaYpcuXaIyvVuN0Wu1fPnykMDi/fv3be+vcuXKJqxYp04diR8/vu1xdEQAAQQQQAABBBBAAAEEEEAAAQQQQAABBBBAAAEEPFGAgKLDq0ZA0SEgwxFAAAEEEEAAAQQQQAABBBBAAAEEEEDAUiA4ONhUS9SHBuXCa1q150mlxCpVqiDqAoHjx4+bcIVWiXr11Vfl22+/lThx4rhg5qhPcevWLfnPf/4jq1atkhIlSsj06dMlffr0UZ+QkQgggIAPCJw7d07atGkje/bskZo1a8rgwYMlVapUsXryq1evmtD5zz//LEWKFDGvMenSpYvVPUV2cfXUkOLcuXMth2roUqsp1q5dO7JTu21/rar866+/mkdEXxjx70PoNdawor5XS5s2rduej40hgAACCCCAAAIIIIAAAggggAACCCCAAAIIIIAAAlEVIKAYVbn/P46AokNAhiOAAAIIIIAAAggggAACCCCAAAIIIIBAiMCJEydMIHHlypXm8fjx43B1SpcuLa+//rp5+Pv7I+kigcuXL5vgSEBAgBQuXNhUt8qcObOLZnc2je5Nqzn++eefUqNGDRk9erSkSJHC2aSMRgABBFwgsH//fhk1apS5Z7pL0wp4bdu2ldWrV8vLL79s7plZsmRxi+2dPXvWVOndtGmTlC1bVmbPni1x48Z1i71FZhO//PKLTJs2TTZu3Gg5rG7duiaomD9//shM6/Z99+7da4KKen597ttt+n5Cw4qNGzeW3Llz2x1GPwQQQAABBBBAAAEEEEAAAQQQQAABBBBAAAEEEEDArQUIKDq8PAQUHQIyHAEEEEAAAQQQQAABBBBAAAEEEEAAAR8X0PDEk1Ci/quBhfCafrBdA4lahUerE9FcK3D79m0ZOHCgCYrkyJFDvv76a8mXL59rF3E42+nTp00VsEuXLknz5s3l008/lcSJEzucleEIIIBA1AWWLFkiI0eOlIMHD5oKhS1btoz6ZC4cqQHAH3/8UfLmzWvu5+4WklMvrYz7119/mdDamDFjXHj6mJtK38toNUUNKuprlFXr1q2bdO3aVRIkSBBzG4uhlfS925PKimEFNa22ohZPwooaoKUhgAACCCCAAAIIIIAAAggggAACCCCAAAIIIIAAAp4qQEDR4ZUjoOgQkOEIIIAAAggggAACCCCAAAIIIIAAAgj4qMC2bdtMMFEfO3bsiFChQYMGJpT42muvRdiXDlETePjwoQmHjBs3TtKkSWP+210DA1u3bjXhxFu3bknPnj2lXbt2Ei9evKgdnFEIIIBAFAXu379vqiZqZcJ/t++//16qVKkSxVldM0yDkmPHjpX06dObqo5addgdm97PW7VqJRcvXjSVBnv06OGO27S1Jw1aakjxu+++s+yfK1cuc8ZGjRrZms8TO/3zzz+yfPnykMDio0ePbB9D3+NpZUX9EgJPrKZp+6B0RAABBBBAAAEEEEAAAQQQQAABBBBAAAEEEEAAAa8TIKDo8JISUHQIyHAEEEAAAQQQQAABBBBAAAEEEEAAAQR8SODUqVMhocSgoCDRQFx4rVSpUiaUqBUTU6ZM6UNSsXNUDVR89tlnkiRJEhk6dKjUrl07djZic1WtWKYVqTSYqPvVEKufn5/N0XRDAAEEnAns2bPHVE0MCAgINZFWnp00aVKsVaCdPn269O3bVxImTCjjx4+XGjVqODtsNI8ODAyUNm3ayOPHj2X48OHStGnTaF4xeqfX9zhaUXH16tWWC2kQT1+/ihUrFr0bcYPZ16xZExJW1BCq3VaiRAkTVqxXr56kTp3a7jD6IYAAAggggAACCCCAAAIIIIAAAggggAACCCCAAAKxIkBA0SE7AUWHgAxHAAEEEEAAAQQQQAABBBBAAAEEEEDAywW0upRWSVy5cqX59/Tp0+GeOEOGDCaQqI8XXnjBy3Xc53i//vqrdOnSRR48eCB9+vSRtm3bus/mwtnJ119/LVolTAOs+t9ly5b1iH2zSQQQ8GyBBQsWmHDisWPHQh1EQ2fLli2LtQNqKK5169Zy584dE/Z7++23Y20vkVlYq05+/PHHkjhxYlOFsGLFipEZ7pZ9NaSoj6NHj1rur2PHjiao6O/v75b7d/Wmdu/eHRJW1GqTdlu2bNlMWFErT+bMmdPuMPohgAACCCCAAAIIIIAAAggggAACCCCAAAIIIIAAAjEmQEDRITUBRYeADEcAAQQQQAABBBBAAAEEEEAAAQQQQMBLBf7444+Qaonbt2+P8JR169Y1oUR3r/IU4UE8sENwcLC0atVKrl69Ku3btzdVtzylPXr0SPr372/CLJkyZZI5c+ZI7ty5PWX77BMBBDxM4Pbt2yaYqFUJw2saDHznnXdi/HT79u2TJk2ayN9//y3du3eXHj16xPgenCw4cOBAGTdunKRJk0bmz58vBQoUcDKdW4w9fvy4CSnq65RV5ejMmTOba+UpQVJXoWpVbQ3y6hckbN682fa0SZMmlTfeeMM8tNI2DQEEEEAAAQQQQAABBBBAAAEEEEAAAQQQQAABBBBwBwECig6vAgFFh4AMRwABBBBAAAEEEEAAAQQQQAABBBBAwIsEzpw5ExJKDAoKEq2eGF4rXry4CSU2bNjQhBFoMS9w8OBBE048fPiw1KtXTyZMmCBx48aN+Y04WPHevXvSqVMnWbp0qeTLl0+0CleWLFkczMhQBBBAILSABu81nKgVgSNqDRo0MFVdY7JduHBBdF2t1qfhrTFjxoifn19MbsHxWho679y5s/z444+mUp7e173l/cHatWtNUDEwMNDSqUKFCqaa4ssvv+zY0dMmuHHjhnHRsKI+ItNq165tnu/Vq1f3uOd7ZM5JXwQQQAABBBBAAAEEEEAAAQQQQAABBBBAAAEEEHBvAQKKDq8PAUWHgAxHAAEEEEAAAQQQQAABBBBAAAEEEEDAwwW0GtBvv/1mAhv678mTJ8M9Ubp06UJCiUWLFvXw03v29s+fPy9t27aVbdu2Sbly5WTmzJmSMGFCjzzU9evXpVmzZuYsL730kkyfPl1SpUrlkWdh0wgg4H4Cc+fOlSFDhojeNyNqJUuWlJ9//jmibi79uVZ21JCWVizW+/msWbMkQYIELl0jpia7c+eOqSa4ceNGUUsNK3rqa5OVmb7WajXF/fv3W5LqlwZoUFHfL/lq0/eTT8KKV65csc2gr/+NGzeWOnXqSIoUKWyPoyMCCCCAAAIIIIAAAggggAACCCCAAAIIIIAAAggg4FSAgKJDQQKKDgEZjgACCCCAAAIIIIAAAggggAACCCCAgIcK7Nq1KySUuHXr1ghPoRVutFKi/kuLfYF//vlHOnbsKCtWrBANimr4xtM/zH/u3DnzHDt+/LipIjZixAhJkiRJ7GOzAwQQ8FgBDT+PGjVKJk2aZOsMLVq0MEHGmG4tW7aU5cuXS548eWTx4sWSOnXqmN6CS9fTUFrNmjXN/bxu3boyceJEiRMnjkvXiM3Jzp49a0KKWlFRw6XPNq0aqSHFNm3axOY23WLtHTt2hIQVtdqz3fb888+bsKK+L8iWLZvdYfRDAAEEEEAAAQQQQAABBBBAAAEEEEAAAQQQQAABBKIkQEAxSmz/G0RA0SEgwxFAAAEEEEAAAQQQQAABBBBAAAEEEPAgAQ2AaVUbfQQFBcndu3fD3X2RIkVMtUR9+HIlIHe7xI8fP5aePXvK999/L88995zMmzdPcubM6W7bjNJ+9u3bZ6qIXb16VTp06CC9evWS+PHjR2kuBiGAgG8LBAcHy9ChQ2XDhg0RQuh9ZuzYsVK/fv0I+7q6w6effipTpkwRDbX98ssvkj17dlcvESvz/fXXX1KvXj25du2auZ/rOf38/GJlL9G16ObNm01QcenSpZZLlC5d2gQVK1WqFF1b8Kh5NbC6bNkyE1jU30+7Tb+AQcOK+v6A6t121eiHAAIIIIAAAggggAACCCCAAAIIIIAAAggggAACkREgoBgZLYu+BBQdAjIcAQQQQAABBBBAAAEEEEAAAQQQQAABNxfQMNuTUOLKlStNNaPwmgYktFqNhhKLFy/u5qfzze2NHj1ahg0bZiomTp8+XV5++WWvgtAwUevWrU2Atnfv3tKuXTuvC7V41QXjMAi4ocDMmTPliy++EK2gGFFLnz69qUar/8Z0mzp1qvTt29cEsbVyYokSJWJ6C9G63saNG6Vp06Zy//596devn7Rv3z5a14utyX/44QdTTVGrU1s1Nejevbv5UgHa/wnoFxEEBgaasKJWD41M0yrLGlasUqVKZIbRFwEEEEAAAQQQQAABBBBAAAEEEEAAAQQQQAABBBAIU4CAosMnBwFFh4AMRwABBBBAAAEEEEAAAQQQQAABBBBAwE0F9uzZIxpI1HDili1bItxljRo1TCixbt26EfZ1xw56Vl/4oPr8+fNNNaYECRKIBhW1OpU3Ng3qfPjhhyaYOHz4cBOapSGAAAIRCVy+fNkEuL/77ruIupqflypVKszqd7YmcNBpyZIl8v7778ujR49Eg4q1atVyMJv7DtX7eceOHU0Ic8yYMaLhMm9s+tzTkKI+tGrksy1p0qTm9VuvOe1pAf0yDX0fp2FFfVj5hWVWrlw5E1bU3x9/f39oEUAAAQQQQAABBBBAAAEEEEAAAQQQQAABBBBAAIEoCRBQjBLb/wYRUHQIyHAEEEAAAQQQQAABBBBAAAEEEEAAAQTcSODChQsh1RKDgoLk9u3b4e7uhRdeMKFEDX9lzJjRjU5ifytaHUurZG3evFlmzJghOXLksD/Yw3pqJao333zT7ForUbVp00bixInjYaewt10N7EycONEEjTTUMWXKFHnllVfsDaYXAgj4pIDeIwcOHCjbt2+3df4WLVrIkCFDbPV1dSfdq97DNYj13//+V9577z1XL+FW82kwcejQoaby76RJk6R8+fJutT9XbuaPP/4wIcUff/zRctoiRYqYaorVq1d35bJeNZf+Dj8JKx49etT22fLnz2/CivXr16dapW01OiKAAAIIIIAAAggggAACCCCAAAIIIIAAAggggIAKEFB0+DwgoOgQkOEIIIAAAggggAACCCCAAAIIIIAAAgi4gcCqVatMMFGrz0T0Qe5UqVKZ6kUaTNTKUZ7ctJqghhM1mKlNzzR+/HhPPlKYe9+/f78Jkl69etUEWT755BOJGzeuV571yaHu3r0rgwcPlunTp0umTJlMADVv3rxefWYOhwACURPQELO+Hty7d8/WBPpaoa8ZsdH27dsnGo48efKktG7d2oQqvb1phbzevXub+3jWrFll2rRpUqhQIa8+tlaO1HMGBwdbnlNf0zWomDt3bq92cHq4I0eOSEBAgPzyyy+2w8e6Ztq0aU1YUR/e/lxzasx4BBBAAAEEEEAAAQQQQAABBBBAAAEEEEAAAQQQIKDo+DlAQNExIRMggAACCCCAAAIIIIAAAggggAACCCAQKwJ79+41gUQNJmr1wIhatWrVTBhDw4me3jSEqUEUra7zbJs6darUrl3b04/41P7Pnj1rrt2xY8fMv19++aUkSJDAq84Y1mG0upiGMZcsWWJCHBr4SJkypded/dtvv5X06dNLrVq1vO5sHAiB6BQ4f/68DBo0SH744Qdby2gFv1mzZknJkiVt9Xd1p3PnzknLli1l165d5vd9woQJPnM/v3PnjgnYBwYGSuHChU14T8Pn3txu3bol+r5Ez/rkyxT+fV79ooFu3bpJ165dvf5LB1xxnS9dumSeP/r+TyuFR6ZpULFx48ZSoUKFyAyjLwIIIIAAAggggAACCCCAAAIIIIAAAggggAACCPiIABUUHV5oAooOARmOAAIIIIAAAggggAACCCCAAAIIIIBADAroB7OfhBL1g9n6wffwWoECBUygTR+ZM2eOwZ1G31ITJ0404cSHDx+GWkSrMv3nP/8xD29peo3feust2bp1q7z00ksyZ84cSZw4sbccz9Y5NIDUqVMn2bBhg5QuXVq+//57SZo0qa2xntBJf68bNWokBw4cMP/27NnTVBijIYBA+AJaPVhfDzSwb6e98MIL5h6qldVio924ccME9HTfej/Xqo+pU6eOja3E2pp6P2/fvr15TatSpYoJaHrT/Tws2D///NOEFGfPnm3ZRasDazXF+vXrx9q18bSFHzx4YN4Ta1hRHzdv3rR9hFdffdVUVqxevbpPPP9sw9ARAQQQQAABBBBAAAEEEEAAAQQQQAABBBBAAAEfFiCg6PDiE1B0CMhwBBBAAAEEEEAAAQQQQAABBBBAAAEEYkBgzZo1plKifhD78OHD4a6o1aG0SqKGEjXM5S1t27ZtJogSVrXIJk2amGBioUKFvOXIcv/+fRNYWLBgQUj1wDRp0njN+SJzEK2aqddXg0haIVNDLfHjx4/MFG7bd8SIETJy5MiQ/SVKlEh69eplQjw0BBCwFhg7dqypnGi3vfnmm/LVV1/Z7e7yfvfu3TPh4/nz54t+ecDkyZMlZ86cLl/HEybUMHaHDh3k4MGDJiQ2evRoT9i2S/aoQToNKmrg3qrVrFnTvO5rmJYWOYHg4OCQsOKJEydsD9Zqnvo8rFOnjtd8mYftw9MRAQQQQAABBBBAAAEEEEAAAQQQQAABBBBAAAEEQgQIKDp8MhBQdAjIcAQQQAABBBBAAAEEEEAAAQQQQAABBKJJYP/+/SGhxI0bN0a4ilYiatiwoQkm+vn5RdjfkzpoCEXDKFZNP1iuwbXGjRt70pEi3Ovjx49lyJAh5txa7evHH3+UPHnyRDjOmzvs2rVL2rZtK2fPnpWWLVvKgAEDPP65rkGdSpUqWV42DRhrULFMmTLefFk5GwKREjh58qQJq//000+2x2kwsGvXrrb7R0fHzz//3IQSM2XKJF9//bWULFkyOpbxmDk3bdokHTt2lIsXL5r7ev/+/T1m7043qpX/pk6dKt98842cOnXKcjqtGtylSxeq+0URW8OvAQEBJrC4Y8cO27Po76eGFfX9tAaJaQgggAACCCCAAAIIIIAAAggggAACCCCAAAIIIOA7AgQUHV5rAooOARmOAAIIIIAAAggggAACCCCAAAIIIICACwWuXLliqiRqtcSgoCC5ceNGuLPny5cvJJSYNWtWF+7EPaYKDAw0QRT9oPmzLU6cOCaYqI8sWbK4x4ZduItvv/1W/vvf/4pW09MgQ1ghNhcu6RFTaVi3Xbt2cuvWLfnkk0/M9ff0ps9zDVuGVR21TZs28tFHH0nKlCk9/ajsHwFHAsuWLRMN+mlFVbtNw4BaVTg2m+5h2LBh5n6uVRxfe+212NyO26y9dOlS+fDDD0UDe3369BG91/lSO3TokAkp6uu9VcuWLZuppqgVomlRF7hw4YKsWLHChBX1/bXdplWaNayoX4DBFwXYVaMfAggggAACCCCAAAIIIIAAAggggAACCCCAAAKeK0BA0eG1I6DoEJDhCCCAAAIIIIAAAggggAACCCCAAAIIuEBg3bp15kPT+vjrr7/CndHf31/q169vKiV66wemNaipwcTZs2dbWpQrV84E07w15KHPg9atW8uTKopNmzZ1wbPMO6ZQk3nz5pmQUvLkyaV3795Sr149jz6chlSaNWsmWhlOA0x37twJdR6t6qTVFN98802PPiubRyAqAvfu3ZOhQ4fKhAkTbA/PnDmzCXcXL17c9pjo6KjVb/U+df/+fenXr5+p/kr7n4AG9AYOHChJkiQxVYPr1Knjczz6xRTqsGrVKsuzV65cWbp16yalSpXyORtXH/ju3bvmvbaGFfXxzz//2F6iWrVqJqxYtWpVSZw4se1xdEQAAQQQQAABBBBAAAEEEEAAAQQQQAABBBBAAAHPECCg6PA6EVB0CMhwBBBAAAEEEEAAAQQQQAABBBBAAAEEoiigQUT9kLR+MH39+vURzqIV9DSUqI+4ceNG2N9TO8ydO9eEEy9duhTqCKlTpw6pmpg0aVJPPWK4+96+fbtoIFGrZ2plKa2e5Ofn55VnjeqhNOijYY4xY8aY3wX979KlS0d1ulgfp9f532HchAkTioYorFr16tXN86Jw4cKxvm82gEBMCGzYsMGEE4ODg20vV7ZsWZk8ebLoa0ZstrVr15p7+MWLF6Vjx47Ss2fP2NyO266twcRJkyZJhgwZZNSoUfLKK6+47V6jc2PTpk0TfYRVTVe/mKFr166x/ryOToOYnnvz5s0hYcXTp0/bXl6DzxpWrFmzpmTMmNH2ODoigAACCCCAAAIIIIAAAggggAACCCCAAAIIIICA+woQUHR4bQgoOgRkOAIIIIAAAggggAACCCCAAAIIIIAAApEQuHbtmgkkajAxKChI9H+H13Lnzm0CiQ0bNpQcOXJEYiXP66pV5DSYuHz5csvNa1Ul/XC+JwfRIroqaqDVtTSc0KRJExk5cqRXh1Ej8gjv51r1SKsozpw5U7JmzSoLFiyQLFmyOJkyVsYuXrzYBJesmlaIvH79uuXPPvroI+nSpYvEixcvVvbNogjEhMBXX31lwolaOdVu02qkeu+M7bZ7924TJtP7ue7ps88+k/jx48f2ttxy/du3bxuf+fPni77vGT16tBQoUMAt9xrdmzpx4oQJ3WtQ8cGDB6GW0xCnVlNs0aJFdG/F5+bfv3+/BAQEmMCi/v7abfoeRMOKWt08b968dofRDwEEEEAAAQQQQAABBBBAAAEEEEAAAQQQQAABBNxMgICiwwtCQNEhIMMRQAABBBBAAAEEEEAAAQQQQAABBBCwIaAVoDSUqA/9AHR4TSsD6oecNZRYrlw5G7N7fpfx48fLoEGD5NGjR6EOkzNnThNMbNWqlecfNJwTnD17Vj744APZtGmTue6zZs0izBLBFb9y5Yp07tzZhH7z5csnS5culWTJknnc80SDKFOmTJFjx46F2rtWiNRwltXvRsGCBUWDilrBiYaANwloOEiDifq7HZnWu3dvc0+I7aYhs379+snGjRulfPnyJjCZIkWK2N6WW6+v9/NevXpJYGCglCxZ0lTIzZw5s1vvOTo3t27dOhNS1MCcUJ6C1AAAIABJREFUVdMqkxpU9JX3idFpbTW3vidbsWKFCSuuWbPG9vJJkiSRN954wzxefPFF2+PoiAACCCCAAAIIIIAAAggggAACCCCAAAIIIIAAArEvQEDR4TUgoOgQkOEIIIAAAggggAACCCCAAAIIIIAAAgiEIaDV8DSQqAGLtWvXRuhUoUIFE0rUiokJEiSIsL83dNiyZYupmhgcHGx5nHfeeceEE729Io0GM/r06WMCdnny5JGffvrJI4N2sfGcPHXqlLRu3dpUO6pevbpMmjRJEiZMGBtbcbSmBpc1pDh79mzLeVKlSiX6PLFqb731lgllaZiXhoCnC0yfPt2EEyOqMPzvc/r5+cnXX39twv2x3a5evSrdu3cX/WKCMmXKmEqvWmGNFrHA8ePHTWXYHTt2yGuvvSYjRowQrSTry02/rEArKu7bt8+S4d133zWVOn05zBndzw+t2Kzv5zWsqI+7d+/aXrJWrVomrFilShWfeW9vG4eOCCCAAAIIIIAAAggggAACCCCAAAIIIIAAAgi4mQABRYcXhICiQ0CGI4AAAggggAACCCCAAAIIIIAAAggg8C+BGzduhIQStfKKBhXCa7ly5QoJJep/+0rTinAaTJwwYYLlkYsXL26CiRrY9PZ2+/ZtGTJkiHz33XcmYPDtt996fSDT1df0wIEDoiGNkydPmkqbAwYMkHjx4rl6mRiZb8GCBSaouGvXLsv1tELkzZs3Q/3M399fevToYX5vaAh4ooCG0zSYuGjRokhtP1u2bDJ58mQpWrRopMZFV+dPPvnEBI11X1oFsFixYtG1lFfOq+FErQx49OhRadasmamu7Ovt/PnzJqSoDw3LPdu0OqeatW/f3tepYuT8Whn1SVhRKy3abaVLl5bGjRubL1NIly6d3WH0QwABBBBAAAEEEEAAAQQQQAABBBBAAAEEEEAAgRgSIKDoEJqAokNAhiOAAAIIIIAAAggggAACCCCAAAIIICAimzZtCgkmhlXl5glU4sSJpV69eqZSolZN9LW2bNkyE048cuRIqKPHjx9f2rVrZ0JWGTJk8Hqahw8fysSJE2XUqFGSNGlSGT9+vJQvX97rzx0dB9y5c6f5ndLKRr1795aOHTtKnDhxomOpaJ/z3LlzphKkBhX1OfJsS506tVy+fNlyH2XLljUVyHgeRftlYgEXCvz4448mnKgh48g0fZ5rODFlypSRGRZtffUMWskxTZo0MmzYMFM1jRZ5gdWrV8uHH35o7nNaHVDvaTQRrTqtIUWtsmzVSpQoYYKKVatWhSuGBP78809Zvny5CSzqf9tt+qUkGlasU6eO5M6d2+4w+iGAAAIIIIAAAggggAACCCCAAAIIIIAAAggggEA0ChBQdIhLQNEhIMMRQAABBBBAAAEEEEAAAQQQQAABBHxWQAN2v/32m3msWrUqQgcNDmmASqsCakjR19rFixdNMHHevHmWR3/11Velbdu2UrlyZZ+hWbJkifTs2VO0ouTAgQPljTfe8JmzR8dBNSCgwUQ/Pz8T+tTfN09ugYGBJqS4fv16y2OkTZtW9PfKqmnQ94MPPqBKkyc/AXxg71euXDHBRK0g+2zT32O9N4bV3nnnHRk+fLjbKH3//ffSt29f0aC93s81fESLuoBW0uzVq5fcu3dPPvvsM2nevHnUJ/OykfPnzzdBRQ3mWzV97mlQMWfOnF52cvc+zqlTpyQoKMiEFdetW2d7s8mTJzf3C/37oGTJkrbH0REBBBBAAAEEEEAAAQQQQAABBBBAAAEEEEAAAQRcK0BA0aEnAUWHgAxHAAEEEEAAAQQQQAABBBBAAAEEEPApgVu3boVUSlyxYkWYVcyeoOTIkcN84FgfefLk8Smrfx921qxZJpx49erVUAbp06c3FRP1kTBhQp8x0tDZ+++/Lzdv3jSVot577z2fOXt0HlSrqWmYJUWKFDJjxgwpVapUdC4X7XNrOEcra2pQUcNczzatHKfPoQcPHoT6WbZs2Uz1saZNm0b7PlkAgcgK6GuohhMjU3XsyRp9+vQxAVx3aVpBTQNhWsFVQ+caEKY5F9AKw4MGDTIVhr/88kupUaOG80m9ZIZr166Z14Vp06ZZvjbo+yl9Tnbu3NmE9mkxK3Djxg3z94KGFfVh9Rod1o7q169vvrCiUqVKEi9evJjdOKshgAACCCCAAAIIIIAAAggggAACCCCAAAIIIODDAgQUHV58AooOARmOAAIIIIAAAggggAACCCCAAAIIIOATAr///ntIMDGiMIV+KLxevXomlKhVAX25HThwwAQTtaKMVWvQoIEJJpYoUcKnmHbt2mUCLKdPn5Y2bdpIv379CBC46BmgFdc0oKjBjaxZs8rs2bMlV65cLpo99qYJDg4WDeto0MGqZc6cWc6cOWP5s1q1apkwV/HixWPvAKyMwP8XePjwoQkmjh07NpRJRFUTNawzYcIEqVu3rtt4bt261VRuPX/+vHTq1El69OjhNnvz9I3oc2XYsGHmmqdLl87c16kw9/RV3bFjhwkpalVFq1awYEHp3r271K5d29OfDh69f62o+CSseOHCBdtn0errGlasVq2apEmTxvY4OiKAAAIIIIAAAggggAACCCCAAAIIIIAAAggggEDkBQgoRt7sqREEFB0CMhwBBBBAAAEEEEAAAQQQQAABBBBAwGsFjh07ZkKJ+li5cmWE53z55Zfl9ddfNw+t9uPrbcyYMTJ48GBLBq0mqcHEd9991+eYDh48aMKJ+q8GWdWJCjmufRrcv3/fVKdcunSp5MuXTxYtWiSpUqVy7SKxNNs333xjQjrHjx8PtYNkyZKZ55JVpdI4ceKYaooaVEycOHEs7Z5lfV1Aw/4aTty0aVOkKbJnzy5aIbVIkSKRHhtdA44ePSqtW7c29/NGjRrJ8OHDJUGCBNG1nE/Oq/dzrQL4008/mWs/depUyZIli09ahHfoJUuWmKDili1bLLtpqFcrKhYoUAC7WBbYvXu3BAQEmMDi/v37be9G389oWFG/dMAbvnjB9sHpiAACCCCAAAIIIIAAAggggAACCCCAAAIIIIBADAkQUHQITUDRISDDEUAAAQQQQAABBBBAAAEEEEAAAQS8SuD27dshgcQVK1bIxYsXwz1ftmzZRKsAaihRPzhMExM80aqJ27dvt+Ro2bKlCSf64oerz549awJiaqRVoH744QfCYtH0S3Pjxg0TgNVAVLly5WT69OmiAT5vaEeOHDHV5+bOnWt5HL0vnThxwvJnhQsXNlXe3KkCnTdcE84QscC4ceNMOPHBgwcRd36mR8WKFU04MXny5JEeG10D9B6jr2d6P9dqyV9//bVb7S+6zh0b8165csUErDdv3iwvvPCCzJgxgy+CsLgQd+7cMQF2DbJrRU+rpiFFDXwmSpQoNi4laz4joF82oFXGNay4ceNG2z5aTVHDivXr16c6sm01OiKAAAIIIIAAAggggAACCCCAAAIIIIAAAgggEL4AAUWHzxACig4BGY4AAggggAACCCCAAAIIIIAAAggg4BUCW7duNVUS9aGVTcJr8ePHN+EeDSVWqVLFK87vikNo6ESDiZMmTbKc7sUXXzTBRF8NRmmYpWfPnqYKVP78+U3AInPmzK6gZ44wBM6dO2eqVJ48eVIaN25sqpslTJjQa7y0MqSGoqzuWXqfSpcunZw5c8byvOqhQUWtZkpDIDoF9u3bZ4KJy5cvj9IyzZs3N+PdqT18+NCEzZ9U9dPKdZkyZXKnLXrdXk6dOiX6XNDnk97Xw3qv4XUHj8KB1EhDirNmzbIcrV8Q0b17d1P1k+Y+Alr9eNWqVSasqI9Hjx7Z3pxeSw0sVqhQQbRiMg0BBBBAAAEEEEAAAQQQQAABBBBAAAEEEEAAAQQiL0BAMfJmT40goOgQkOEIIIAAAggggAACCCCAAAIIIIAAAh4roBXGfvvtN/PQaokRtdKlS5tQYsOGDamS9AzWzz//bMKJWgnm2ZY4cWJp166dCSdqxRdfbPfv35cRI0bIxIkTTWhMQwNU3IyZZ8Kff/4pderUEa0spYG8jz/+WOLFixczi8fAKlpZbMyYMSas8/jx41ArZs+eXbRy571790L9LFWqVCZk9d5778XATlnCFwU0iK3hwsuXL0fp+H379nXL52evXr3ku+++E61WOnPmTMmbN2+UzsegyAno/fydd94RDZ936NBB+vXrF7kJfKx3QECACSquX7/e8uSvvfaaaEXFYsWK+ZiM+x9XX8/Xrl0bElaMqKL7v09UqVIlE1asXLmy6Os8DQEEEEAAAQQQQAABBBBAAAEEEEAAAQQQQAABBOwJEFC05xRmLwKKDgEZjgACCCCAAAIIIIAAAggggAACCCDgUQJ3794NCSUGBgbKhQsXwt3/c889J/Xr1zfBxIIFC3rUWWNis+fPnzfBxAULFlguV61aNRNMLF++fExsxy3X0A+ZT548WSZMmCD+/v4ycOBAqVixolvu1Vs3peGMt99+2wT4+vfvLy1btvS6CkNr1qyRsWPHyoYNGywv4/PPPy+HDx+2/JmGr99//33RsAoNAVcInD592gQT58+fH2q6uHHjilYgDK8lSJDA3DNr167tiu24dI7x48eb170UKVKYkOJLL73k0vmZLHyBJ/dzDV0PGDDAvMeghS3w5D2IVvnUL+awah07dpTOnTtLypQpoXRTgR07dogGTrWy4sGDB23v8oUXXjBhxerVq0uOHDlsj6MjAggggAACCCCAAAIIIIAAAggggAACCCCAAAK+KEBA0eFVJ6DoEJDhCCCAAAIIIIAAAggggAACCCCAAAIeIbB9+3ZZuXKleezcuTPcPWt4QiuuaSiRwE7YVFoZa9CgQXLt2rVQnTJnzmxCA/pQT19u+mFyDX/FiRPHBHb0g+K0mBeYN2+efPjhh5IoUSJTcbBWrVoxv4kYWFHPpsEuq9/LrFmzmkqSf//9t+VONMSpz9WcOXPGwE5ZwlsFFi9ebO51x44di9IRc+XKZSqCarDG3dovv/wibdu2Nfdz3aO+V6DFvMDcuXNN5T8/Pz9TwbJKlSoxvwkPW/HIkSMydepUmT59uuXO9X1b9+7dTZif5t4Cei2DgoJMWPH333+3vdmMGTOa96B63ypatKjtcXREAAEEEEAAAQQQQAABBBBAAAEEEEAAAQQQQMBXBAgoOrzSBBQdAjIcAQQQQAABBBBAAAEEEEAAAQQQQMBtBU6dOhVSLXH58uUR7rNkyZImlKgPqsiEzbV3715TPWrVqlWWnfTDzxpMLFKkSITm3t5BPzjevHlzuXXrlnz88cfywQcfeF3lPk+6hqNHj5YRI0ZIqlSpTKilWLFinrR923vdvXu3fPXVV6JhKqtWoEAB2bdvn+XP0qVLZ0KK7du3t70eHRFQgevXr8uwYcPkm2++CQUSL148efDgQYRQlSpVMhVntdqsu7Vt27aZispa/bFPnz7mfk6LPQENiGpF3CRJksiiRYt4z2HzUvz222+i1RT1CzusWoUKFUz48+WXX7Y5I91iU+DSpUvm/biGFZctW2Z7K3pP1vfr+jePL1c5tw1GRwQQQAABBBBAAAEEEEAAAQQQQAABBBBAAAGfECCg6PAyE1B0CMhwBBBAAAEEEEAAAQQQQAABBBBAAAG3Erh//35IKDEwMFDOnTsX7v60YowGDvQDuu5YrcmtcEXkyy+/NAEUq1awYEETTHzrrbfcbduxsp+jR4+a59X58+fl3XfflQEDBkjChAljZS8s+n8CGpDq1auX/PDDD5IjRw4T0sidO7fX8nz//femWuTJkydDnTFDhgwmiH3gwAHL87/yyismqFi5cmWv9eFgrhNYsWKFDB8+XDQcG9XWokULGTJkSFSHR+s4vZ83bNgw5H4e1utgtG6CyUMJ6P38u+++k0yZMolW7syWLRtKNgW0kqK+Bh46dMhyRKtWraRLly6irxU0zxDQ9zhr1641YUV9XLlyxfbGq1atKo0bN5aKFStKihQpbI+jIwIIIIAAAggggAACCCCAAAIIIIAAAggggAAC3iRAQNHh1SSg6BCQ4QgggAACCCCAAAIIIIAAAggggAACbiGwY8cOUw1GH3/88Ue4e/Lz85M6deqYsEHNmjXdYv/uvon169ebqok7d+603Grbtm1NOJFwwP94ZsyYIUOHDhWtRqTBnWTJkrn7ZfaJ/V27dk26d+8uu3btMlUt9QP53txOnz5tqilqxUirptUUtQLThQsXLH+uFUA1qMjvtjc/S6J+tnv37pnQ+vjx40NNEidOHHn06JGtyfv16ycdOnSw1Tc2Os2bN0+6du0qNWrUEA120dxHoHXr1qZynD4H9UsBaPYF9PVh6tSppuqpfsHHsy1NmjSmmmKbNm3sT0pPtxHQqq9aQV7DiocPH7a9L60ure+NqlWrJlmzZrU9jo4IIIAAAggggAACCCCAAAIIIIAAAggggAACCHi6AAFFh1eQgKJDQIYjgAACCCCAAAIIIIAAAggggAACCMSawNmzZ00g8bfffpOAgAB5/PhxuHspXry4CSXqB9j1Q9e0iAXu3r0rn3/+ufnwulUrU6aMCSYS9LS23Ldvn6nUlzhx4oix6RFjAlrVUkN5efPmlXjx4sXYurG5kAYUtJpiWCHjIkWKmNCmVcuYMaMJKWoQmYbAE4F169aZcOLWrVtDoejvlVbz+nez+v8SJUokEyZM8IjXkKVLl5ovN9AvOaC5j4CGzjds2CC1atVyn0152E7UT9/nadDTqpUuXdoEFStVquRhJ2O7TwQOHjxo/mbS9wLBwcG2YZ577jkTVtTfLyrN22ajIwIIIIAAAggggAACCCCAAAIIIIAAAggggICHChBQdHjhCCg6BGQ4AggggAACCCCAAAIIIIAAAggggECMCjx8+NAEEvURGBgoZ86cCXd9DdbUq1fPhBKLFi0ao3v19MWWLFkiAwcOlJMnT4Y6ir+/v7Rv394EllKkSOHpR2X/CPiEwO3bt001RX1YtcyZM4v+bh84cMDy5+XLlzdBxYoVK/qEF4cMW2DEiBEycuRI20Qa0tbn379b7ty5ZdKkSVKwYEHb89ARAQSiT2D27NkmqLh3717LRZo2bSpdunSR7NmzR98mmDnaBbRi8urVq01YUSss2m0aKNewYv369aVs2bJ2h9EPAQQQQAABBBBAAAEEEEAAAQQQQAABBBBAAAGPESCg6PBSEVB0CMhwBBBAAAEEEEAAAQQQQAABBBBAAIEYEdDKXhpKDAoKkm3btkW4plb60FBi7dq1I+xLh6cFNPT5xRdfyKJFiyxptFqiVk3U6ok0BBDwPAGtnjR+/PgwgwkaGLt48aJoiMGqtW7d2gQVNdBI8y2BLVu2yPDhw2X9+vWhDp4gQQK5d+9eqP9fKw4+W+G4cuXKMnnyZEmaNKlvAXJaBNxcQO/9U6ZMkWnTpsnNmzdD7VZ/Z7Waor4G0DxfQCulr1271oQV9XH9+nXbh9K/B9544w2pUKGCJEuWzPY4OiKAAAIIIIAAAggggAACCCCAAAIIIIAAAggg4K4CBBQdXhkCig4BGY4AAggggAACCCCAAAIIIIAAAgggEG0C58+fl5UrV5pgYkBAgGj1xPBasWLFpEGDBtKwYUNJnz59tO3LmyeePn26DB48WG7cuBHqmFmzZpV27dqZqok0BBBwrYBWLdQQV/78+V07cTizzZkzRyZMmCCHDh2y7KVVZ3fu3Gn5syxZspiASqtWrWJsvywUuwJjx4414cT79+/b2ohWMD537lyovvqcGTRokK056IQAArEjoEF2raao1bStWpEiRaR79+5SvXr12Nkgq0aLgIbQtaqihhWPHTtme40XX3zRhBWrVKki+v6AhgACCCCAAAIIIIAAAggggAACCCCAAAIIIICAJwoQUHR41QgoOgRkOAIIIIAAAggggAACCCCAAAIIIICASwU0oKOBRH0EBgbKqVOnwp1fg4j16tUzocQSJUq4dC++NNnu3btN1UStomLV3nrrLVM1USur0RBAwLUCGk5s3769PHr0SL7++mspVKiQaxcIZ7bLly+bkKJWVLRqWiUxRYoUsm/fPsufV6pUyQQVy5UrF2N7ZqGYFdCQqgYT9QsDnm3x48e3DCzmzp3bMvjav39/81ynIYCAZwgsWLDAVFP8448/LDes77+7du0qefPm9YwDsUvbAvv37zf3fQ0rbt++3fa4nDlzSuPGjU14lb8bbLPREQEEEEAAAQQQQAABBBBAAAEEEEAAAQQQQMANBAgoOrwIBBQdAjIcAQQQQAABBBBAAAEEEEAAAQQQQMAlAnv27DGhxKCgINGqLRG1GjVqmFCihhNpzgRGjBghI0eOtJxEK+RoMFGrotAQQMD1Ak/Cifqvtly5csnEiROlcOHCrl8snBn1vqshRa2cZNU0ZKBhRquKeNpf7xMaVMyQIUOM7pvFoldg8uTJJpx48+ZNWwvlyJFDNLR48ODBp/onTZrUPL+otmaLkU4IuJWAVtWeMmWKqaiorwPPtrhx40q3bt2kU6dOkiBBArfaO5txjcDZs2dl9erVJqyof6vZbf7+/iasWKdOHSlTpozdYfRDAAEEEEAAAQQQQAABBBBAAAEEEEAAAQQQQCBWBAgoOmQnoOgQkOEIIIAAAggggAACCCCAAAIIIIAAAlEW+Pvvv01lDg0mBgQEWFZh+vfkGparX7++vP7665IxY8Yor8vA/xNYs2aNqZqo4VCr1qFDBxM60gpqNAQQcL3As+HEJytoyEsrKRYrVsz1i0Yw45w5c0xFxUOHDln2LFq0qGhFPauWLVs2E1Js3rx5jO+bBV0roM/NYcOGmTDKs03DSA8fPgz1/7/66quiFbc0yPLvppXVJk2aJPnz53ftJpkNAQRiVECrbU+dOlV++OEHy3X1d7179+7mvTrNewX++ecfU3F92bJl5jXCboBdRZ5Uva9QoYIkSZLEe5E4GQIIIIAAAggggAACCCCAAAIIIIAAAggggIBHChBQdHjZCCg6BGQ4AggggAACCCCAAAIIIIAAAggggECkBVatWmVCiYGBgXLixIlwx6dLl85U3dBQYqlSpSK9FgNCC9y6dcsEE7/99ltLnvLly5tgYrVq1eBDAIFoFtAgYLt27WTfvn1PrZQ1a1YTUixZsmQ07yD09FohS0OKWvHOqmXJkkWSJ08eas9P+lapUsUEFamWFOOXziULzpgxw4QTL126ZGu+559/3jxPrUJLVatWFa3CmDhxYltz0QkBBNxfYOnSpaaa4u+//2652Zo1a0rXrl1Fv1iE5v0CmzZtMn/TaVgxor/r/q3xyiuvmArtlSpVkkyZMnk/FCdEAAEEEEAAAQQQQAABBBBAAAEEEEAAAQQQcHsBAooOLxEBRYeADEcAAQQQQAABBBBAAAEEEEAAAQQQsCWwd+9eE0oMCgoK8wPN/55Iw3EaSmzQoIGt+elkT2DhwoUyePBgOXXqVKgBKVOmlCdVE6lqYs+TXgi4QuDo0aMmpPhsNVOtXjpx4kR58cUXXbFMpOcIDg42IcXly5dbji1UqJBomPHZinlPOuv9RIOKadOmjfTaDIh5gWPHjsnw4cNFXyeebXHixJFHjx6F+v+bNWsmWlFx5syZoX7Wpk0bE4anIYCA9wncu3fPhI81qHju3DnLA3bq1En04e/v730AnMhSQP/e07/1NKwYVrVlq4FafVPDivr3H9V2eXIhgAACCCCAAAIIIIAAAggggAACCCCAAAIIxJYAAUWH8gQUHQIyHAEEEEAAAQQQQAABBBBAAAEEEEAgTAGtvrRy5UoTTAwICJC7d++Gq/XCCy9I/fr1pWHDhqIVumiuEzh58qQJivz000+Wk9atW9dUTYytIJTrTspMCHimgFYd0pDisx/oz5gxo6mk+PLLL8fawebMmWMqKmq1R6tWrFgx2bFjh+XPcuXKZUKKGmSjua/AvHnzTDjx9OnTtjapFT71NWPr1q2WrysDBgwwP6chgIB3C/z1118yZcoU+f777y0Pmi1bNunevbs0adLEuyE4XSgB/TKU1atXm7DiqlWrbAulTp3ahBVr1aolL730ku1xdEQAAQQQQAABBBBAAAEEEEAAAQQQQAABBBBAwKkAAUWHggQUHQIyHAEEEEAAAQQQQAABBBBAAAEEEEAglMCaNWtMKDEwMFC0IlN4LU2aNFKnTh0TSuRDqNHzZJo6daoMGTJEbt26FWqBnDlzmlBUy5Yto2dxZkUAAdsCGg7T38ft27c/NSZdunQmpFi2bFnbc7m6o1ZK1JCiVlS0ahoqT5EihWj1JKv22muvmaBi6dKlXb015nMgoNUvNZioIdRnm5+fnzx+/DjU/9+4cWOpUaOGeU5qQPHfTSuljRs3TvR60xBAwHcEtNLutGnTZO3atZaHrly5snTt2pUvwvCdp8RTJ71x44Z5bixbtswEFm/fvm1b4vXXXzdfYFOhQgVJlCiR7XF0RAABBBBAAAEEEEAAAQQQQAABBBBAAAEEEEAgsgIEFCMr9kx/AooOARmOAAIIIIAAAggggAACCCCAAAIIIGAE9u/fb0KJQUFBsmnTpghVqlSpYkKJ+qFTDUHQXC+gFc20auKGDRssJ3/33XdNhas8efK4fnFmRACBKAloYExDis8Gv7SikAbC9AP6sdmCg4NNSFHDKFatUKFCcuXKFTlz5ozlzzt06CD6yJAhQ2weg7VFZPHixSaceOTIEVseWs2zR48eoiHETz/9VM6dO/fUuAIFCpjnaL58+WzNRycEEPA+gcmTJ5ug4vHjxy0Pp+87O3XqJBq8p/muwPr1680X2WhY0W7lXtWqWLGiqa5Yvnx53kf47tOHkyOAAAIIIIAAAggggAACCCCAAAIIIIAAAtEmQEDRIS0BRYeADEcAAQQQQAABBBBAAAEEEEAAAQR8WEBDKBpKXLlypQQEBERYDaMatAPoAAAgAElEQVRgwYJSr149E0rMmjWrD8tF/9GHDh0qo0ePtlyoRIkSJpjYoEGD6N8IKyCAQKQFLly4YEKKv//++1NjtULhxIkTpVKlSpGe09UDtOKeVlQ8dOiQ5dTFixeXP/74w/Jnzz33nAkptmnTxtXbYj4bAvraPWzYMPn2229D9Q6raqJWr9Jwon4JQf/+/UON04qJGkxKmDChjR3QBQEEvFlAw4lTpkyRb775xvKYGlDv1q2btGjRwpsZOJtNgd27d5u/JTWsqP9tt+kXImhYUatz5s2b1+4w+iGAAAIIIIAAAggggAACCCCAAAIIIIAAAgggEKYAAUWHTw4Cig4BGY4AAggggAACCCCAAAIIIIAAAgj4oMC6detMMFErX0RUeSlVqlRSu3ZtE0osU6aMD2rF7JH1ugwcOFD27t0bauG4ceNKx44dTTgxffr0MbsxVkMAgUgJXLp0yYQUN27c+NQ4rV6nVeq0Cm1st8uXL5uQolZUtGpZsmQRfQ3Ys2eP5c/1NUGDihpuo8WMgH6ZgIYT9+3bZ2tBrdypwcTmzZubYKKGjp5t+poyYMAAW/PRCQEEfEdg9erVJqSowWar9sorr0jXrl1NNTwaAiqg4dY1a9aYsKL+a7dp6FXDijVq1JBSpUrZHUY/BBBAAAEEEEAAAQQQQAABBBBAAAEEEEAAAQSeEiCg6PAJQUDRISDDEUAAAQQQQAABBBBAAAEEEEAAAR8R+Ouvv0woUT9kvGHDhghP/eqrr0rDhg3NI168eBH2p4MzgevXr8sXX3whM2fOtJxIq4toiMQdKq85OymjEfAdgatXr5qQoobC/92SJEliQoruEuwLDg42IcXly5dbXpwXXnhBrl27JidPnrT8eePGjU1QUavs0qJH4Ny5c/LVV19ZVk0Ma8VatWqZcGKyZMlMOPGXX34J1VVfd6iEGT3XjFkR8BaB7777zgQVDx48aHmkd999Vzp37ixaXZeGwBMBfQ+0du1a0WC9vv7cu3fPFo5+IYuGFevWrWvCrwkSJLA1jk4IIIAAAggggAACCCCAAAIIIIAAAggggAACCBBQdPgcIKDoEJDhCCCAAAIIIIAAAggggAACCCCAgBcLaKBEQ4krV640Hw69detWuKfNnz+/+TCoVkvMkSOHF8u419Hmz58vQ4YMkTNnzoTaWNq0aU3wR8OJfEDXva4bu0HAjsDNmzelbdu2oSoJJUyYUCZOnGiqBblLmzNnjqmoeOjQIcstFS9e3FTuu3PnTqifa+hS71X60CqRNNcJzJs3T0aPHi3Hjh2zNan6f/TRRyYcu2XLFunXr5/s2LHjqbEpU6aUsWPHStWqVW3NSScEEPBtAQ1JT548WaZNmyZ3794NhZEiRQrp1q2btG/f3rehOL2lwOPHj01YMTAw0FRX1OeT3aYVp/Vv0woVKoj+XURDAAEEEEAAAQQQQAABBBBAAAEEEEAAAQQQQCAsAQKKDp8bBBQdAjIcAQQQQAABBBBAAAEEEEAAAQQQ8EIBrZCowUT9EGhYQZMnx9YPFGuVJf3gZ7ly5bxQw32PpGETrV5lVdVKd63VKzWYqKEgGgIIeK6Ahjlat25t7sv/bvHjxzeVFGvXru02h7t8+bIJKWpFRauWOnVqyZIli+zevdvy5/ny5TMBlaZNm7rNmTx1IwcOHDDBxMWLF9s+ggYOtWpikSJFzLi+ffvKxYsXnxpfqFAh87zLkyeP7XnpiAACCKjApk2bZOrUqSZkZtVKlChhgoqEn3m+hCegoXn9Ah19Hu3du9c2VtGiRUWrNmtF+eeff972ODoigAACCCCAAAIIIIAAAggggAACCCCAAAII+IYAAUWH15mAokNAhiOAAAIIIIAAAggggAACCCCAAAJeIqBBRA2/BAUFybp16yI8VcWKFaVBgwYmmEhlvgi5XN5h0qRJMnToULl9+3aouTU0opWv3nnnHZevy4QIIBA7Ao8ePZKWLVvKihUrntpAnDhxTFisXr16sbOxMFYNDg42IcXly5db9siWLZtowPLw4cOWP9eKR1pNkeB71C6rvkZ89dVXcuXKFVsTaEVODSa+//77pr+GTD///PNQY6tXr26qoPG6b4uVTgggEIaAVtzVaop79uyx7KEhss6dO0vu3LkxRCBcgSNHjpgq0xpWXL9+vW0t/bIEfZ5Vq1ZNNBhLQwABBBBAAAEEEEAAAQQQQAABBBBAAAEEEECAgKLD5wABRYeADEcAAQQQQAABBBBAAAEEEEAAAQQ8WODGjRsmlKgVKAICAkT/d3gtb968UrduXRNKzJUrlwef3HO3vm3bNhk4cKCpQGPVWrVqZaom5syZ03MPGcM71+DXyZMnRSuH6mPfvn2yc+dO0UpwT5pWocyePbu8+OKLUqpUKfNvqlSpYninLIeAiP6O6/362aYhRQ2Nu1vTEIoG2vbv32+5NQ1Ua4ju2Sp9Tzq3aNHCBBVz5Mjhbkdzy/1s2bLFVE1ctWqV7f3pFw5oOLFkyZLy4MED6d+/v3zzzTehxmtlS/0ZDQEEEHCFgN77NUytQUWrv0E0OK3VFD/44AOJGzeuK5ZkDi8XuHTpkqxdu9a8T9LAor6m2Wn6XNOwYq1ataRChQo83+yg0QcBBBBAAAEEEEAAAQQQQAABBBBAAAEEEPBCAQKKDi8qAUWHgAxHAAEEEEAAAQQQQAABBBBAAAEEPFBg8+bNJpQYGBgof/31V7gn8Pf3Nx/WbNiwoWiIgRZ7AoMGDZKxY8dabqB06dImmFinTp3Y26CHrXzr1i1ZsmSJTJw40VbV0GePp9Zdu3Y1vxfx4sXzsNOzXU8WaNOmjfng/bNt3Lhx0qhRI7c72j///CNTp06VKVOmhBlEzJcvnxw4cMBy72nTpjUhRX0QUrG+vPfu3TPBRH08fvzY1nPAz8/PBBM1AKTt+PHj8tlnn8myZctCjdfXHw3H+nLTipKffvrpUwQDBgyQvn37upRFg/LPVg7VypWzZs2SNGnSuHQtJkPAHQS2b99uXiMWLVpkuZ2CBQua+xTvcd3hannOHjScqGFFrTyt75kuXLhge/M1atSQ+vXrm7Bi6tSpbY+jIwIIIIAAAggggAACCCCAAAIIIIAAAggggIBnCxBQdHj9CCg6BGQ4AggggAACCCCAAAIIIIAAAggg4CECR44cMdUSg4KCZM2aNRHuunz58uaDmVotMXHixBH2p0P0CegHawcPHmwq+z3bEiRIIO+9954JJ/IBWnvXQCsm6u/CJ598IsHBwfYGhdNLPzCvoR6tsqiBH19sf//9t8yePVuaN29OZckYegK0a9dOli5dGmq1r776St58880Y2kXkljlx4oQJKWoQxarp/Sxr1qxy+PBhy5/r75hW8dPXJtr/BPTLBvS6a8jHbtPXeA38lClTxgzRqrz9+vWT3bt3PzWFvq5oML5y5cp2p/bafgQUvfbScjA3EVi4cKGp3hrWvUyruHfp0kUKFSrkJjtmG54koFXo9f2/hhXDqupsdR6tnP7GG2+YsCIV6j3pirNXBBBAAAEEEEAAAQQQQAABBBBAAAEEEEAg8gIEFCNv9tQIAooOARmOAAIIIIAAAggggAACCCCAAAIIuLGAVojTD2LqQysiXbt2Ldzd5s6d21Qn0VBinjx53PhkvrG1K1euyBdffGGCX1bttddeM8HEZyst+YZO1E6p1VS+/PJL0aDJjRs3ojaJxagnIZ633npL4sSJ47J53X2iu3fvyo8//ihaRSxHjhxU+IrhC9axY0dZvHhxqFVHjRolTZs2jeHd2F9OwycaVLTau86iFRM1rHjmzBnLSTWkotUUS5QoYX9RL+yp1aA0mDht2jTbp1PbTp06iQZcnzT9HdYqgPqa8+9WpEgRmTBhgjz//PO25/fmjgQUvfnqcjZ3EdCKu5MmTTJBxUuXLlluS8PV77//viRNmtRdts0+PEzg0KFDsnr1ahNW1IC+3abvdRs3bmxC+8WKFbM7jH4IIIAAAggggAACCCCAAAIIIIAAAggggAACHiJAQNHhhSKg6BCQ4QgggAACCCCAAAIIIIAAAggggIAbCmzZskVWrlwpWlUpogoR+uHemjVrmlDiq6++6oan8c0tzZ07V4YOHSrnzp0LBZAhQwbRYJKGE30pDOf0maDhxJEjR0qvXr3CnCp79uymMo9WavP39w/pp79H+ti8eXOYY7X/xIkTTTDM2yspPn78WP744w9Tce3nn382JtWrVyeg6PRJGoXxH3zwgQmJPttGjBghb7/9dhRmjLkh+hqlQcX169dbLpolSxYTrL9582aon+u9T6spalAxffr0MbdpN1lp/vz5Mnr0aNHqyHabBqg1nJgrV66QIVodcdCgQaGm0PcFkydPlnjx4tmd3uv7EVD0+kvMAd1I4M8//zSvD/PmzbPcld7HunfvLo0aNXKjXbMVTxTQsP/atWslICDABBb1Pa6dlixZMhNW1Pe/Wl3R29/72zGhDwIIIIAAAggggAACCCCAAAIIIIAAAggg4OkCBBQdXkECig4BGY4AAggggAACCCCAAAIIIIAAAgi4icCxY8dMpcSgoCBZtWpVhLsqW7as1K9fXxo2bCj6AUuaewgcPnzYVE3UD8laNf0grAYTCxcu7B4b9qBdbNiwwQS2jh8//tSutfphly5dpHnz5qIBxfA+YKxVSfVDzFq1bPny5aFOr+MXLFggpUqV8iCZyG/19u3bohWMtMrRk0ZAMfKOrhrRuXNn0cDas01Dzvq8dvemVWI1iBJWoD5btmxy4sQJy2PozzSk2KpVK3c/pkv2d/DgQRNMXLhwoe35tMqTBllr164dMkarn/bv31++/fbbUPOop4aPaU8LEFDkGYFAzAv88ssvMnXq1DC/IEKrietrYMmSJWN+c6zodQL62qjv81esWGHCimFV8bQ6uFZ3rlOnjgkrpkyZ0utsOBACCCCAAAIIIIAAAggggAACCCCAAAIIIOALAgQUHV5lAooOARmOAAIIIIAAAggggAACCCCAAAIIxKKAhoQ0lKiPZcuWyZUrV8LdjVYb0Q9Oaigxf/78sbhzlrYSmDBhggwfPlzu3LkT6sd6vTQ00qRJE/CiIHD9+nVTOWzGjBlPjdagrobstGpiZJp+gFmri/Xp00du3Ljx1NCWLVvKuHHjRKuTemsjoOh+V1YDo1p59dmm1fE8Ibz3zz//mBCKBhUvXrxoCawVFU+fPm35M/1d1oqK1apVc7+L46IdqY2Go+0GJhImTGiCiXrv0/9+0o4ePWoCiBrAeLYNGTJEWrRo4aIde9c0BBS963pyGs8RePjwoalQPW3aNDlz5ozlxrWyuN7v9EsnaAi4SmDLli3m72wNK+oXBNhtZcqUMX9va1hRv7yEhgACCCCAAAIIIIAAAggggAACCCCAAAIIIOAZAgQUHV4nAooOARmOAAIIIIAAAggggAACCCCAAAIIxILA1q1bZeXKlRIYGCh79+4NdweJEyeWmjVrmg9JVq1aNRZ2y5IRCeiHXzVE9Pvvv1t21YqJ+siaNWtEU/HzMAS0eqL+Hvw7TPjSSy/J9OnTpUCBAlFye/DggYwcOVJ69er11Hh/f39ZtGiRVKlSJUrzesIgAorueZU++ugjmTVrVqjNaVXWNm3auOemn9mVVkrUIJ6GFa1akiRJJFGiRHL58mXLn2uIW8Pc3hTC19d8rZqor/t2m1ZL1LCOVk/8d9N7Yd++fWXfvn1P/f9p06aVsWPHSqVKlewu4XP9CCj63CXnwG4mcOjQIfP68OyXTTzZZubMmaV79+6mWjYNAVcLHDhwQNasWWPCimH9zWa1Zp48ef4fe3cCblPZx///FhKKJEJmJXMZE/UgU48xQyFplMyk8hBpjpChwZwGlSkV0mMMzzFFIkSKKKKoVEpR6ff/3L/f3v999l5773XO2vucfc55f69rXz2Pc6+17vXaa6+9zrnWZ31Nx44d7fdrtWrVYj0t1ocAAggggAACCCCAAAIIIIAAAggggAACCCAQQwECih4xCSh6BGRxBBBAAAEEEEAAAQQQQAABBBBAII0EDh06ZMMJK1eudBVSUOeGNm3amPbt25t8+fKl0SzZTEoE/vnnH6PgkDonOpXewx49epgbbrghJatlrIPAyJEjzUMPPZTsJwoXqutctmzZUm0WrjOjAkDqUJY9e/ZUrzuRFySgmLjvzn/+8x/H8MZjjz1mzycZpT7++GMbRHn33Xcdp1ywYEGjz9+ff/4Z8vPzzz/fdlNUKLNAgQIZZZdD5qkQtIKJeqmDmJtSp2R1TOzcuXPI8Hnz5tlwotwCSyFGfQ+VKVPGzSay7BgCiln2rWfHE0xAvwspxK6wmFOpa92AAQNMvXr1EmzmTCezCBw9etQkJSWZpUuXmv/+97+ud0vXJAorqtvzdddd53o5BiKAAAIIIIAAAggggAACCCCAAAIIIIAAAgikjQABRY/OBBQ9ArI4AggggAACCCCAAAIIIIAAAgggEEeB06dPmw8++MC+1K0hXMco3xRKly5t1DVJocRKlSrFcWas2quAbmgdNWqUUTeO4FKHsD59+tiuierGR3kTcArTFS1a1CxevNjUrFnT28qNMW+//bbp0KFDsvXoczhr1qwMHY6KBENA0fNhE9cVDB061Lzyyish2xgxYoTp1atXXLcd65WrU7CCiuvWrXNcdeHChc2xY8ccf6bvxLvuusu+MlpYWAEcBRO3bt3qmlQBVIUT1Q0xuLSuZ555JuTfda6aNm2aOeecc1xvJ6sOJKCYVd959jtRBRRSfOmll8zBgwcdp3jnnXfaTrLqrEghEC+BU6dOmf/973/2IUL6ff3EiROuN9WuXTv7u7vCijxQyDUbAxFAAAEEEEAAAQQQQAABBBBAAAEEEEAAgbgJEFD0SEtA0SMgiyOAAAIIIIAAAggggAACCCCAAAJxEFDnKIUSly1bZnbt2hVxC7ly5TL//ve/jW5wbNasWRxmwypjKfD999/brolz5851XG2LFi1sMLFu3bqx3GyWXtcPP/xgunbtaj9Pvrryyivte3DFFVd4tvnqq6/MLbfcYjZs2OBfl4KPc+bMMZdddpnn9SfiCggoJuK7knxOw4cPt8GN4Bo2bJgNbGS0evPNN21Q8bPPPnOcujoq6rPuVNWqVbMhxU6dOiX8bh85csS8+OKLZubMma7nqmCDgolO3ZgUnHj00UdtYDq4evfubTsqUu4ECCi6c2IUAmkpcPjwYTN16lT7fafO5MGl7wZ1y1ZHXQqBtBDYuHGj/+FCX375petN6jv8xhtvtN/lJUqUcL0cAxFAAAEEEEAAAQQQQAABBBBAAAEEEEAAAQRiJ0BA0aMlAUWPgCyOAAIIIIAAAggggAACCCCAAAIIxEjgm2++MatWrbLdF1asWBF1rVdffbVp06aNDSYWKFAg6ngGpL/AG2+8YUaPHu3Y7evSSy+1nc24gTr275M6mXTr1s0sWbLEv/LLL7/cvPXWW0bBJa/1888/m+7du5v9+/ebQoUKmZw5c9qAqf6tSJEiXlefkMsTUEzItyVkUo888ojtjhdc6rDYv3//jLETAbNU2E4dsxRUVNg7uNQFUB1of/31V8d9u/baa21QUaH+RKyXX37ZhhN1PeCm1ClRwUR1TnSqffv2GR0DeuBBcKmb4m233eZmM4z5fwIEFDkUEEhcgaSkJPvdEO53qDp16pgBAwaY66+/PnF3gpllOoHdu3ebtWvX2s6KH330kev9q1SpkunYsaP517/+ZSpXrux6OQYigAACCCCAAAIIIIAAAggggAACCCCAAAIIeBMgoOjNT0+TDH2cpMd1sjgCCCCAAAIIIIAAAggggAACCCCAgDuBP//80wYH9NKNi06Bi8A1lSxZ0rRs2dKGEqtWrepuI4xKd4HPP//cPPXUU2b58uWOc1H3PXVNrFChQrrPNTNOwClMp/1UcEshwmzZssV1t3WzfHB30zvuuMO88MILJm/evKnatlPXRgXOFIBVV9XA+uWXX4xu3NcN0ps2bTLbt283J0+etENKlSplb3yuXbu2adiwof1vuDkpYHvrrbemaL7Nmzc3Wk4djMLVsWPH7DlQc1T3WM3RV9WrVzfqdqn1KFRQuHBhV9t36pr5+uuv206avvrrr7/Mhx9+aObNm2c2b97s3+5FF11k6tWrZxo3bmw72cgo3DGiP6/r871w4UL7+dZ6ZHvBBRcYhSEaNGhgz9e60VzhufSoxx9/3EyePDlk04MHD7ZdpTJiff311zaIorCiU+kYPnPmjNF3rFOpU63C4HqfE6F07E+aNMmsWbPG9XQ6d+5sw4lly5Z1XOZ///uf7Y6o4zOwLrnkEjNx4kR7bFIpE8goAcVYnfPd6ug7VudSHb86f2/ZssX8+OOP/u8YncMbNWpkz+PqWuz2XOh0Hl+3bp2pX7++XbfOA6+99pp5++23zbZt24zv3K3Pd6tWrUzx4sXj/v3u1ohxaSegY0IdaPfu3eu40S5duthzZ5kyZdJuUmwJAWOMun3q+37p0qVhfyd0gtK1r8KKui5NlOsW3lAEEEAAAQQQQAABBBBAAAEEEEAAAQQQQCCzChBQ9PjOElD0CMjiCCCAAAIIIIAAAggggAACCCCAQCoEFBBSIEc3KO7cuTPiGtSNTd2eFJRJ1K5PqSDIMos899xz5tlnn7VhmeCqUqWK6dmzp+nQoUOW8UivHR0/frwZNGhQss2rC6k6llWsWDGu0zp69KjtVKbuqL7y2sFRgYzg42bBggWmffv2/m0cP37cTJgwwUyZMsUfFom2owp46JgcOHCg7QYZWLEOKB48eNAoPKdOlr7AZKT5KfSnG7RHjBhhSpcuHXFXIgUUFSpcvXq1GTJkiA3SRNumggwaq+0Hluav7nQKQ0Qrvf9PPvmkKVGiRLShcfm5tq3OfMF1//33mwceeCAu20yLlSrQqqDiu+++67g5dVNU18VwpaCKOirqXJwe9e2339r3JVzQ0mlOV111lenbt699WEG4mjNnjhk2bFjIvteoUcMGIRW6pVIukOgBxVif86MJ/fbbbzbor8CrQvNu6rrrrrPncAXOowUVwwUUFdBZtmyZ/Z4KF0LT+VrnvYzYKdaNI2MiC+izoGsfBRX/+OOPkMEKsSug37t3b0KsHEzpIqDrXj1IQL8b6CFFCpa7KZ03dS18ww032O6KqX3QiZttMQYBBBBAAAEEEEAAAQQQQAABBBBAAAEEEMiKAgQUPb7rBBQ9ArI4AggggAACCCCAAAIIIIAAAggg4FJAIaVVq1YZdVML10kvcFXqZNa6dWsbOIrUfczl5hmWxgIbN240I0eODBuA6tWrl+2aWLRo0TSeWdbcnDrbKeSrz2FgqbPTmDFjbFeSaGGJ1MopEKeApMJggaXgqm6QT2kHR6eOkE2aNLFBOR1P2p66JSpoGC68EW1f1OVK4UZ1vPLNL1YBxdOnT9tAlkIqvi5b0eYT+HOFKBVsVPfL4G6RvnHhAoq6qVthGgVX3IQifevr1q2bDRortJla37QKxIaz1PlIgeng0jGobooZufSdqqCiuqs5Ve7cuY0+N06lhwAopKiXuhSnVb366qs2nHjo0CFXm9SxrmCiArPhjnutSMfp2LFjQ9bZpk0bM3XqVFfbYpCzQKIGFFN7TgrcS6dzfrjjQNvTNY4CgtFC3uHWoc+bOksXKVIk7OEWLqCo7re33357xFCkvgsVXFYnWyrrCujaT98N7733niNCtWrV7HHMA2Cy7jGSKHuu6xc9PENhRT0Aw20p7K2/FyisWKxYMbeLMQ4BBBBAAAEEEEAAAQQQQAABBBBAAAEEEEAgjAABRY+HBgFFj4AsjgACCCCAAAIIIIAAAggggAACCEQQOHv2rA0lqluibjg8duxYRK/ixYubFi1a2FCiglNUxhPQjfMKP4ULgqh7UI8ePYwCZVTaCSgUp45iCu84ld4XBUabNm1qLrnkkhSHBqPtydatW+0NxIEByXbt2pmXXnrJFChQINriyX7+6aefmptuusns2bPH/+8PP/yw7eaXPXt2G06MFt5ws0F1WVOIqkGDBnb4woULbfc1lc5tX3zxRbKAiIKDOm8p8OUrBb5Gjx7t30d13NL7oJCg13rooYeMXk7dY5yCLa+88opRxzp1Q0xNKZykZdevX59qX73nOjcEd6dMzXxSs4zeC4Vlg0tdxoYOHZqaVSbUMm+++abR+xyuM7GCfToXOJUeBOALKl544YVx2y8dP/oc6brAbalbosKJ6p4YrhS4ffTRR40MgkvL6nNHeRNI1IBivM75TloKJ86dO9f06dMnVQHzwHU2a9bMvPDCC0YdhZ3K6Tw+efJk+xn/8MMPI76ZOqfpfBcpzOvtaGDpjCSgY1bXW+G+G/TdrPB3vDtqZyQz5pp+AjpO1V1RfztQp2i3pcCt/oagsCLHsls1xiGAAAIIIIAAAggggAACCCCAAAIIIIAAAskFCCh6PCIIKHoEZHEEEEAAAQQQQAABBBBAAAEEEEDAQWDHjh02fLB06VLzySefRDRSoEidO9TdTSEEKuMKLFmyxDzzzDM2uBVc+fLlszf0KwSnbl5U2gso0HfnnXdGDTao050+i+pKUqVKFZM/f37Pk1UwTyEhBSt8dcEFF5j//ve/pn79+ilavwJu6o7oq8BOUcePHzf33nuveeedd5KtU2HDW2+91TRq1MioU5bvGPzll19s17l58+Y5dhgK7MwYuEKnLo7qtqgui+E6vmoZhXeffvrpkP2VRatWrUznzp1NjRo17PwUgvz888+t0euvv+7YLWvUqFG2M2WOHDmSrdMp2FK3bl2jcKevc6ICleqMqLBn+fLlbQdNda3R51gByuDujrrZWyFQBfx84Rito0uXLkbd6RTO1DwURNe5X++TUwfLBQsW2BvI06vCddjT+Wn48OHpNa2YbcCZvusAACAASURBVPfvv/+23UQVrg3XQfTcc881Z86ccdxmmTJlzN13323DiintbhppJ3RcqGPitGnTXO+rjkt129XnIlJpP3VsKqgWXOoQq88+5V0gEQOKaXXO9+mpK6E6zn311VchoAr663zYsGFDU7hwYftzHfdr1qwxs2fPNklJSSHLtG3b1p4r9WCA4HI6j+v7zhf01/l3wIAB9nyqf9e21E1Vn31fZ2Tv7zpryCwCut6ZMmWKDSrqfweXfh9TR2F9F5533nmZZbfZjwwuoHOtzp26rtRDj9yWuinq+lbnY13/UggggAACCCCAAAIIIIAAAggggAACCCCAAALuBAgounMKO4qAokdAFkcAAQQQQAABBBBAAAEEEEAAAQT+n8B3331nQ4m6OVo3EUarmjVr2kCObqz23cgdbRl+npgCeu+feuopM3/+fMcJKrykYGKtWrUScwey0Kw2btxoAz/RgsOBJAr0NW7c2CiAV6dOnVR3WFR4LzgoFNj50M3b8PPPP5vu3bubt956yz9cITsFnxTye/vtt02HDh2SrUo/VyepIkWKhN2EwoAKzj344IMhwROnQF1KA4rquqWAioKVvoCgbzIKtCi0WLp06bDzU8Bz3LhxNnQSuLz2edasWUYhl8ByCrYE/jzaNnft2mWdI3XpUselsWPHmrJlyzrOWzeVK+igwGNg3XHHHbZrmFPnRzfHQCzGKGSpYyK49NkYMWJELDaR7uv4448/bFBJYcUvv/zScT4KlKrrrVOpW6FCirrB32vpGNVn1CnU5bTu888/3waN9dIxHqlWr15tdB7Zv39/smEKbCloq9AYFRuBRAwoptU5X4LhQv4KZ/sCgQp6O5W+YxQ2V6A8ODisf9M1VHC3w0jncT1IYMaMGfYhAsGlkLJKgTMKgWABXf8pKK7PjlMpGK4Qrr7jKQQSSeCnn36ynRVXrlxpuyvq2thN6aEMupZRl3h1V+RBOW7UGIMAAggggAACCCCAAAIIIIAAAggggAACWVWAgKLHd56AokdAFkcAAQQQQAABBBBAAAEEEEAAgSwvoG4GeunG62+//Taih7oZqFuiQonqEkZlfAGFXxRSUhej4FLXOgV+br/99oy/o5loDxRWeuCBB0K6DLrdRQUWdaNv69atjUJMuvHXTR04cMB2lwoMvYXrUBhufZs3b7bdVn0dpDROIQ11fFNHuCFDhtgOf75SiEPBQHWFi1bhQoQKSWmdgTc0pzSgqM6ECmeuX78+2TQeffRRM3jwYFc3Syvg8uabb5revXsnCyk6GUYKtmh5hfOiBQSdAqW+yUfq+hW4g+qmq+53Cvb4ql69enY/dH5Iz3ruuefMyJEjQ6bQo0cP89hjj6Xn1GK6bQVafUHFQ4cOOa5boSodX06lm/kVVFRAOaW1adMmG0xUmMBt6Ryhz5zOM9FKx+iwYcPM6dOnkw2tXbu2DcGWLFky2ir4eQoEEi2gmJbnfB1jOtbUgTWw1G1Yx7jb85lT+FshXHX91YMAAivceVzhW3XVVZdjCoHUCqgbqK6ftm7d6rgK/b7Wv39/e51HIZBoArpmV1hRDylQWDHc9Y3TvHU906JFCxtWjPTwkkTbZ+aDAAIIIIAAAggggAACCCCAAAIIIIAAAgikhQABRY/KBBQ9ArI4AggggAACCCCAAAIIIIAAAghkSQHdYK1uieqUuG3btogG2bJls6FEBVrUSY/KHAIKHKnrW7jgyW233Wa7Jl522WWZY4cz2V4obKHuOQpo7dy5M9V7p1CGAl16rwsVKhRxPerqpE5nwaEwdV1VV5NopZuR1WVK6/BVYADRqbuiU7gw0nZOnDhhw44Ki/jKKVCXkoCi5q2Ao7pkBZbM9O/RgoKBy6jb3ahRo5IZ6Oe+kKZvbLhgizp9zZ0711X4S93ubrnlFrNhw4Zk865YsaKZM2eOqVatWrS3zJw6dcoMGDDAzs9XCtcsXrzYqItuepeCRU8++WTINHQMOP17es/Xy/Z1TChQrrCiut6mtNTxWEHFa665Juqi33//vQ1tTZkyJepY34AGDRrYc4nb0JU61qmraHApwDx58mTX22Wge4FECyim5TnfKRyv86kC8DonpqR0/azAemDQ3qmzbLjzeCJ0oU3J/jI2cQV0Lajz5cyZMx0fNKKZ9+vXzz4Y4cILL0zcHWFmWV5g+/btNrCosGJKusTrWlR/o1BY0c2DEbI8NAAIIIAAAggggAACCCCAAAIIIIAAAgggkOkFCCh6fIsJKHoEZHEEEEAAAQQQQAABBBBAAAEEEMgyAuqQp5uqFSZSt0SFbiJV9erVjQIN6pZId4LMdZgoVKVgiMJSwaUb9tU1UTd7UokvoPdQHQ0VstDrxx9/TNWkL7roIvP444+b7t27m1y5coVdh7qttmvXLlkHwPvuu8+G7qJ1YlSYQ8HXwFCsuvuoG6C26RTm0LZeeuklU6BAAVf7pfOagrfLli0z5cqVM5UrVzZVqlQx9evXN+py5auUBBQV1urWrZsNdPtKwc633nrL1KpVy9W8Agc5daLU+hUI880xXLBF4c5HHnnEZM+ePep2ncKFWijQPOpKjDFOoaZ169ZZ00QoheicOiYqBOTUYTER5uxlDup07OuomJrPe9euXW1QsVKlSo7TUFdDHYs6Tt2UQuwKEiuw5aZ++ukno86jCtoGl47NoUOHulkNY1IhkGgBxbQ65zuF48U3YcIEez7UgzhSUgqFqXOuurj66vLLL7ffCYHB73DncZ2z9JmhEIiVwGeffWamTp1qHz7gVOpGO3DgQNsFm0Ig0QV0/aGwoq7l1WHRbenavGPHjjasWKdOHbeLMQ4BBBBAAAEEEEAAAQQQQAABBBBAAAEEEMhUAgQUPb6dBBQ9ArI4AggggAACCCCAAAIIIIAAAghkegHd2KdQkUKJR44cibi/CiKqW6JCQbVr1870NlltBxUqeuaZZ8xHH33kuOvqsuKmk15Wc8so+3vmzBnbTVGfd3UgWbt2bYqnrqDcs88+G7abolOHwsAuiJE2uGLFCtOsWTP/EIXx1OmwcePG9t/++OMP26Vw0qRJyVajwOGgQYMiBidTuqMpCShu2rTJzvvkyZP+zXjpgOUm3BIu2OK2W6UmquNhyJAhtstjYCncpqCo21LooWfPnsmGJ1JAURObNm2aDW4Gl/ZT57zMWIcOHbJBRb1+/fXXFO2iAsEKKepVvHhxu6w6zCmYqGPMTeXJk8eGrPTKnz+/m0XM7t27zYgRI8z69etDxuu8o46fVPwEEi2gmFbnfH1v6bttyZIlflx1TZw/f74Nsaem1MG4Q4cOyRYNDh46ncf1vafPWN26dVOzWZZBIKKAftdTx+Pgzsm+hdThVtf6HH8cSBlFQOdRhRV9v9vo+t1Nqbv5TTfdZLs6K7AY6eErbtbHGAQQQAABBBBAAAEEEEAAAQQQQAABBBBAIKMIEFD0+E4RUPQIyOIIIIAAAggggAACCCCAAAIIIJApBRQCULdEdfzaunVr1H284YYbTJs2bWwwkcp8AgpEPfnkk/amZadq2LChDSA1aNAg8+18Ft4j3cSrc0FSUpLtQqJQUGDILhyNumcqlHbJJZeEDFEnKgXeFCQMrNdff92oM1u4cgrlNWnSxLz22mumaNGi/sXULVFdHIOrefPmpnfv3rZrn7o9prTjVfD6UhJQdAroee2A5bTOhQsX2vOwyinYUrVqVTNv3jxToUIF10d1LLofqqNecHe8RAsoCkTHzvDhw0NsdFyOHTvWtVlGG7h//377OVJQUZ+zlFShQoVMp06djLptzpw50/WiWkbBRIW83JY6p+r9+eqrr5Itcumll5qJEycmTEdOt/uTEcclWkDR97mN9zl/x44dtqvWF1984X/bgrvWpvT9dFpncDdhp/N4zZo1bZc7dR6lEIiXwOTJk+134jfffOO4CT2MpE+fPo7XefGaE+tFwKuAusYrrLhmzRr7IJZwx7fTdlq1amX0947rrrvOFC5c2OtUWB4BBBBAAAEEEEAAAQQQQAABBBBAAAEEEEhYAQKKHt8aAooeAVkcAQQQQAABBBBAAAEEEEAAAQQyjYBuhFYoUZ1Z1EHj77//jrhvV155pWnZsqVp3769UUCAypwCixYtMqNHjzYKsQRXgQIFTN++fW3XxJw5c2ZOAPbKL6BQnjosLl682HaO2rt3b1gdBRCfeuopx44jn376qe1KsmfPHv/y0ToKHjhwwHTp0sV8+OGH/mXUMU2BjsCw4cGDB20YzqnDmm/B6tWr23OXbjSuUqWK6+5tgTvrNqCo8+jDDz9sRo4cmcxKgbAWLVqk+uhSZ1sZBta4ceOsh8op2KIgscKCxYoVc73d4EDS5Zdfbt566y1TrVo11+vIKAFF7dArr7xihg4dGrJvnTt3Dukk6Roggwz87LPPbEhRx+bZs2fjMmvd2N+jRw+jcHFKSnMaNmyYUbggsNR99YUXXvB3cUzJOhmbcoFEDCimxTk/uHuv5PRQBnXzPPfcc1MO+f8t/+2339rPQmCnOoUg9SAIX0dRp/O4wvY6pxYsWDBV22UhBNwK6LpLD0PQ94JT6SEUAwcONLp+oxDIiAJ6CJMCiwor7tq1y/UuqINo69atbVhR18UUAggggAACCCCAAAIIIIAAAggggAACCCCQmQQIKHp8NwkoegRkcQQQQAABBBBAAAEEEEAAAQQQyPACujFPnYkUSjx8+HDE/VHHAIVqbrzxRqNgAJV5BY4cOWKefvpps2DBAsedVLdM3Vx/1VVXZV4E9iysgIJCa9euNWPGjLHdFYPrggsuMO+8845p3LhxyM9+++03G2xVGMxX6qSm0GPlypUdtxncGTFcUE4dGmfPnm3DI266PWpj6vyp85q6o5QvX97kyJEj6jvvNqDoNC7qylM54JFHHjF6KbAZq2BLcCBJwfS5c+eaK664wvUsM1JAUTs1a9YsM3jw4JD9u/nmm22nvsxeCiErkKL3LVZVtmxZ2zHxtttuS/EqR40a5ejeoUMHG06k0k4gEQOKaXHOdzqHxUNdwd0333zTqDOpyuk8HhxijMc8WCcCgQJ6eM306dNt1zmnqlevnunfvz9d1DlsMrTAvn37bFhRv9Pov25L3Wz1sCaFFWvVquV2McYhgAACCCCAAAIIIIAAAggggAACCCCAAAIJK0BA0eNbQ0DRIyCLI4AAAggggAACCCCAAAIIIIBAhhRQpyTdcLp06VKzZcuWqPugji3qFKBQ2jnnnBN1PAMytsDLL79s1J1ON8cHl4Imffr0MbfcckvG3klmHxMBBfB0rKjLZnAgUDes699z5coVsq23337bKGAUWFOmTLEhpuByCjRG6rio7m9z5swx/fr1Mz/++GOK9rNUqVKmTZs2plOnTjaEHS6s6Dag+PPPP5vu3bvbroPxLtmNHz/e5M6dm4CiR2wFkh544IGQtWSlUJw6C6lz4bx581Kted5559nPtF7quJuS0mdXgVunz86AAQPMkCFDUrI6xsZAQN3UFP4OrMcff9x2iY1lqQPutddem2yV6nqr8LDTcRTvc77Oq4MGDYrlLjquKzgA7hRQDDzPx31CbACBAIGZM2faDp/qrOhU3bp1s78f6DqKQiAjCxw7dswkJSXZBzipu+KZM2dc7c6FF15oFCJv1KiRDSzmzJnT1XIMQgABBBBAAAEEEEAAAQQQQAABBBBAAAEEEkmAgKLHd4OAokdAFkcAAQQQQAABBBBAAAEEEEAAgQwjcOLECRtKXL58ue2W+Oeff0ace9WqVY1uCFcosWTJkhlmP5lo6gV27dplRo4caY8Tp7rrrrvMPffcY0qXLp36jbBkphNQN0V1OQsOqairjrpBOd2s/tVXX9mQ64YNG/we4TpDKSilgPTRo0f9Y9XZUx1LItXBgwfNhAkTbKglpUFFrVc3F2u/rrnmGtuVMLDcBhSdAibxOgAIKMZWViHX++67L2Sl6iA8efLk2G4sgde2adMmM23aNHvdkNKqVKmS6dWrl71hPyWl7yKdT7TtwNIDEhSI7ty5c0pWx9gYCTh1Ehw6dKhRZ8Xs2bPHaCvGdmkNfo/dBPPidc536hwZs50NWBEBxXioss5YCqi7uh4mobDi33//HbLq/Pnzm4EDB4YEmWM5B9aFQFoKnD592nZUVAdRhRW//fZb15vX9WKzZs3s7xMXX3yx6+UYiAACCCCAAAIIIIAAAggggAACCCCAAAIIpKcAAUWP+gQUPQKyOAIIIIAAAggggAACCCCAAAIIJLzAunXrbAcAhQu+/vrriPPVzXMtWrQwbdu2NQoXUVlHYOzYsTbM5XTDcc2aNW3IRIFVKmMJKOCjwOnOnTttSE/BQIWunDoVetkzddTp0qWL+fDDD/2rueCCC2wgum7duiGr1nH22GOP2WCLr4oWLWreffddU6dOHf+//fPPP7Yr4P333+//N3U2nD17tilTpoyrKf/yyy/2xmJ1Bl21alVIp8dIK7nooovMiy++aDsqBoYUCShe4cpeg5xCTfpeql+/vut1pNfA+fPnG3UCDS4FZhXaywr10ksvmenTp9tzR2pL77W6nrZq1SrqKpYtW2aGDx9uDh8+nGysHpSg7ygFhqn0EXD6LLsJDqZ0tl63E+tzPgHFlL6DjM/sAnq4hL4Ddb52qho1atjvzubNm2d2CvYviwls3rzZBhb1d5Xdu3e73nt1Bdbv0f/6179M2bJlXS/HQAQQQAABBBBAAAEEEEAAAQQQQAABBBBAIK0FCCh6FCeg6BGQxRFAAAEEEEAAAQQQQAABBBBAICEFPv/8cxtKWrp0abLAULjJNm3a1AYH1JEsR44cCblPTCo+AmvXrjWjR482H3/8ccgGdCzoBuPu3bubAgUKxGcCrDWuAosWLbKB48BSQFGdAc8999yYbfuPP/6wIcJJkyYlW6eOL92M61Tr1683//73v5MFBhUEGTZsmD8M+P3335tu3brZc5mv1FntkUceSVXHrjNnzpjt27fbm+oVVtT8opU6QCowExiocxtQdBoX3CUr2vZT83Onzo0KCmg/ChYs6HqVwcGc1Mw9IwcUBfX222+bPn36hJjpRvMZM2a4tsxoA5csWWIDKLoZP1bVuHFjc/vttxtdcziVQsQPPfRQyI8USnzhhRdMsWLFYjUV1pMKgRUrVthuUIGl64OJEyeaPHnypGKNzosolD5o0KBkP0xtp8ZYnPOdzmGvv/666dq1a8z22WlFTufxeARC47oTrDxTC+izoe/Bzz77zHE/b7rpJtO3b19Tvnz5TO3AzmVNgb1799qwoh7GogdvuK2KFSva3830+1H16tXdLsY4BBBAAAEEEEAAAQQQQAABBBBAAAEEEEAgTQQIKHpkJqDoEZDFEUAAAQQQQAABBBBAAAEEEEAgYQR+/vlnG0rUTXJ6qv/p06cjzq1KlSo2HKRQYunSpRNmP5hI2gicOnXKPPXUU2bmzJmOG2zSpInp2bNnhuhyljZiGXMr6qCoQMnJkyf9O3DDDTeYWbNmGXVMjWU5dZnS+ShcGOnEiRPm7rvvNu+8845/GjruXnvtNaNuiiqFCNu1a+efv7oy6vwWq+57ChCqA4q2oyBaYAfIQBt1f1NAKm/evPaf3QYUnYKbkTpLxur9IKAYK8n/ux519lQX2eDSZ0mhusxUH330kQ0mLl68OG67pU7N+kxdd911/m3o+0ifseBSwOW5556L21xYsXsBp++T1ASfI21R3XUVQh85cmSyYU8//bRRSNFrpeacP3fuXNO5c+e4zCfS/hBQ9Ppus3xaCOg4nTJlilG3XX2+gitXrly2c7e+Q2P5YIy02De2gYBbgaNHj5qkpCSzcuVK8/777xt9l7mpQoUKmY4dO9qwol7nnHOOm8UYgwACCCCAAAIIIIAAAggggAACCCCAAAIIxE2AgKJHWgKKHgFZHAEEEEAAAQQQQAABBBBAAAEE0l1gw4YN9mY4hXYOHjwYcT7qnKVQop7af+2116b73JlA+ggoEDZ27Fjz5ZdfhkxAN0qq28k999zj72KXPrNkq7EQ+Oqrr8wtt9xidJ7wlQJyOgbUzSxWFS5Uoo4ikcKEuqFdHbic5qZ1PvbYY0bBR18prKhl4tHR859//jEHDhwww4cPN7Nnz05GU7NmTTNnzhxz2WWX2X93G1DUWKduYK+++qq57bbbYsUfsh4CirGnVWCvR48eIStWAFeh2oxehw4dMtOnT7cvN3XhhRfaY7hu3bq2E+m8efOMQscpKT0gQdcjOh8pBBpcCrUMHjw4JatkbBwF9u3bZ4N6W7du9W+latWq9r2vUKFCTLash23oO+Gtt95Ktj6dfzt16hSTbfhW4vacr/1t3bq1UQDFV/HoHBm8cwQUY/p2s7I4C+hzMnXq1LDh9kqVKpkBAwaYNm3axHkmrB6B9BXQQ4DUWXHNmjU2rHj8+HFXE8qWLZsNK+r3M4UV4/G7jquJMAgBBBBAAAEEEEAAAQQQQAABBBBAAAEEsrQAAUWPbz8BRY+ALI4AAggggAACCCCAAAIIIIAAAukisH//ftvxa+nSpWbjxo1R56Ab3Vq1amU7kamTBZU1BRRAUVeiwI51gRLqVKUAjrprUplDQJ1UFfAJ7kCmAKqCc76OgF739vvvvzfdunWz5yRfBYf6nLbx6aefGh13e/bs8f9Y3bMeeeQRc+zYMRuAUgDbV+rSc++994asSkGTw4cPmx07dhitc9u2bUZzev7551McnPnmm2/svqxevTrZdgLDlikJKK5YscJ2sQys4I6MKfHXvuq9mz9/vilSpIipUaOGKVasmO1GV758ebsqAoopEXU/Vse3gknBnXH0Hfv666+7X1ECjfzzzz9tx0S99JmLVueff779XOpVqlQp//AjR47YY1JhNafwe7T1Bv48Z86cZsyYMTEPpKVkDowNFQgXHly4cGHMQkd79+617/snn3zin4A66iogrO8UX6XlOV/HdteuXW3YxFcVK1a0x3vlypVTdahs3rzZdqnWQyGuvPJK2zW4Tp069qXjP9x5XN9/Ov/nzp07VdtlIQTiLaBwsYLuuh5zKoV99SCUatWqxXsqrB+BhBDQ32oUWNTDpPQd57YaNWpk1KlbYcXSpUu7XYxxCCCAAAIIIIAAAggggAACCCCAAAIIIICAJwECip74jCGg6BGQxRFAAAEEEEAAAQQQQAABBBBAIM0ETp48aT744AOzfPlye4ObAjKRSp0q1C1RocRy5cql2TzZUGIKzJgxw4wbN86xw5VCTX369DE333xzYk6eWXkSUHhEgTudQ3ylLooK+3Xp0iUmnTKdtuEmhOcUoNTNuLNmzbI38eoc5pt3tECIU6fCBQsWGHVpS0m56QaZkoCiUxdLhVHUMU5hlJRWuAClvhvUzU9FQDGlqu7H6+EAd911lzlz5kyyhRo2bBjSedP9WtNnZLQgSeCs9HCD22+/3QYTI11T6LPhCyoGdtpzu4eXXnqpefHFF83VV1/tdhHGpZFAuHNj//79zejRo2PyAIzgrrraNX223njjDRvEDqy0Oufrsz5kyBAbDAysZ5991qjLp7pepaT++usvG8J/+umnky02dOhQ2zE4e/bsYc/jBBRTIs3Y9BL47bffzKRJk8zMmTPNTz/95DiNgQMHmt69extdj1IIZBWB3bt327CirtndPGTK56JuxQr3KqyoUDuFAAIIIIAAAggggAACCCCAAAIIIIAAAgjES4CAokdZAooeAVkcAQQQQAABBBBAAAEEEEAAAQTiLrBp0ybbQUyhxGhdiQoUKGADPW3atDENGjSI+9zYQOILqAvRM888E9INzjdzdUxUN73ixYsn/s4ww1QJnDhxwnYdVGgosC666CLbYbBz587mnHPOSdW6tZC6H955553mww8/TLYOt+HARYsWmbZt2/qX1c3qOt+pw9SgQYP8/x4tBKPgmALZgUFMham0j/ny5XO9f07hw8svv9wozOXr+JOSgKJCPY899pgNngSWOkdOnTrV6LztthRsUShGYZnAatKkiXnttddsFy4VAUW3oqkbp5vLFcANflCAuliqg2Cil7qBqmOiuntGK4WlfB0TK1SoEG14sp+r6508ArugRlvBeeedZ231CuzQGG05fp42Ak4dYXXeUQfR66+/3tMk1MFT1yP6Tgis4OCe72dpec532paOT30v1KpVK0X7vXbtWhv2VXjdV/reU3drdWP1ldN5nIBiiqgZnM4Cu3btsg/D0PWgU5UtW9YMGDCAB6Sk8/vE5tNHQJ3fk5KSjL5f3n//fT1U29VE9J2rh68orKgXhQACCCCAAAIIIIAAAggggAACCCCAAAIIxFKAgKJHTQKKHgFZHAEEEEAAAQQQQAABBBBAAAEE4iJw4MABe7Pa0qVLzfr166Nuo1GjRqZly5b2ZrXcuXNHHc+ArCGgYOLEiRMdb3hUd6pevXqZ5s2bZw2MLL6X6r566623mqNHjyaTUChCHWx0g7gv3OaW6uzZs/Y89eCDDxoFYQMrJeE7zUkBqMAQ04gRI4zOg+qk6Ct1aVT4Olw5rUf7py4+t9xyi+sQplN4xNfV8eKLL7abdwoo1qtXz7z55puOoaodO3bYIKjCnIHVr18/89RTT7nqIKQbl2fPnm169uyZLISp9Sls1r17d38nLwKKbo/i1I9T5xt1JlWnqMCqX7++DS0lYn3xxRf2WFGYzE1p//TZrFKlipvhYccoEOnrquh2RRdeeKENKSrIVaRIEbeLMS7OAk7nWW1S16EKIqkjc2oqXPha30tz5sxxDGGk5Tn/l19+MTpfKwge/HlX0Lxy5cqudjtcoN8pTE9A0RUpgzKAgMLq06dPN1u2bHGcbbNmzUzfvn1N7dq1M8DeMEUEYi+gh6vo4Rf6HURhRZ3/3VTOnDmNfudSp2GFFfPnz+9mMcYggAACCCCAAAIIQi26eQAAIABJREFUIIAAAggggAACCCCAAAJhBQgoejw4CCh6BGRxBBBAAAEEEEAAAQQQQAABBBCImYBCDgoRLV++3HYPCw49BG9InYzULVEdw9Tdi0LAJ6DjaMyYMWb79u0hKLly5bJhNHUpOv/880HLIgLhwh++3Vc3RYWR7r77blOxYkWTI0eOsDI6N+kmWgX/3nvvvZBx6ir1xhtvGAW13JSCdwrpPfzww/7hhQsXtiFAXzfE4A6BTuvVembMmGHUFTSwFFJU4FGB3Lx584adkpbfsGGD6dOnT0jgcsKECUYdHLNly2aXdwooajsK6HTp0sU/zrcxdVEcN26cGTx4cMj2W7VqZTssVq9ePWQ53+DTp0/b8OMDDzxgfvzxx2Tr0HeAAjKFChXy/zsBRTdHnvcxH330kenatatReCmw6tata7uhJUp9//335pVXXrEBkeC5Os1Rx7ACU1dddVXMduHbb781AwcOtDffp6QuueQSGzDWnEqUKJGSRRkbJ4GXXnrJBqKDS+d8nStr1qwZ9lzmNCV9p+j8qOuWwA64GhupY2BanvM1Fz0wRJ/3wM6H+vcrrrjCfsd06NDB6Bor3PfT1q1b7Wcg+MEj4b4zCSjG6QBmtekioOtQXTfq/KFuqU6l6zS9Aq9n0mWybBSBdBbQgx30u5YeVqWHS7gthX2bNm1qw4olS5Z0uxjjEEAAAQQQQAABBBBAAAEEEEAAAQQQQAABvwABRY8HAwFFj4AsjgACCCCAAAIIIIAAAggggAACngU2b95sO4cplLhv376I69NT8RVKVBcxdauhEAgU0I39Tz/9tA2iOJW6wKn7mronUllPQCGQYcOG2a6akUpBOwWTFLIqWLCgf+hnn31m9Nq0aVPYxSOF9CJtU+fBG2+8MaTDo2+ZJ554ws7dFxAMt67jx4/bQItTOKxq1aq2y8h1112XLIR56NAhs3PnTjNv3jzHwGXbtm1tAFBBqcDSnBRKCSztvwKHV155pf1nnbPVuVJhYPkroKgb9J1Ky918882mVq1aRgFNleamQJdu6NccgyslwRZ1S1VwNPA9jfYpCN5H7dfcuXNtIMdtaZsyCCzdeO02wOp2O+k1Tt1DFZ47ceJEsimoE9SiRYvSa1p2uzrm9H2g1+HDh6POpWPHjrZjoY7BWNbHH39shg8fbrZt25Zstfo8K2TmpgoUKGCDinqVLVvWzSKMiZOAjnWdZ9UVM7h0DtTPFDIqXbp0xM61Wo+ufRVqdOqspmuVl19+2Z6vw1VanvMjdbHV/PQdo3OdgiHlypWz+65AsIKJr776quP3i5YbPXq0GTRokMmePXuy3SSgGKcDmNWmq4DCVnqYgx664FTFihWzD1JRSJ5CAAFjr/8VVtRDrPT7ktuqUaOGadmypf29R99PFAIIIIAAAggggAACCCCAAAIIIIAAAggg4EaAgKIbpQhjCCh6BGRxBBBAAAEEEEAAAQQQQAABBBBIlYC6r6xatco+FT8pKSnqOho0aGBatGhh2rdvT9e7qFpZc8Bbb71lnn32WXPw4MEQgCJFiph+/fqZu+66K2visNd+AXX+03GiQERwpyqvTArLqQuWOvpFCxIGb0tzUefCWbNmhUyjaNGi5t133zV16tRxNcU9e/aYO++803z44YeuxkcapIDMiy++aDuCBZfCZwovRqp69erZm/Blo1KY5v7773fcz5ROVuucPHmyUfA42JsOiinV9DZ+9+7dplOnTkadCgNLN4cvWbLE28pTsfTZs2f9wUQ3nXcUDlYY5JprrknF1iIvoi6rDz30kD32A0shw1GjRpkDBw7YcLBCXG5KXVB9QUV1kqbSR8DNeVbnKJ1DFWz2he/OnDljFFjV8nv37g07eS2rUJ+uf6OVm7lEW4fv55HO+RqjLnAKV+mYjsV36KOPPmqD67lz5w6ZIgFFt+8a4zKigMJW06ZNC+ko6tsXBX379u1rw1UUAgj8X4Gvv/7ahhV9f0dy66JuirrW0+fp2muvdbsY4xBAAAEEEEAAAQQQQAABBBBAAAEEEEAgCwoQUPT4phNQ9AjI4ggggAACCCCAAAIIIIAAAggg4Frgjz/+sDeT6YZMdYyJdmNz+fLlbbdE3UzGTfiumbPcQAUSFfJYuHCh47537tzZdk1MScezLIeYxXZYXaBWr15tFIxwE5B2w6NQorp3ejlXqUtg9+7dQzZ3xx13mBdeeMEomOS2FIDp379/2Bvf3aynWbNmtttkuH2K1LnLt36FKxcvXpws4Khzvz6zzz//fNTvgXDzVPfB5557zigA51QEFN28w7EdoyCgOhAeO3Ys2YrVjVTf+WlVs2fPtuHEHTt2RN2kunYqmBivAIjCJ4888kjIPBQ80fHv6xSqAfqcKKiojtJuKmfOnP6gYrVq1dwswpgYC3z66ae2W+L69etjumZdrygEqHCi27B7WpzzfTupAPDbb79tu4JGCllGQrnoootsoL9r164mR44crs/j8h4/frxjoDGmbwIrQyCNBNShesaMGWG7/OqBE7179zbFixdPoxmxGQQyhsBPP/1kw4rqtP7+++8b/X83lSdPHttRXtdiuv5T52MKAQQQQAABBBBAAAEEEEAAAQQQQAABBBDwCRBQ9HgsEFD0CMjiCCCAAAIIIIAAAggggAACCCAQVeCjjz6yN9wroPD5559HHK8bxBRKbN26tWnSpEnUdTMgawvopt4JEyY43pBYsWJF23lEXTcpBJwETp8+bYOKOo4Uno4Wmg5eh85XCiYqAKuuU+ecc44naHVS69KlS0jnQ924fvfdd6d43b/99pvtzqOQobrWuq2qVavaLocKm0ULRSqcorlFCugoPNymTZtkm1dIVAEyBVTeeecd1/bqKjZgwADTo0ePiHMjoOj23Y7tOAXGdc49evRoshXrmFq2bJnrsFVqZqUuowomuukcqq6bCiY2atQoNZuKuoyObwUTp0+fHjJW3Q/VxTVcrVu3zsyfP9+GFd2Wzht61a5d2+0ijIuRgILaej8nTZrk+jwWadM6Lh977DFTunTpFM8wLc75gZPSvusY1/eM2+8YfW/qu2XEiBFR95EOiik+BFgggwqoK5w6Qus7zKkKFixor33uueeeDLqHTBuB+AroukthRb2WLl1qvvzyS9cbbNmypWncuLENKxIEds3GQAQQQAABBBBAAAEEEEAAAQQQQAABBDKtAAFFj28tAUWPgCyOAAIIIIAAAggggAACCCCAAAKOAocOHTIffPCBDSXqqfbRSjeEtWjRwgYb8uXLF204P8/iAuoUNHr06LDHVq9evWyAqUiRIllcit13K/Dzzz+bXbt2mU2bNhmFqr/77jvzySefmB9//NG/CnW1uuyyy0ytWrVMvXr1bBioQIECbjcRdZwCk4MHD7adAX2l4KM6wpUpUybq8uEG/P7770afGYUIN27caPbs2ZOs65X2S4FedetS10R1rw3X0cppGwrFqPubgoYKhwUHVdQJTF2vwpU67sldAbadO3ea7du3+4M+CiRWrlzZWjds2NAGQXPnzh3VgoBiVKK4Dfjmm29s5+PDhw8n20alSpXsTePq/BfL0nGjEK+CfdFKHRNvvvlm07Rp02hDU/1z7b/CV+rmE1wPPvigGTRokKt1K/y7aNEi+9q3b5+rZTp06GC7Kur8RKWdgIIRn332mQ27z5o1K9n3httZ6NjUsaHzsNewe7zP+cH75Nuervt1LldnSd/3gAKJ6qKqkLKu9a+//vpknUMj+RBQdHv0MC6zCOh3Zp1H9PAMp6pTp47p168fD/HJLG84+xE3Af0uobDiihUr7O91bku/Z+ghFuquqOtWCgEEEEAAAQQQQAABBBBAAAEEEEAAAQSyngABRY/vOQFFj4AsjgACCCCAAAIIIIAAAggggAACfoEzZ87YLmTLly+3wUQFfiKVgj7qlti2bVsbQKEQcCMwatQo2xHOqRTK6NOnj70BnkIgowk4BRTvu+8+o2P+3HPPzWi7w3yzsIBCp+qaGRxWrVChgr0+OO+88zzr6MZzdZxas2ZNxHUpENmpUycbTIx3h8EtW7aY4cOH2+6ggaVQ7ZgxY4wChCmtv//+2x9UVMDTTenaqlu3bnHrEOlmDll1jALbCkb4wu4KrAaGruUS77B7VrVnvxHILALqpKjg/f79+x13SR1ze/fubR+aQSGAQGQBdajXNaNC9Po7ldsqV66cad26tQ0rXnPNNW4XYxwCCCCAAAIIIIAAAggggAACCCCAAAIIZHABAooe30ACih4BWRwBBBBAAAEEEEAAAQQQQAABBGxnrpUrV9rQgTrIRKq8efPaUKI6xTRv3hw9BFwLqAPCs88+a7vaBZeOqwEDBph77rknJsEX15NiIAIxFFDHNAWpfMe4Ok+pK2Hjxo1juBVWhUDaCJw4ccK0bNnS6MbwwLr88svt9YLO26kphQAVUtcDESKVupt27drVBhO1zXjXwoULzUMPPRTSPU/bHjdunO286rXUYdTXVfHrr7+OujrdUK/upVxvRaViAAIIIJBQAurkrRD+Sy+9ZP7666+wv/soqJg9e/aEmjuTQSBRBdSZNykpyT7cQp2uT5486Wqq+fPnN+3bt7dhRb3y5MnjajkGIYAAAggggAACCCCAAAIIIIAAAggggEDGEyCg6PE9I6DoEZDFEUAAAQQQQAABBBBAAAEEEMiiAuoIo6fQK2SwevXqqAr169e3wUTd2KXQAIWAW4GffvrJjBw50rz22muOiygA06tXL1OzZk23q2QcAgkpoJvQu3fv7p9bu3bt7I3pnDMT8u1iUi4Efv31V/vdv2/fvmSjy5Yta68f8uXL52It/3fIrl27zOjRo43C6pGqePHi5o477rDBxEKFCrlev5eBCpE8/vjjIato2LChee6552I+j99//90fVNS1WLSqVKmSDfGrqyWFAAIIIJBxBNSNderUqSZcB91q1aqZfv362Yf/UAgg4F5AwV91VtRLn6/grt+R1tS2bVvbpVphxaJFi7rfKCMRQAABBBBAAAEEEEAAAQQQQAABBBBAIOEFCCh6fIsIKHoEZHEEEEAAAQQQQAABBBBAAAEEspCAbuJSx6Lly5fbYIG6I0UqBRAUTNANXFWrVs1CUuxqrATmzJljxo8fb5w6RSmEohtyb7vttlhtjvUgkG4Cx44dsx1A1R3NVzNmzDB33313us2JDSMQC4HTp0/bDn7qEBpYpUqVstcS0QK4+/fvt+E/BRP/+eefsFMqX7686dGjhw0m5syZMxZTj7qOv//+24wYMcLMnDkzZOytt95qxowZE3UdXgds3brVnjcWLFhg1BkoUpUsWdLcfvvtRh23KAQQQACBjCOg34mmTZtm9uzZ4zhpPdSiT58+pnLlyhlnp5gpAgkkoOsphRV1vblt2zbXM9ODuJo1a2bDihUqVHC9HAMRQAABBBBAAAEEEEAAAQQQQAABBBBAIDEFCCh6fF8IKHoEZHEEEEAAAQQQQAABBBBAAAEEsoDA9u3bzcqVK22QYPfu3RH3OHfu3DaUqC4O+i+FQGoEFEhRp6zAsFbgehT86NmzpylXrlxqVs8yCCSUgEJXb7zxhunWrZt/XldffbWZPXu2KVOmTELNlckgkBqBs2fPmqZNm4ZcQ5QoUcK8//775uKLLw5Z7ZEjR8zQoUPtgxEUBAxX6h7Vv39/o266aVmHDh0yw4cPtw9tCK4hQ4bYjoVpWT///LP9zlSI5eOPP4646YIFCxqFWZ544om0nCLbQgABBBDwIKCu8urYqwdYnDp1KmRN2bNnNwMHDrSd5fPmzethSyyKQNYWUOdvhRXVpVrXoW7riiuusNejCivqdzkKAQQQQAABBBBAAAEEEEAAAQQQQAABBDKeAAFFj+8ZAUWPgCyOAAIIIIAAAggggAACCCCAQCYVOHr0qL0hS6FENzdlXXPNNTaQqBvenYIGmZSJ3YqDwKRJk8zEiRPNL7/8ErJ2deLs27evadOmTRy2zCoRSHsBdZebP3++DTp99dVX/gk8/fTTZvDgwUY3m1MIZBYBhRR37dqVbHeKFStmlixZYooUKWL//ZNPPjGjRo0y69atM+rcHK5q165t/vOf/xh1rknr2rRpkxk2bFhI4PL888+34XpdC6Vnbdy40bz55pvW9ffffw87lTx58lg/BVpq1KiRnlNm2wgggAACLgXU3W3KlClhH+SijsIK7nfo0MHlGhmGAALhBNTlPikpyaxdu9Y+VOO3335zhaW/ibVt29aGFfU677zzXC3HIAQQQAABBBBAAAEEEEAAAQQQQAABBBBIXwECih79CSh6BGRxBBBAAAEEEEAAAQQQQAABBDKRgDocKZS4bNkyG0z84YcfIu5d6dKlbShRYbGrrroqE0mwK+khsGXLFjNmzBh7A6BT9evXz/To0YMAbHq8OWwzJgLqbKZOiXXq1DHnnnuuPceq49nevXuTrV8dN2bNmmUuv/zymGyXlSCQSAI33HCDDSEG1iWXXGLuu+8+G6rbuXOnUVdRp1Jgt27duubRRx81VapUSZfdevvtt81DDz1k1LEwsNQ1Z9y4cQkV9Dt+/Lg95+h1+PDhiF5ly5Y1nTt3NupQXKBAgXSxZaMIIIAAAu4F3nnnHTNt2jSzfft2x4X0e3qfPn1MzZo13a+UkQggEFZAD5ZRZ0X9vWLp0qVG3bTdVseOHf1hRV33UggggAACCCCAAAIIIIAAAggggAACCCCQmAIEFD2+LwQUPQKyOAIIIIAAAggggAACCCCAAAKZQGDHjh1m5cqVNpQY3NkoePdy5cplQ4ktW7Y0rVq1ygR7zy6kt4CCKCNHjjTPP/+841TUcUA31+q/FAKJKnDttdea9u3b2241pUqVcpymbmht0KBBxF244IILbFecLl26mGzZsiXq7jIvBDwJ6Bri448/dr2OHDlyGH3GnnzySVOuXDnXy8V6oL6n1N00uBo3bmw7/xYsWDDWm4zZ+nSN98ILL9ggix5IEa7U4Ufft926dTNNmjSJ2fZZUdYWOHXqlP0dw/dSmJdCAAHvAuqSO3nyZDNjxgxz4sQJxxXq96jevXubiy66yPsGWQMCCPgFNm/ebAOL+lta8MM3IjE1bNjQ6NpR11vqeEohgAACCCCAAAIIIIAAAggggAACCCCAQOIIEFD0+F4QUPQIyOIIIIAAAggggAACCCCAAAIIZFCB7777znZL1A3rK1asiLoX6uilYGK7du1M4cKFo45nAAJuBNR5QDepq2NWcOXPn98MGDDA3HPPPUbhFAqBRBVYvXq1ueWWW/zTu/76683MmTONAt2BtXXrVtO6dWtz9OjRsLuizmx65c2bN1F3l3kh4FlAXUNvvvlmc+zYsYjrypkzpw31KsRevHhxz9tN7QrOnDljRowYYV599dWQVdx2223mmWeeSe2q03y5gwcPmieeeMKsWbPGKDQWqWSujj/qennllVem+VzZYOYQWLx4se2AHViRvgczx16zFwikrcCePXtsUHH+/PmOGy5ZsqTp37+/6dq1a9pOjK0hkEUEdG2rsKL+xqZrLLeljuC6zlJYsXbt2m4XYxwCCCCAAAIIIIAAAggggAACCCCAAAIIxEmAgKJHWAKKHgFZHAEEEEAAAQQQQAABBBBAAIEMJqAbppYtW2aDicePH484e93IqFBimzZtTI0aNTLYnjLdRBb44YcfzKhRo8zrr7/uOM22bduaXr16EYhI5DeRufkFihYtGqLhFL7QjaudOnVy7LChzomDBw82999/v8mdOze6CGRKAV1/zJo1y6xatSri/ukzoOuPRx991BQqVChdLRToGz58uOOcFSbu169fus7Py8YV/FywYIH55ptvoq5GHSz1nugm+mLFikUdzwAEfAIHDhww9erVSwZCQJHjA4H4CLz//vtm6tSpRp3dnEoP0VBHxeDPZHxmw1oRyJoC+o5LSkoya9euNfpM/vHHH64gihQpYv/2dt1119nA4rnnnutqOQYhgAACCCCAAAIIIIAAAggggAACCCCAQOwECCh6tCSg6BGQxRFAAAEEEEAAAQQQQAABBBDIAAK7du0yK1eutKHEHTt2RJyxuhXpBvSWLVvam6MoBGIt8MYbb5iJEyeaQ4cOhay6dOnStrtHly5dYr1Z1odAXAROnjxpypcvn2zds2fPNg0bNgzZ3u+//25ee+018+6775r169cbLVu9enV7vlUHxgoVKphs2bLFZZ6sFIH0ElDH5oULFxp9Lj777DNX01AH0SVLlpgrrrjC1fh4DdqwYYPtaKpwcWDly5fPjB492ihMnxlK14cvvviiUZfXaOULjyqoqJeuGykEogkEB/k3btxodM1HIYBA7AXOnj1ruylOnz7d6DvYqbp3724fBkPgPPb+rBGBQAF1q1ZnRQUWly5dao4cOeIKKEeOHKZDhw7+sGJ6P7DD1aQZhAACCCCAAAIIIIAAAggggAACCCCAQCYQIKDo8U0koOgRkMURQAABBBBAAAEEEEAAAQQQSFABdUdUt0TddK6ORdGqdu3aNph44403GqduYNGW5+cIRBP4/PPPzZgxY8x7773nOPSOO+4wPXv2NKVKlYq2Kn6OQMIIvPrqq2bIkCHJ5kNnqIR5e5hIOgqoe5PCuOrQ98svv0ScSa5cuczp06eTjcmTJ49ZtGiRqVy5crrsxfz5883QoUPNb7/9lmz7lSpVMs8++6y56qqr0mVe8dzoxx9/bGbMmGEWL15s/vrrr6ib0ve1L6hYt27dqOMZkHUFgn+3UHCqVatWWReEPUcgDQS+/PJLM2nSJKOHwzjVJZdcYrsA33333WkwGzaBAAISUEBfgUU9QEwPEnNbTZs2NY0aNbKBxcsuu8ztYoxDAAEEEEAAAQQQQAABBBBAAAEEEEAAgRQKEFBMIVjwcAKKHgFZHAEEEEAAAQQQQAABBBBAAIEEE1izZo0NJL7//vvm2LFjEWdXvHhxG0ps3bq1UUCRQiBeAurMNGHCBPPrr7+GbEIhD90c26JFi3htnvUiEDeB4NDFAw88YO6///64bY8VI5DIAmfOnLGhRL1Wr14ddaq6wVrBdHUQ1UvXMIGl4KJCitWqVYu6rlgO0PfVM888E7JK3RyuDsAFChSI5eYSbl379+838+bNM6+//rr58ccfXc2vVq1a/rBiuXLlXC3DoKwj8Oijj5qpU6f6d3jAgAEh4f6so8GeIpC2AqtWrTJTpkwx69atc9xwvXr1TJ8+fcz111+fthNjawhkcYHdu3fbsKKumfVft1W9enXTrFkzG1asWbOm28UYhwACCCCAAAIIIIAAAggggAACCCCAAAIuBAgoukCKNISAokdAFkcAAQQQQAABBBBAAAEEEEAgAQT27NljVqxYYUOJn3zyScQZZc+e3YYSFQZr165dAsyeKWRmgU2bNtlOU043xGbLls0MHDjQ3HvvvSZ//vyZmYF9y6QC6nqhwFJgbdiwwZQpUyaT7jG7hYCzgDrk+oKJBw4ciMqkG6vvuusu07Fjx2Rju3btars/B1aOHDlsSFHLxLt+//138/DDDzt2m7rzzjvN008/He8pJNT6f/jhBxtUnDt3rtm7d6+ruem73ddVUf/Nly+fq+UYlLkF3nrrLfswisCi23Dmfs/Zu8QTUIdcdS/9+uuvHSd36623mt69e3Mdm3hvHTPKAgLffPONDSnqpb/r6aEfbqpEiRKmZcuW5l//+pcNLOq6mUIAAQQQQAABBBBAAAEEEEAAAQQQQACB1AsQUEy9nV2SgKJHQBZHAAEEEEAAAQQQQAABBBBAIJ0EdNO4buL/73//a1/RSk9WVzDxxhtvNJdeemm04fwcAU8Cf/31lxk1apRR50SnatSokenbt69Rxw4KgYwq8Pjjj5vJkycnmz6Bi4z6bjLv1AgsX77cLFy40IYTz549G3UVunlaAQh1bg5Xt912m33oQmCdc845djvq0hevUtfA4cOHh3Rx1Pb07+oulVXr77//tkFFvfTgAbdVuHBhf1hR3/tU1hVQwLVhw4Z8X2bdQ4A9TxABhaAmTZpkZs6c6TgjPTSmf//+plevXkaBcwoBBNJe4OTJkzaomJSUZJYuXWq+++47V5PInTu3/XufL6xYsGBBV8sxCAEEEEAAAQQQQAABBBBAAAEEEEAAAQT+fwECih6PBgKKHgFZHAEEEEAAAQQQQAABBBBAAIE0FtCNSsuWLbNPVf/2228jbr1YsWI2lKggwNVXX53GM2VzWVVgyZIlZvz48ebTTz8NIbjooovMgAEDTI8ePbIqD/udiQSKFi2abG+ee+45c9NNN2WiPWRXEAgVOHbsmD+U+PHHH7siUie9zp07m+bNm7sar26FuiE7uBSEjMf1jG4Af+ihh8y+ffuSbfLCCy80zzzzjGnTpo2reWeFQXoohoKKTu9PpP2vXLmyDSvqulT/m8p6AsHfmVu3bjX6XYVCAIG0F1B3+ylTpphVq1Y5brxGjRr2YTI6Z1MIIJC+Avq86u+AK1euNHv27HE9mRYtWtiwol5lypRxvRwDEUAAAQQQQAABBBBAAAEEEEAAAQQQyMoCBBQ9vvsEFD0CsjgCCCCAAAIIIIAAAggggAACaSCgriPqJqRQ4rZt2yJuUZ0OdCOhXu3btzfqOkQhkBYCCq2MHj3avPHGG46b0/HYu3dvgglp8WawjbgL6Hx89913J9uOutJwzo07PRtIJ4EtW7bYTol6/fjjj65m0bFjR9OpUydz7bXXuhofOKh79+5GgffgWrBgQUy7786ZM8cMHTrU/PHHH8k2VaVKFTN27Fhz5ZVXpnjuWWGBjRs32qDi3LlzzT///JOiXVY3RYUV9VKXRSprCAQHFF999VXTrFmzrLHz7CUCCSowa9YsM23atJCAvm+6evCGuilWrFgxQfeAaSGQtQR27txpw4qrV68269evd73zdeq2dphLAAAgAElEQVTUMY0bN7Zhxauuusr1cgxEAAEEEEAAAQQQQAABBBBAAAEEEEAgqwkQUPT4jhNQ9AjI4ggggAACCCCAAAIIIIAAAgjESeDEiRPmgw8+sKFEdauJdvN39erVbSixbdu2pmTJknGaFatFwFlAN7dOnDjRKKAVXOXKlbNdE+ksx9GTmQSCw1O33367GTVqVGbaRfYFAfPnn3/6Q4m6JnFT5513nu2WqGCi1xug1W138eLFIZtVKE43WHutZ5991oYQg0vBuQkTJpj8+fN73USmX3737t02qKiXrl1TUvny5fMHFWWuh2xQmVdAXUpffvll/w4++OCDZtCgQZl3h9kzBDKIwPfff28mTZpkZsyYYb/3gytXrlymf//+9kEz+o6nEEAgMQS+/vprG1bUS383/Pvvv11NrGzZsvb6y9ddkesvV2wMQgABBBBAAAEEEEAAAQQQQAABBBDIIgIEFD2+0QQUPQKyOAIIIIAAAggggAACCCCAAAIxFli3bp1ZunSpDSUeOXIk4tqLFCliQ4mtWrWKaTehGO8Sq8vEAnv27LHhDt0Q51TqMKeuG5deemkmVmDXsprAd999FxK8WrhwoVFnCgqBzCDwxRdf2GCijuv9+/e72qWLL77YBhP1UjA9VqXvEM0luN58802jTnypqV9//dU8/PDDRt0Tg0vfW08++WRqVpull9E1qy+oeODAgRRb6JjxdVWsVatWipdngcQX0Gf2/vvv909Uv8PMnDkz8SfODBHIIgLqlDx58mT7dwinqlSpkunbt69p165dFhFhNxHIOAI//fSTSUpKsmHFZcuWmePHj7uavB4W0bp1a39Y8cILL3S1HIMQQAABBBBAAAEEEEAAAQQQQAABBBDIrAIEFD2+swQUPQKyOAIIIIAAAggggAACCCCAAAIxEFAQYPny5fZmwK1bt0Zdo27g1k297du3Nzly5Ig6ngEIxEPg+eeftx2mTp06FbJ6hQv69etnmjVrFo9Ns04E0lVAN28//vjjyeZw9OjRdJ0TG0cgFgIrVqywoUQFAt12YSldurQ/mHjJJZfEYhoh61AgYsGCBSH/ru69TZo0SdE2P//8czNs2DCjB0IE1yOPPGJ69uyZovUxOLmArgl8QcVt27aliqdu3br+sGKpUqVStQ4WSjyBnTt3hlwX8t2ZeO8TM0JA5/CpU6cadch1KoWZ1E3Ra5dkpBFAID4C//zzj7+z4qpVq8zevXtdb0gPP/N1VuQazDUbAxFAAAEEEEAAAQQQQAABBBBAAAEEMpEAAUWPbyYBRY+ALI4AAggggAACCCCAAAIIIIBAKgV++eUXo5uF1HlOwcRoQYArr7zShhLbtGljypQpk8qtshgC3gXWr19vxo0bZzZs2BCyspw5c5oBAwbYgEfevHm9b4w1IJCAAkWLFk02qxEjRthOoRQCGVFAHVZ8oUQ3D0nw7WPVqlVNp06dbDgxLc73+m5RaCK4XnnlFdO8eXNX9GvWrDFDhw41Bw8eTDa+YMGCZtSoUbYjNRU7AQVd9Z6tXr06VSvVNYWvq6L+mydPnlSth4USQ0CBiWLFiiWbjEKL6r5KIYBAYgmcPHnSdlOcPn26Uddhp+rfv7+9/qXjWmK9d8wGgWCB7du328CiroM3btzoGqhevXq2W7kCi9WqVXO9HAMRQAABBBBAAAEEEEAAAQQQQAABBBDIyAIEFD2+ewQUPQKyOAIIIIAAAggggAACCCCAAAIpFFCoa+nSpTaUePjw4YhLFy5c2IYSW7Zsaa677roUbonhCMRW4PTp0+aZZ56xN6s6VdOmTY26XNWpUye2G2ZtCCSQwJYtW2xQPLB002e8Oscl0K4zlUwm8NFHH9lOiXr98MMPrvfummuuscFEvdK67rvvPjNnzpyQzb700kumRYsWEafzxhtv2HDin3/+mWycbrgeO3asUeCSio+AbohXUPGdd95J9QYUbPOFFbkmTjVjui8YHPCfPXu2adiwYbrPiwkggICzwI4dO+zvfrpWcKqyZcva3/+6dOkCIQIIZACBAwcO+Lsr6mFpbqt8+fK2C7LCilyHuVVjHAIIIIAAAggggAACCCCAAAIIIIBARhQgoOjxXSOg6BGQxRFAAAEEEEAAAQQQQAABBBBwIbB//36zfPlyG0pUuCVa6cYf3Wh/4403mly5ckUbzs8RiLvAokWLzMSJE83u3btDtqUgrTpb3XXXXXGfBxtAIL0FFHBSxzZf6VytcBSFQEYQ+Ouvv/yhRHVxTkkphK5Qoh6akJ71wAMPGIUNg2vatGmmdevWjlNTuH7ChAkhP9Pnd/z48SZfvnzpuUtZZtsKc8+dO9eGFU+dOpXq/VZXcV9YsUKFCqleDwumvUDw53fYsGE23EQhgEBiC6jT8tSpU822bdscJ6q/X6ibYt26dRN7R5gdAgj4BfSAkqSkJBtYXLZsmfnxxx9d6ajzuK6hFVbUi+toV2wMQgABBBBAAAEEEEAAAQQQQAABBBDIIAIEFD2+UQQUPQKyOAIIIIAAAggggAACCCCAAAJhBH799VezcuVKG0rUK7hjT/Bi6tyjm3x0c325cuVwRSAhBI4ePWrGjBlj1OHGqW6++WbTp08foyfqUwhkdoGzZ8+aSy+9NNluzpgxI90DW5ndnf3zLrBv3z4bTFTAQP/bbWXPnt107NjR3HTTTaZ+/fpuF4v7uCFDhphXX301ZDuTJk0y7dq18//7L7/8YoYPH27mz58fMrZHjx7msccei/tc2UCogLr3KKSo15EjRzwRNWnSxB9W1A3zVGILKOCvoL+v2rZta6ZMmZLYk2Z2CCBgBc6cOWO7KeqBAOGCTPpu7d27N53FOWYQyGACeoiJgooKLOrvmCn5fUHf5eqqqLBiiRIlMtieM10EEEAAAQQQQAABBBBAAAEEEEAAAQSSCxBQ9HhEEFD0CMjiCCCAAAIIIIAAAggggAACCAQJbNq0ySxdutSGEr/++uuIPhdffLENJerVoEEDLBFIKIHXXnvNdpxSSDG4rrjiCts1MTAIklCTZzIIxEHgrbfeMv369Uu2ZqfPRxw2zSoRSJWAbjBWKFHhRN147LbUGVehRIUTE7VD3cMPP2wUEA6u559/3s57z549Rt3ZNm7cGDJGwUSFKKj0FThx4oQ/qOjUodk3u3PPPdcGYyJVgQIF/EFFdfKiElNg69atplWrVnyPJubbw6wQcCWwd+9eG1RUR1ynKlasmL1evuOOO1ytj0EIIJB4Avq+VmBxzZo1ZvPmza4nqL9r+jorVqlSxfVyDEQAAQQQQAABBBBAAAEEEEAAAQQQQCBRBAgoenwnCCh6BGRxBBBAAAEEEEAAAQQQQAABBIwx6gSzfPlyG0r88MMPo5qo24tCiXrSeJ48eaKOZwACaSmwa9cuM27cOHs8O9W9995revXqRWeMtHxT2FZCCNxyyy1m9erV/rnoczBixIiEmBuTQMAncPDgQfPee+/Z1yeffJIimIoVK/qDiYUKFUrRsukx+PHHH7chieBS+FDfYYcOHUr2I+3TqFGj7DUYlTgC//zzjz+ouGHDhrATy5kzp1FY8bfffos4eXV1vuGGG+yrevXqibOjzMScPn3alC5dOpmEwk758uVDBwEEMpjAsmXL7HdwuL9/KKSkboo8iCmDvbFMF4EgAXVTVFhRL33u3VblypWN/vap7oqJ1Ind7fwZhwACCCCAAAIIIIAAAggggAACCCCQNQUIKHp83wkoegRkcQQQQAABBBBAAAEEEEAAgSwrcOrUKaPORLoBXi/dcBupdHOObohX1xDdOE0hkIgCEydONHr9/vvvIdOrW7eu6d+/v2nUqFEiTp05IRBXAYW+rrnmmmTbWLFihaEzRFzZWXkKBNS9efHixTaYGK3bXPBqr732WhtM1Ctbtmwp2Gr6Dx05cqR57rnnok5EQbUxY8YYXY9RiSugG9/nzZtn3n///YiTLFq0qPnuu+/M2bNnI467+uqrTdOmTe2L6+/EeN+vv/562+HUVwsWLDD16tVLjMkxCwQQSLHAlClTzLRp00y4ruK33367fbhNqVKlUrxuFkAAgcQSOHbsmElKSrJhRT2k7aeffnI1wUsuucT8+9//tmFFhZfPP/98V8sxCAEEEEAAAQQQQAABBBBAAAEEEEAAgbQWIKDoUZyAokdAFkcAAQQQQAABBBBAAAEEEMhyAps3bzYKASiUqMBKpLroootsKFE34uhmXAqBRBXQDWbjx483mzZtCpnieeedZwYOHGh69uxpcuXKlai7wLwQiKuAuooq3OSr2rVrm0WLFsV1m6wcgWgCX3zxhb9b4u7du6MND/m5OjkrlNi4ceMUL5tIC4wdO9Y8++yzYaekh0PoO46boRPpXYs8F3XkUlBx7ty55u+//w47uGTJkjZU+9VXX0XdOT1gwRdWLF68eNTxDIiPgB52MX/+fP/KH3vsMaOupxQCCGRcAf1dRN0UX3vtNcedKFiwoOnbt6/9fZJCAIHMIaCHtOnvSAos6uFtBw4ccLVj2bNnN23atLFBRQUWL730UlfLMQgBBBBAAAEEEEAAAQQQQAABBBBAAIG0ECCg6FGZgKJHQBZHAAEEEEAAAQQQQAABBBDIEgK66VlPB1cocePGjVH3WTf6K5SoG/+5GT4qFwPSUUCdQBW6UucLp9JxrJtJa9SokY6zZNMIpL9A/fr1zZdffumfiLq23XHHHek/MWaQ5QTUMU5dEn2vf/75J0UG+fLlMx07drTBxKuuuipFyybq4BMnTth9cgpp6sZnBd2ojCnw2Wef2fdPrx9++CHsThQpUsTe4H7kyJGwXbx8C+thC76gov5boECBjImTQWetTmuPPPKIf/Y6F7npgppBd5dpI5ClBNasWWODigotOVWdOnVM7969TfPmzbOUCzuLQFYQ0MPc9NnXeWDr1q2ud1kPc/OFFStVquR6OQYigAACCCCAAAIIIIAAAggggAACCCAQDwECih5VCSh6BGRxBBBAAAEEEEAAAQQQQACBTCvwxx9/2KeAK5So1++//x5xX3UjjcJc6tJToUKFTOvCjmUegXfffddMnDjR6Ob/4CpatKjtmnjbbbdlnh1mTxBIpcDatWtN586dky29d+9eo6AXhUBaCSh85wslqnNiSqtMmTI2lKggX4kSJVK6eMKO//TTT83QoUPNli1bws7xiSeeMN27d0/YfWBi0QW+/fZbf1Bx//79YRdQ1+datWrZrorbtm0zv/76a8SVq9t5YFjx3HPPjT4ZRngS0MNe2rdv719HxYoVzQcffOBpnSyMAAKJJfDyyy+bqVOnhu1u26lTJxtULF++fGJNnNkggEBMBPS7ssKKeunvqm5LD09Rx2sFFuvWret2McYhgAACCCCAAAIIIIAAAggggAACCCAQMwECih4pCSh6BGRxBBBAAAEEEEAAAQQQQACBTCfw0UcfmaVLl9pQYmC3LKcdVccVhRL1atKkSaazYIcyp8Dhw4fN2LFjzdy5cx13sEuXLrZrYtmyZTMnAHuFQAoFBgwYkKwDmwJezz//fArXwnAEUi5w+vRpfyhR1yapqauvvtqGgXTc5smTJzWrSNhl1N1a4UR1zYtWjz76qLn33nujDePnCS6gB4iom+KCBQuMOvVEqmuvvdaULFnSfP/992bFihUmWrfR4sWLm2bNmtnAYsOGDRNcIuNO7+TJkyGhpAMHDhiFSykEEMg8AgqWT5o0yUyfPt1xp/LmzWv69etnevXqZQiHZ573nT1BIFhA5wJfWFHX7roOcFO+6zJfd8XM9nuMGwPGIIAAAggggAACCCCAAAIIIIAAAgikvQABRY/mBBQ9ArI4AggggAACCCCAAAIIIIBAphA4dOiQ0Y0yCiWuX78+6j7pid4KJbZp08bkz58/6ngGIJAoAq+88oqZMGGC+e6770KmpC6g6prYunXrRJku80Ag3QV+++03c9lllyWbx5tvvmk7O1AIxEvgk08+MYsXL7bhxK+++irFm1H3OIUS27VrZxo3bpzi5TPCAjNnzjTDhg0LmWrNmjWNgmnqEBxcDz/8sO3YRGUOAV27v/3222bhwoURd6hy5co2cJg7d26j7n1urvWvuOIKf2fFOnXqZA6wBNoLfUYDO2HqfKfOlxQCCGQ+AZ13FVQM10WtWrVqpk+fPvZvKxQCCGRugVOnTtmwYlJSklm1apXr33P0EIOWLVvazop6FSlSJHNDsXcIIIAAAggggAACCCCAAAIIIIAAAukmQEDRIz0BRY+ALI4AAggggAACCCCAAAIIIJBhBc6cOWNvklMoUS+FUCJVhQoVbChRN8XoRmcKgYwkoLDL+PHjzbJlyxynrcCGXgULFsxIu8VcEYi7wKxZs8zgwYP92yldurQNuFAIxFrg119/9XdL1A27qakSJUrYUKLCiQpYZdZ64oknbNghuNq2bWvGjRtnO0W+8cYb5oEHHggZ89BDD9mOTVTmEdi5c6cNKqqr4vHjx8PumK5x9Nm46qqr7A3x6qq4bdu2qBA1atTwhxX5HSAql6sBPXv2TBYsHTlypLnjjjtcLcsgBBDImAJ6wMeUKVPMF1984bgDN954o+2mqMAihQACWUNAv1crsLh27VpX12Q+lSZNmvjDipn5d56scRSwlwgggAACCCCAAAIIIIAAAggggEBiCRBQ9Ph+EFD0CMjiCCCAAAIIIIAAAggggAACGU7g448/NkuXLrWhxH379kWcv7ojKpSoV7NmzTLcvjJhBCSgYKI6SZ0+fToEpH79+mbAgAHmuuuuAwsBBBwEdLP0hx9+6P/JoEGDzIMPPogVAjET2LJliz+YeOTIkVSt95prrvEHE/PmzZuqdWSEhb7//nvbNXHRokUh01XIXh0SA2vevHn2Oy64/vOf/9iOwVTmEtDxoZCiwoo7duyIuHPqFt2hQwdz4YUX2qCiXp9//nlUEF0vNW3a1L4UWKdSJ/DCCy+Yp556yr9w165dzdixY1O3MpZCAIEMI3DixAn7gIHp06c7/m6aPXt2+xABfadfcMEFGWa/mCgCCHgX2L17tw0r6rV69WrXK6xdu7Y/rEjXa9dsDEQAAQQQQAABBBBAAAEEEEAAAQQQCCNAQNHjoUFA0SMgiyOAAAIIIIAAAggggAACCGQIgW+++cYsX77chhKTkpKizrlBgwY2lNimTRtToECBqOMZgEAiCuimLgUTA8NVvnmef/75NrShLhW6EZRCAIFQAd0k2bhx42Q/WLdunSlXrhxcCHgS0A367733nn3pJtzUVI4cOWwoUa9GjRqlZhUZahkFzoYOHWr0oIngevrpp82dd97puD/vvPOODToEl7or3n///RnKgMm6F1CIVUHFcJ2jfWvSTe0KKuq1efNmf1hRvztEqnPOOcc+vMQXVixUqJD7yTHSdkrq3LmzX+LKK6+0D5ChEEAgawjou1xBxSVLljjucPny5U2fPn3MzTffnDVA2EsEEEgmoOswX1hRf8s9deqUK6EyZcrY39//9a9/2VeuXLlcLccgBBBAAAEEEEAAAQQQQAABBBBAAAEEfAIEFD0eCwQUPQKyOAIIIIAAAggggAACCCCAQMIK/PXXX2blypU2lKjXyZMnI85VN8EplNiyZUtTtWrVhN0vJoZANAEd6+pCM23aNMehrVq1sp0pqlWrFm1V/ByBLC3w5JNPmhdffNFvoPD6nDlzsrQJO+9NYMOGDf5g4vHjx1O1MnVt8wUTL7/88lStI6MtpOu4IUOGmGPHjiWberFixczIkSOjdrlWEPSee+4J2W11UVQ3RSrzCqhDqYKK6qwY6XeBEiVK+IOK+t/qqKgb4vXfn376KSKQunz5gor6b2buYhqrI+WHH34wVapUSbY6hREU/KQQQCDrCOjcPGXKFLNr1y7Hnb7hhhvsQwYUJqcQQCBrCuj6TQ+aU2Bx1apV5vDhw64gdH2mc4gvrFi4cGFXyzEIAQQQQAABBBBAAAEEEEAAAQQQQCBrCxBQ9Pj+E1D0CMjiCCCAAAIIIIAAAggggAACCSewfft224FDN7N//vnnEeenG1YUStRLN65QCGR0Ad2Er66JTse+brj/P+zdB5gUVb7+8QMCgkhGouSM5JxcQOKDoKisAfMuigEVV/8rYLjuqoAZsyyyumLYFV0DwooEB8kgOSdJknPO8H/es7fqdk/3dNdMTejwPc9Tz9y71Kk659MzPTXtec9PVRNvvfXWeJ8m40cgWwSaNGliduzY4d5LP1tUcskW+oS6iUJ148aNs8HEOXPmZHhu7dq1c4OJBQoUyPB14q3jqFGjzDPPPBMybIUVXn75ZVOrVi1PU1IlvbvuuivkXAX2hwwZ4ukanBS/AlrM7gQVI/19kDdvXjeoqJ+5/fv3u1UVFVY8ffp0RIQyZcoEhRXjVyzrR96iRQuzdetW90b6GWXzjKx35w4IxJqAKqOpmqI210krSH7//fcbHVSrjbVXj/EgkP0CM2bMsGFFVWNWhXWvTZWvnbBismzy4tWG8xBAAAEEEEAAAQQQQAABBBBAAAEE/k+AgKLP7wYCij4B6Y4AAggggAACCCCAAAIIIBATAgqQqMqJQolapBKtXXnllTaU2KtXL1OyZMlop/PvCMS8wObNm81rr71mvvjii7Bjvf32282AAQNMxYoVY34uDBCBWBDQ75M//OEP7lBUEWv16tUmT548sTA8xhAHAnoeUShRR7QKbGlNJ1++fOb666+3wUQtqE229j//8z9hqwHLQ7/z8ufPny6SqVOnhg3pqzrT008/na5rcXJ8Cpw7d84NKkb7m6FDhw42rKifQVX2U5hOIUUdKSkpUQGqVavmhhXbtGkT9fxkO0G/Y/W71mmvvvqq6du3b7IxMF8EEPhfgRUrVpj33nvPVrwN1/R37IMPPmjuuOMOzBBAAAErsGzZMhtWdA6vLK1atTL6XFh/XzVr1sxrN85DAAEEEEAAAQQQQAABBBBAAAEEEEgCAQKKPl9kAoo+AemOAAIIIIAAAggggAACCCCQYwLnz583kydPtgtbdRw6dCjiWKpXr25DiT169DCNGjXKsXFzYwQyW+Dvf/+7rZqoKl2pmyrRqGqivu9pCCDgXeCee+6xwTKnKeT70ksveb8AZyalgKq0OaHEBQsWZNhAzyzXXnutDUZVrVo1w9eJ1467du0yTz75pBk/fnzIFPxWPJw+fXrYSqj9+/c3zz77bLySMe4MCKgCj4IwqqwYqTJi7dq17c+iworlypWzd1Jg3Qkrzp8/P+rd9TzWpUsXezRs2DDq+clwgkLGqoLqtLvvvtsMHTo0GabOHBFAIIKAnqMUVFy4cGHYszp27GirKSpcREMAAQQcgS1btrhBRT2jnTx50hOOqinqfcWprqhq2jQEEEAAAQQQQAABBBBAAAEEEEAAgeQVIKDo87UnoOgTkO4IIIAAAggggAACCCCAAALZLqAdsp1QohYHR2qqeKVQohNMzPbBckMEslBAizZHjBhhF8iHaw8//LCtMlG4cOEsHAWXRiDxBPbs2WMUJgls33zzjWnZsmXiTZYZZYqANkzQgvpx48aZ48ePZ/iaCi8pmKgjWat1Llq0yAwePNgsWbIkyDFXrlxm2LBh5s4778ywr9Nxzpw5tipl6tavXz/z3HPP+b4+F4gvgQ0bNrhBRVWkTqsVLVrUDSo2adLEPU3PY6rkruexlStXRp28qvY4YUUtik/WJq/ASmjNmzc33333XbJyMG8EEAgQULXbd99914wcOdLs27cvrI1CzaqAfPnll2OHAAIIBAmoer02JVFlRVVQ3759uyeh4sWLm65du7rVFUuWLOmpHychgAACCCCAAAIIIIAAAggggAACCCSOAAFFn68lAUWfgHRHAAEEEEAAAQQQQAABBBDIFgFV0tHCXwUTf/rpp6j3bNu2rQ0l9uzZ05QuXTrq+ZyAQLwJqOqMwolnzpwJGXr79u1t1cTWrVvH27QYLwIxIaDF0IGV1OrWrWumTJkSE2NjELEjsHHjRrda4tKlSzM8sFKlSpnevXvbUGJg6CnDF4zjjgp4KpyYOoyg8MHw4cNNp06dMm12qnCp58TUjSpumUYcdxc6duyYraaoQyHWSE2VqVVRMXWFai2Gdyorbtq0KaqBvqedsKJTnTFqpwQ5YceOHUHvefnz5zd6X6UhgAACjsD69ettNcXPPvssLIo+69GGPKp8TkMAAQTCCVy4cMEGFfWMlpKSYlasWOEZSp8rq1qrqitWq1bNcz9ORAABBBBAAAEEEEAAAQQQQAABBBCIXwECij5fOwKKPgHpjgACCCCAAAIIIIAAAgggkKUCqkjkVEs8cOBAxHtVrVrVrZbYtGnTLB0XF0cgpwQUknrjjTfM/PnzQ4agyj4KJt533305NTzui0BCCHTr1s0EBs6eeuopu/iZhoAEJkyY4AYTw4XEvSqpIqdTLVHVOpK9vf/+++Yvf/lLCIOqzb344oumZs2amU6kn3P9vKdut99+u3nppZcy/X5cMH4E9DeIgopff/11xEErVKygoo4iRYq456r6lxNU1FdV5o3UChQo4AYVFVgMvFb8qKV/pI0aNTLaiMZp2oimdu3a6b8QPRBAIKEF9D6qoOLs2bPDzlMb86iaYufOnRPagckhgIB/gcWLF9vAoo6ZM2d6vmCbNm1sUFGBxWTfVMYzGicigAACCCCAAAIIIIAAAggggAACcShAQNHni0ZA0Scg3RFAAAEEEEAAAQQQQAABBDJdQLtZO6HElStXRry+FvNqR2unWmKmD4YLIhAjAgcPHjSvvvqq+eCDD8KOSNW3Hn74YVOnTp0YGTHDQCA+BX755RfTq1evoMEvXLjQlC1bNj4nxKgzRWDt2rVuKHHVqlUZvqYqhDnVEjt06JDh6yRaR4WAR48eHTIthb5UMThfvnxZNmW9nldddVXI9fv27fr0FcYAACAASURBVGt/79KSW0B/l3z11Vc2rBgYpEutouqHTlCxVq1aQf98+PDhoLDi8ePHI6KWLFkyKKyYJ0+ehH0RbrvttqAKxW+99Zbp06dPws6XiSGAgD+BUaNGGW1osH379rAX0u/u+++/31SvXt3fjeiNAAJJIaDKzU5YUUFor5vP1K1b17Rv396trnjRRRclhReTRAABBBBAAAEEEEAAAQQQQAABBJJBgICiz1eZgKJPQLojgAACCCCAAAIIIIAAAghkioCqivz44482mKgKcdGadsh3QomERqJp8e/xLqCF8SNGjDDr168PmUqVKlVs1cSbbrop3qfJ+BGICYEhQ4aYDz/80B1L9+7dg/7/mBgkg8gWgaNHj7obJuj5xE9TeNyplli5cmU/l0qovgoY6Gdu4sSJIfPS77ZBgwZly3z1+1XVUFI3/W7V718aAvv373eDiqq8k1bLnTu3G1TUwvXUbefOnfZvHi2CV5XGaK1ixYpuWDHc9aL1j/V/Hz58uK0M7rT+/fubZ599NtaHzfgQQCAHBbZu3WqrKQY+rwcORxVoVflcFRUJDeXgC8WtEYgzgX379pnp06fbwOLUqVMjbkwROLVSpUrZ6q1OdcXixYvH2cwZLgIIIIAAAggggAACCCCAAAIIIIBAoAABRZ/fDwQUfQLSHQEEEEAAAQQQQAABBBBAwJeAFn041RK1GCRS04J+p1pi8+bNfd2XzgjEg8Cvv/5qXn/9dfPll1+GHe7dd99tBgwYYFS1h4YAApkjULt2bXPo0CH3YqrU0rNnz8y5OFeJC4EZM2a4zyY7duzwNeYePXrYYOI111zj6zqJ2FnVShVAVIW6wKYwgUJLqqyWnW3z5s2mVatWIbdUNTdVdaMh4Ah8//33tqJitOCyQq+qqnj99debvHnzhgBu2LDBraw4a9asqMAKOnfp0sUezZo1i3p+PJwwfvx4069fP3eobdu2TfO5Nx7mwxgRQCD7BBQiUlAxJSUl7E2bNGliqynyHJ99rwl3QiBRBM6ePWuDigosTps2zajiupemjSr0ubUTVtSGYjQEEEAAAQQQQAABBBBAAAEEEEAAgfgSIKDo8/UioOgTkO4IIIAAAggggAACCCCAAALpFtDCDieUuHz58oj9L774YjeUyOL+dFPTIY4FPvjgA1tRZu/evSGzaNy4sRk4cKDp2rVrHM+QoSMQewIKnKjiitMuu+wys3Tp0tgbKCPKdAEFhSZMmGCfTxYtWuTr+uXLl3erJTZo0MDXtRK18zfffGMGDx5sDh48GDTFSpUqmWHDhpmOHTvmyNRV0VHBrwsXLgTd/7rrrjPvvvtujoyJm8auwIIFC2xQUZWuA4PtqUdco0YNN6hYoUKFsBPS7xpVVdSxZMmSqJPWs2CHDh3sz0o8b9ySOhhcuHBhs2bNmqjz5wQEEEDAEfj4449tUHHTpk1hURQSVzXFK664AjQEEEAgQwJ65nMCi7Nnz/Z8jXbt2tmwoo6GDRt67seJCCCAAAIIIIAAAggggAACCCCAAAI5J0BA0ac9AUWfgHRHAAEEEEAAAQQQQAABBBDwJLB//34zceJEu/BfC2+jtZYtW9pg4tVXX20uv/zyaKfz7wgkjIAqSo0YMcJMmTIlZE7ajV3BRAWoLrnkkoSZMxNBIFYEVLEt8Gevf//+5tlnn42V4TGOTBY4duyYu2GCnk9Sh9LSezstQFW1RB2FChVKb/ekOf/tt982L7zwQsh827RpY1588UVTvXr1HLXYs2ePUfjr3LlzQePQRhkjR47M0bFx89gUULDVCSquXr06zUHqfcGpqBgpVKiF705Ycf369VEnXa9ePRtUVGBRP0fx1urWrWsOHDjgDnvmzJmmatWq8TYNxosAAjkosHv3bhtS/Nvf/mbOnz8fMhJtfDVgwABbUbFgwYI5OFJujQAC8S6gZzOFFXVMnjw55G+GtOZXv359N6yoKtu5cuWKdwrGjwACCCCAAAIIIIAAAggggAACCCSkAAFFny8rAUWfgHRHAAEEEEAAAQQQQAABBBCIKJCSkuIu/teC70itYsWKbrVEBRRpCCSbwCuvvGKrJp49ezZk6ldddZUNJ8ZzlZxkez2Zb3wJpK7ipNErWE8FvPh6Hb2MVuEXp5KzgkV+WrFixYyCazriMRjkZ+7p7avAwJNPPmk++uijkK433nij0e/AvHnzpveyWXK+Kjuqysnp06eDrt+jRw8zevToLLknF41/AYWcnaDiTz/9FHFC3bp1s2HFXr16RTxPC9+dsOKOHTuiItWqVcuGFXWoWk88NP38T58+3R2qgsB6T6UhgAAC6RWYN2+erXisZ/hwTYFoVVPU+y8NAQQQ8Cugz7mdsOLUqVPN3r17PV2yfPny7rOanteKFCniqR8nIYAAAggggAACCCCAAAIIIIAAAghkvQABRZ/GBBR9AtIdAQQQQAABBBBAAAEEEEAgRGDNmjXuwv+lS5dGFNJCdFVK1KGFqKoQR0Mg2QS08FzBxAULFoRMvUSJEuaRRx4x99xzT7KxMF8EslXg9ddfNy+99JJ7z6ZNm5rvv/8+W8fAzbJO4Ndff3WfTcK916b3zi1atLDPLQoXlSpVKr3dk+783377zQwePNhWGUndHn30UfPnP/855kxUYVOVTk6cOBE0NgXLwoUsY24CDChHBWbNmmW++uorG1g8efJkmmNRELZ379628mrZsmXTPE/fh05QUZV+AysOptWpWrVqtqqiE1iM1b+z/vrXv9rKZ0576KGHzJAhQ3L09ePmCCAQ3wL/+te/7PuKPpsK166++mpbTVHP+zQEEEAgMwROnTplw4radGHatGlm7dq1ni6rCq9du3Z1qytq8z4aAggggAACCCCAAAIIIIAAAggggEDOCRBQ9GlPQNEnIN0RQAABBBBAAAEEEEAAAQSsgCrNaJd6VSRKa7f6QCpVgVMoUQvDWHzBN1GyCuzbt88oFJVWNSZVdlA4sUaNGslKxLwRyDaBK6+80qxfv96939ChQ83dd9+dbffnRpkvcPz4cTeUqOcTVfDz0woVKuSGEtu3b+/nUknVd+7cuWbQoEFm9erVQfPWJhXDhw83ffv2jVkPVVC84oorzNGjR4PG2LlzZzNmzJiYHTcDix0BhaMVUtSxcePGNAemyjlOULF169YRJ6C/u1ShUZV69FXPk9Ga/t5SUNEJLGoxfKy0r7/+2lY0c5rG+dlnn8XK8BgHAgjEqcDhw4dtNUVVZU0rKP7ggw/a95/ixYvH6SwZNgIIxKqAKro6gUX9316bKio6hzZLoSGAAAIIIIAAAggggAACCCCAAAIIZK8AAUWf3gQUfQLSHQEEEEAAAQQQQAABBBBIcgEtttCifx27du2KqHH55Ze71RKjLbxNclamnwQCY8eOtVUTN2zYEDLb6tWr22Binz59kkCCKSKQ8wKqcnDjjTcGDURhKgVGaPEnoMplzrPJtm3bIk5AFcWiBRebNGliKyWqYmK5cuXiDyQHR6wKcgonpg74ValSxYYTtfg21tuFCxdM7dq1jYIOgY0QVay/crE1PlVAdIKKeo+K1PRzoYqKOgoWLBjxXH1fOkFFhRX37NkTdeKq1OhUVVRg8dJLL43aJytPWLduXdB7wWWXXWaWLl2albfk2gggkEQCS5YssUHF7777Luysq1atakOKt956axKpMFUEEMhOAVVz1efnOsJVlE9rLKq07YQV27Vrl51D5l4IIIAAAggggAACCCCAAAIIIIBA0goQUPT50hNQ9AlIdwQQQAABBBBAAAEEEEAgCQW0iNRZ+L948eKIAhdddJEbStTiflXLoSGQzAL6+RkxYoRdpB6u9evXzzz00EOmVKlSyczE3BHIVoFHH33U/POf/3Tvef3115t33nknW8fAzfwJqDKZ82zyyy+/+LuYMaZAgQJuKLFTp06+r5eMF1AIXyHE1E3VSvW/KxAQT61u3brmwIEDQUPWguF//etf8TQNxhoDAgoUKryb1rOgM8QKFSq4VRVVyTNaUxDYCSvq6+7du6N1MQoDOlUVFVosWrRo1D5ZcYI25zh27Jh76fnz5xttbkNDAAEEMkvgm2++sUHFZcuWhb2knvcUVGzTpk1m3ZLrIIAAAiECO3fudMOK2lxi//79npQqV67shhX1N0ihQoU89eMkBBBAAAEEEEAAAQQQQAABBBBAAIH0CRBQTJ9XyNkEFH0C0h0BBBBAAAEEEEAAAQQQSBIBVeeYOHGiu/g/2rSbNm1qg4k9evQwqpJDQwABY0aNGmXDieEWIDVv3txWTSQIw3cKAtkrcPz4cVsd7cyZM+6NP/nkE34Ws/dlyNDdVJHMCSXq67lz5yJeJ1++fOb06dMRz6lfv76tlKijYsWKGRpXsnfSz9KQIUOMfo5St5tvvtm88sorRhtYxGPT98fevXuDht62bVvz5ZdfxuN0GHMOC6hS77fffmsUmtm0aVPE0fTs2dNWVNRXL02/2wLDiloMH60pnBhYWVHhxexqvXv3NnPnznVv9+GHH5ru3btn1+25DwIIJInAqVOnbEjx/fffD6mM7BBow6D777+fqtlJ8j3BNBHISQE9r02fPt0NLK5fv97TcFT9Wp8dOtUV2dTBExsnIYAAAggggAACCCCAAAIIIIAAAp4ECCh6Ykr7JAKKPgHpjgACCCCAAAIIIIAAAggkuMCMGTPs4v8JEyaYaAtby5Ur51ZL1GJtGgII/Fdg3rx5RpWktFA8dVNgRsHEAQMGGP3fNAQQyF4Bhaj+3//7f+5NK1WqZObMmZO9g+Bu6RKYPXu2G0z87bffIvb1EkrMkyePG0rs1q1busbCycECmzdvNoMGDTIpKSkhNI8//rh57LHH4p6sUaNGZteuXUHzaNmypQ2Z0RDIiMDJkyft94/CiuF+dgKvqUqKCvMprKgKi16awtyq0KNDz6Lbt2+P2k0L3wMrK5YtWzZqHz8nPPXUU2b06NHuJfReofcMGgIIIJAVAgqIK6g4duzYsJfXZ1uqpvjHP/4xK27PNRFAAIGwAvo79+eff7ahxQULFnhW0gYTqlKvwKKXqtueL8yJCCCAAAIIIIAAAggggAACCCCAQBIKEFD0+aITUPQJSHcEEEAAAQQQQAABBBBAIAEFNmzY4C78X7hwYcQZ5sqVyw0l9urVy1x88cUJKMKUEMiYgKp5vfrqqzaceP78+ZCLdO3a1YYTmzRpkrEb0AsBBHwLXH/99UYLAZ326KOPmj//+c++r8sFMldA1cWcaonz58+PevECBQoYhXIitTp16thgop5fqlWrFvWanBBZYObMmWbw4MFm3bp1QSfmz5/fDBs2zKh6YqI0/d7esWNH0HSaNWtmxo0blyhTZB45JKCAvFNV8eDBg2mOomDBgjakqEOL0b02VQ9zgor6Gi3krevq7zstfHcCi1lRXfZf//qXGThwoDsNhcU/+ugjr9PiPAQQQCBDAnq2fO+990xaz5bt2rWz1RSvuuqqDF2fTggggEBGBVauXOlWVtQzm9emv1OcsGKbNm28duM8BBBAAAEEEEAAAQQQQAABBBBAAIH/FSCg6PNbgYCiT0C6I4AAAggggAACCCCAAAIJInD06FEzceJEt1rihQsXIs6scePGNpjYo0cPFvUnyPcA08hcgR9//NGMGDHCLFq0KOTCpUuXtsHEu+++O3NvytUQQCBdAqqeotBFYFO1gurVq6frOpycNQKqKuaEEvX17NmzEW9UqFAhc+TIkaiDcUKJPXv2jHouJ3gTULhI4cTUoVAFP4cPH260wD/RWvPmzUPCXXo+VtVxGgJ+BVS53qmquHjx4oiXa926tVtVsUiRIp5vfebMmaCw4pYtW6L2zZ07t/296QQWMyvcvWLFCtO5c2f3/uXLlze//PJL1PFwAgIIIJAZAqqm+P7775s9e/aEvdxtt91mKypWqVIlM27HNRBAAIF0CWzbti0orHjo0CFP/fWcpo0snMCiNrigIYAAAggggAACCCCAAAIIIIAAAghEFiCg6PM7hICiT0C6I4AAAggggAACCCCAAAJxLjBr1iw3lLh9+/aIsylTpoxbLVGLG2gIIBAqsHv3bhtM/PDDD8Py3HTTTTacyOJGvnsQyHmBoUOHmrfeessdiH63ffHFFzk/sCQfgSqIOcHErVu3RtS45JJLjAIz2mghUqtdu7atlKhQYs2aNZNcOHOn/9prr5mXX3455KLt27e34cTKlStn7g1j6GqtWrUymzdvDhpRgwYN7KYfNAQyS+CHH35wqypGumbZsmXdqoqNGjVK1+1V9TuwsqKq1nppWvTuBBZr1arlpUua56gyo0KTTluyZIkpVaqUr2vSGQEEEPAqsHHjRqOg4ieffBK2S4kSJWxIURUVc+XK5fWynIcAAghkqoA25NGmSj///LM99N7lpRUtWtRWg3XCiuXKlfPSjXMQQAABBBBAAAEEEEAAAQQQQACBpBMgoOjzJSeg6BOQ7ggggAACCCCAAAIIIIBAHApo8YIW/qvCy4IFC6LOoHv37jaYqEX9CgLQEEAgvIAqSL3xxhthFwgpHKNgYu/eveFDAIEYEWjatKkJDOe//vrr5uabb46R0SXXMBTyckKJ8+bNizr5kiVLmr1790Y8L0+ePPbZRcFEVXymZa6AKlwOGTLEfP755yEX7tu3r3nllVeSYgG/FvmuX78+yOCKK64wkydPzlxwrpb0Aqr6++2339rKitEChN26dXOrKqY3SHPhwgUzdepUN7DodeF7mzZtTIcOHWxgsV69eul+vfQ+HVh5/NNPP7UL6WkIIIBAdgro/e+9994zM2bMCHvbZs2a2aCiPiOjIYAAAjktoPcqJ7AYrep24Fg7derkVlesU6dOTk+D+yOAAAIIIIAAAggggAACCCCAAAIxI0BA0edLQUDRJyDdEUAAAQQQQAABBBBAAIE4ETh+/Lit5qJQogIAqpIRqTVs2NAuuNJC0Ro1asTJLBkmAjkjsGbNGls1UQvGw7X77rvPPPzww6ZYsWI5M0DuigACIQL6nXjXXXe5/7sC+KtWrTL58uVDK5sETp8+7T6X6NkksHJWuCEolKhzDh06FHGECsY41RKrVq2aTbNJrtv8+uuvZtCgQXYxbOr25z//2Tz66KNJBaIQld4/Aps2JlBFOhoCmS2gcLCeORVWTElJiXh5VTW89tpr7ZHR90N9HzvVFTds2OBpOs2bN7dBRQUWGzdu7KmP3jvGjBnjnjt48GD7/ExDAAEEckJg9OjRNqi4bdu2sLf//e9/b6spEuzJiVeHeyKAQDiBZcuWuZUVVV3Ra1PwWlWxtfGKKsTTEEAAAQQQQAABBBBAAAEEEEAAgWQWIKDo89UnoOgTkO4IIIAAAggggAACCCCAQIwLzJkzx138/9tvv0UcbalSpdxQohYm0BBAILrAyJEjbdXEAwcOhJzcunVrWzWxffv20S/EGQggkK0C/fv3N9999517z9tuu828/PLL2TqGZL3Z3Llz3WqJW7ZsichQqFAhU7hw4TQXhzud8+fP71ZL7Nq1a7LSZsu8tdhV4cTUVdUU8h0+fLjRgv1kbKpYt3Tp0qCpV69ePWyIMxl9mHPWCOhvPaeq4sGDB9O8icL3CimqkrefqoTTpk1zw4rr1q3zNCkFFJ3KigouptUUTlRI0WkKmv/tb3/zdA9OQgABBLJCQJXWFVL84IMPwl6+YMGCtpqiDj2L0hBAAIFYEdDf2fq7TYc2tDhy5IinoWmTQv03ASewWKBAAU/9OAkBBBBAAAEEEEAAAQQQQAABBBBIFAECij5fSQKKPgHpjgACCCCAAAIIIIAAAgjEoMDmzZvtwn9VS5w/f37UEWohv6olXn311UZBABoCCEQX0IJwBRPDVa7RAp6BAweaAQMGmNy5c0e/GGcggEC2Cuzbt8+oyl5g+/e//20UKqZljcCKFSvM5MmTzaRJk8yCBQui3qRSpUp2EeX+/fsjntuoUSO3WmLFihWjXpcT/Al89tlnRlXNVP0ysNWsWdMMGzbMtGnTxt8N4rx3z549Q76/q1SpYmbNmhXnM2P4sS6wc+dOt6ri4sWLIw5XIUGnqqIq02a0qYLq1KlTbWBR1cS9NP3udSorpn6/WLRokenRo4d7GX52vIhyDgIIZIfAzJkzbVBxypQpYW9Xv359W03xuuuuy47hcA8EEEAgXQLaxELPbU5gMdomQc7FL7vsMrvhmhNWLFOmTLruy8kIIIAAAggggAACCCCAAAIIIIBAPAoQUPT5qhFQ9AlIdwQQQAABBBBAAAEEEEAgRgROnjxpJk6c6FZLPHPmTMSRaQGVQolaBFqrVq0YmQXDQCD2BRTKeP31182IESPCDlY/U6qa2KBBg9ifDCNEIEkFRo0aZZ555hl39rVr17YBC1rmCvz6669uKHHGjBlRL16+fHlz8cUXG/WL1C699FK3WqKfSmBRB8QJQQIvvfSS/f2XuilspMqJBET/K6NwgjYxCGyyUeVQGgLZIfDDDz+4VRUj3U/hRCeoGKmyoZcxK7zjhBVXrVrlpYv9G1TvHzq08F1/v6Z+H9G1ihYt6ul6nIQAAghktcAnn3xig4ppPauq8quqKWoDDRoCCCAQiwIXLlywQUUnsLhs2TJPw8yVK5fp3LmzW11RG9TQEEAAAQQQQAABBBBAAAEEEEAAgUQUIKDo81UloOgTkO4IIIAAAggggAACCCCAQA4LzJs3zw0lRtsBWYtQnVBihw4dcnjk3B6B+BPQgm9VTQxXmaZcuXK2auLtt98efxNjxAgkmUD37t3NkiVL3FkPGTLEPPTQQ0mmkDXT3bFjhxtKVMVELYCM1AoXLmzKli1r9uzZE7VaYrNmzdxqiXrPpWWPwLFjx4x+Rr744ouQG+p3noKLtGCBG2+80S76DWwK4P7yyy9QIZBtAqtXr3aDips2bYp4306dOrlhxXz58vka4+zZs92woqrnemnVqlUz+vtUVXYD/6YdO3asadeunZdLcA4CCCCQLQKqxK6Q4vvvv2/OnTsXcs+LLrrIPPjgg7aiIgHrbHlJuAkCCPgQ0OebTmDRy6ZCzq1atGjhhhX9bnThY/h0RQABBBBAAAEEEEAAAQQQQAABBDJdgICiT1ICij4B6Y4AAggggAACCCCAAAII5IDA1q1b3VCil2os2uFYVd10FClSJAdGzC0RiG+BnTt32oqJ//jHP8JO5NZbb7VVEytUqBDfE2X0CCSBwMKFC83VV18dNNMFCxYYAm8Zf/EPHjxoQyUKJOrriRMnol6sevXqtlrW5s2bI56rhd09e/a0wURV2KJlr8DatWvN4MGDzaxZs0JuPGjQIPu7jxZeQM8GqigX2MqUKWMWLVoEGQLZKnDy5EnzzTff2LBiSkpKxHtXrVrVDSqqwqHfpmqiqlCsn4Xly5en+3KPPfaYefzxx9Pdjw4IIIBAVgto0wEFFSdMmBD2VjVq1LAhxVtuuSWrh8L1EUAAgUwR2Lhxow0r6tAz4/Hjxz1dV8+M+lvdOfxuduHpppyEAAIIIIAAAggggAACCCCAAAIIZJEAAUWfsAQUfQLSHQEEEEAAAQQQQAABBBDIJoHTp08bVW/7z3/+Y49Tp05FvPMVV1xhA4mqmFinTp1sGiW3QSDxBP75z3/acGK4EI1+zlQ1UeEZGgIIxIfAU089ZUaPHu0Otlu3buajjz6Kj8HH0Cj1HBIYSty/f3/U0WnhYp48ecyaNWvM2bNnI57fqlUrt1piqVKlol6bEzJfQKEihRBTV+i+9NJLzfDhw80NN9yQ+TdNsCveddddZuLEiUGzuuyyy8zSpUsTbKZMJ14EFBhUUFGBRYXL02q5cuUyvXv3tmFF/Z7MjDZv3jw3rOj1Z0C/M1Td0VnwrnA7DQEEEIglgS+//NK8++67ZtWqVWGH1bVrVxtU1LMtDQEEEIgXAf1974QV9XXbtm2ehq4NWQLDivrbh4YAAggggAACCCCAAAIIIIAAAgjEkwABRZ+vFgFFn4B0RwABBBBAAAEEEEAAAQSyWEC7smtHdoUSN23aFPFuxYsXt4FEBROvuuqqLB4Zl0cgsQW0wPCNN96wi7jDtQcffNBWjipUqFBiQzA7BBJMoG7duubAgQPurEaOHGmuueaaBJtl1k1nypQpbqVEL4sUFUpU9WZVf96xY0fEgWkxo55jFPpu06ZN1k2CK0cVGDNmjA0nnj9/Pujc2rVr23Biy5Yto16DE/4rcM8995jvv/8+iKNYsWJm5cqVECGQYwKqDu5UVVy8eHHEcTRq1Mitqli2bNlMGbP+xnUqK0a7f+ANW7du7S56b9KkSaaMhYsggAACfgWOHj1qqynqSKuS+L333mseeOABU7p0ab+3oz8CCCCQrQLaXEghxenTp9uvXv+OUSXFjh07stFEtr5a3AwBBBBAAAEEEEAAAQQQQAABBPwKEFD0KUhA0Scg3RFAAAEEEEAAAQQQQACBLBDQgn8nlDh79uyod1AY0amWqJAiDQEE/AloYaHCiYcOHQq5ULt27WzVxLZt2/q7Cb0RQCDbBRTGUAUTp5UoUcIsX74828cRbzecNWuWWy1x/fr1UYdfs2ZNoxDLvn37PPmqOpezwQKh76i8WX7CsGHDzJtvvhlyn86dOxv92+WXX57lY0i0GyiQ8PXXXwdNq3DhwraaKA2BnBb44Ycf3KqKkcaisLlTVVFBwcxqCxcuNFOnTjUzZswwc+fO9XxZVTIPrNCTO3duz305EQEEEMgKAf1doWqKqX/nO/eqWLGi/VtEFZZpCCCAQLwKLFiwwA0sevnvFs48VUnWeXZr2rRpvE6fcSOAAAIIIIAAAggggAACCCCAQIILEFD0+QITUPQJSHcEEEAAAQQQQAABBBBAIJMEtBuxFoeqUqKOtHZdd25Xp04dN5SoxZk0BBDwL6CFNSNGjLALbVI3hWZURkgS6AAAIABJREFUMVGVE2kIIBCfArfffrut/uc0VTb761//Gp+TyeJRL1q0yA0lLlu2LOrdqlWrZqpXr26fX1QZ6/jx4xH71KtXz32OUVU+Ws4LHDlyxFZN/Pe//x0ymDvvvNNWTqRlXEDPEF988UXQBQoWLGi8hH4zfld6IuBdYPXq1W5QcdOmTRE7anH5tddeaw99H2dWW7dunenTp4/ZvXt3ui5ZoUIFc+WVV7qL3lWllIYAAgjklMC4ceNsUDGtCrF6D9XmBe3bt8+pIXJfBBBAIFME9LeMPkPVkZKSYk6dOuXpunXr1g16dsuTJ4+nfpyEAAIIIIAAAggggAACCCCAAAIIZLUAAUWfwgQUfQLSHQEEEEAAAQQQQAABBBDwKaBdh51Q4q+//hrxakWLFnUX86uKDQ0BBDJHQIEaBRPDVYzSHXr16mXDiYSBM8ebqyCQEwJbt241LVq0CLq1NgZo2LBhTgwnJu+pcMqkSZNsiHPevHlRx6hKeo0aNTKqWrVy5cqoQStVeXYqJar6My12BFatWmXDieFe9yeffNIMGDAgdgYbxyN5/PHHzaeffho0g/z585uNGzfG8awYeqIJnDx50qji8LfffmsXmkdqCgY6VRUz6zk5dcXRZs2a2cDili1bPFGrOmlgZcVKlSp56sdJCCCAQGYKnDlzxrz33nv2OHjwYNhLawMIVVTkfSoz5bkWAgjklMCePXvcsKICizt37vQ0lPLlyweFFUuUKOGpHychgAACCCCAAAIIIIAAAggggAACWSFAQNGnKgFFn4B0RwABBBBAAAEEEEAAAQQyILB9+3Y3lDhz5syoV+jYsaNd0K+jZMmSUc/nBAQQ8C4wYcIE88Ybb5ilS5eGdKpYsaINJvbt29f7BTkTAQRiUkA/54EV4Jo0aWLGjx8fk2PNzkGpSpYCiQomhqsem3oseg5p166dufTSS83mzZvN9OnTow5XzzE9evSwzzEsNozKle0n6LUfPHiw2bZtW9C9ixQpYoYNG2auu+66bB9TIt9Q1h999FHQFPPmzes5fJXINswt9gTmzJnjVlVMK2DjjLpnz57mmmuusRt7+GkK8wRWN77lllvMa6+9Zn/fOEdaVcnC3TcwrFi/fn0/Q6MvAgggkG4BVYZVNcV//vOfYfuWKlXKhhTvu+++dF+bDggggECsCqiSop7bnOqKa9as8TRUVeZWdVmnMnbVqlU99eMkBBBAAAEEEEAAAQQQQAABBBBAILMECCj6lCSg6BOQ7ggggAACCCCAAAIIIICAR4Hz588bVWpyqiUeO3YsYs9atWq5i/lZSOkRmdMQSIeAgsKqmjhmzJiwve644w4bTixXrlw6rsqpCCAQqwJa5LZ27Vp3eM8//7z54x//GKvDzdJx7dq1yw0lKpx47ty5iPdTGLFLly6mTJkyRlUR1CdaUEXPMU61RJ5jsvTl9HXxDz/80AwZMiTkGnXr1rWB3ubNm/u6Pp3DCzzzzDNm1KhRQf+oSqSpQ6L4IRArAqqA41RVjBYOrF27tg0q6qhWrVq6p6DF7DfeeKPbT79Dfvzxx6DrrFixIiiwqEplXpqq/iqwqEXvCtvTEEAAgewS0PuYgopz584Ne8uWLVvaoGK3bt2ya0jcBwEEEMg2gXnz5tmwop7z9H97bW3btnXDio0bN/bajfMQQAABBBBAAAEEEEAAAQQQQACBDAsQUMww3X87ElD0CUh3BBBAAAEEEEAAAQQQQCCKwKJFi9xQ4vr16yOeXbhwYTeU2LVrV2wRQCCLBD777DNbNXHLli0hd2jYsKENJipYQ0MAgcQQmDFjhvn9738fNJmVK1eaYsWKJcYEPczi8OHDQaHEo0ePRuylim6dO3c2CqodP37cTJs2zcgsUlOQ0amU2L17dw+j4pScFFBI95133gkZgp5BFU4sW7ZsTg4v4e/93HPP2aBC6rZ161aTJ0+ehJ8/E4xfAW268+2339rAYqR20UUXuUHF9PxOOHDggP3dE9gi/Vzs2LEjKKyoEL6XVqVKFRtWdA79DqMhgAACWS0wcuRIo0qxab1X3XTTTeaBBx4wNWvWzOqhcH0EEEAgRwRUTdGprKjPGbxuNFGvXj13owk9v2mDFxoCCCCAAAIIIIAAAggggAACCCCQ2QIEFH2KElD0CUh3BBBAAAEEEEAAAQQQQCCMgCpMOJUStTNwtKaqTgpD6ShVqlS00/l3BBDIoICqrSiYOG7cuLBXUDBRR4ECBTJ4B7ohgEAsCvzpT38yn3/+uTu06667LmwwKBbH7mdMWug3adIkN5i4d+/eqJfr2LGjadOmjT1vzpw5ZsqUKVH7qKqBE0wk1BaVK8dPUPhn8ODBNmCUuv3hD38wL7zwQo6PMVkGoCConktSt40bN5r8+fMnCwPzjFOB1atXu0HFTZs2RZyFqiD26tXLBhYrVaoUdcatWrUymzdvds/T39aqfhitnTp1KiisuGrVqmhd7L+XKFEiKKxIBXVPbJyEAAIZFNBGSdqk4B//+EfYK2jzMoUUVVExX758GbwL3RBAAIHYF9B/Q3HCivq6Z88eT4OuUKFCUFgxmTaf8gTESQgggAACCCCAAAIIIIAAAgggkGEBAooZpvtvRwKKPgHpjgACCCCAAAIIIIAAAggECKiahBNMPHLkSEQb7YbuhBJVsY2GAAJZK6AFgCNGjDDhfjY7dOhgg4laDE1DAIHEEjh58qSpXbu2UWjBaWPGjLHVARO1/fTTT24oUVWnorXWrVubLl26mEKFCpklS5bYZ5l9+/ZF7KbKU04osWnTptFuwb/HiMDy5cvNoEGDzIIFC0JG9PTTT9vF8LTsFXjllVfMq6++GnLTdevWGSq6Ze9rwd0yJqDfswo8awOQaKF2BW8VUtTRqVOnNG/Yr18/M378ePffX375ZXPbbbele4ALFy50A4szZ8701F8VhAMrK+oZgoYAAghkhYAqh+lzCoVywjV9VqhnM71n0hBAAIFEFzh+/Lh9bnMCi+vXr/c0ZYW6nWe3K6+80lSuXNlTP05CAAEEEEAAAQQQQAABBBBAAAEEwgkQUPT5fUFA0Scg3RFAAAEEEEAAAQQQQCDpBZyF/FrMv3bt2ogeWvjvhBK7d++e9HYAIJAdAlqMrOpE4aqZaodtBRP79++fHUPhHgggkAMCn332mXnsscfcO2un/Xnz5uXASLL2lqp2OHnyZFsxMdrziEbSpEkTG9KsVq2a0cI/PccovBapXXzxxfY5xgkm5smTJ2snxdUzVUAbaSicuGvXrqDr6nehKvmx+D1TudN1MT2n6DVI3VT9rWjRoum6FicjkJMCixYtMt99950NK27bti3iUBo3buyGFVNXLNSmIi+++KLb/8477wz7M5KeuarKo/4e0DFjxgyjarJeWrNmzdxF7y1btvTShXMQQACBdAl89NFH5r333jOqrBiu9e7d21ZTbNCgQbquy8kIIIBAPAvMnj3bDSyG22AnrbkppKjAor6yKWQ8fwcwdgQQQAABBBBAAAEEEEAAAQRyRoCAok93Aoo+AemOAAIIIIAAAggggAACSSmwe/dut1KidjyP1vQfxJ1gYpkyZaKdzr8jgEAmCBw7dsxWTHz77bfDXu26666z4cRatWplwt24BAIIxKpAnz59TGDVJP3cK6SVCE2VoaZOnWqDidowIVqrW7euDSWqWuzOnTvts4wCjdFaixYt3FBixYoVo53Ov8egwAcffGBUITF1q1+/vhk2bJihCmbOv2jvvPOOef7550MGsmzZMlOyZMmcHyAjQCAdAkePHnWDiikpKRF7ahOfXr162bBi+/bt7bmqxBhYMVHvUd9//306RhD51MOHD7tBRQUWN2zY4OnaNWvWDKquqOA+DQEEEMgMAW0goWqKf/vb38JeTu83CimqoqLeN2kIIIBAMgmsXLnSrayo/xZz/vx5T9NXsDuwuqKnTpyEAAIIIIAAAggggAACCCCAAAJJLUBA0efLT0DRJyDdEUAAAQQQQAABBBBAIKkEfvzxRzeYeOjQoYhzr169uhtKVHUIGgIIZJ/A+PHjbTgxXDWwqlWr2mDijTfemH0D4k4IIJAjAmvWrDEdOnQIurcWsylgEK9N1R9/+ukne3gJJeo9r0uXLjaYePbsWfc5Zs+ePREJVGnSqZRIxah4/W7577ifffZZM3LkyJBJqJq3qvaVLl06vieYQKPX66TXK3VTVTo2OUmgFzrJpvLLL7+4YUWF4yM1BeIVVFSQXr+3nJYvXz6zefPmLJNThR5VVVRYcf78+Z7uo59JZ8G7vl522WWe+nESAgggEElAVdFVTVGfP4ZrtWvXtkFFPs/g+wgBBJJVQFW6f/75Z/fYv3+/J4pKlSoFhRWLFCniqR8nIYAAAggggAACCCCAAAIIIIBAcgkQUPT5ehNQ9AlIdwQQQAABBBBAAAEEEEh4AVUtUYUhHatXr44434IFC7qhRC3qpyGAQPYK/Pbbb+aNN94wn3zySdgb/+EPf7DhxFKlSmXvwLgbAgjkiIAqw7355pvuvdu1a2fGjh2bI2Pxc1MFJ5xQYrjgdeprly9f3gY7dCho6DzHLF26NOIw8uTJ44YSVfmZylB+XrWc77t3714zePDgsFXH+vXrZ5577rmcHyQjCBH4+9//bp588smQ/12hqcsvvxwxBOJWQBv8jBs3zoYVFQSM1IoVK2ZOnTpljh8/7p6mqoqqBJzVTZsbOGFFjTNwDGnd+5JLLjFXXnmlu+hdmxXREEAAAT8Cn3/+uQ0qrlu3LuxltNGEqik2b97cz23oiwACCMS1wJEjR+xzpRNY3Lhxo6f5FC1aNGijCX1uQkMAAQQQQAABBBBAAAEEEEAAAQQkQEDR5/cBAUWfgHRHAAEEEEAAAQQQQACBhBTQgm5nMb8CAdFa27Zt3WBiuXLlop3OvyOAQBYIKJSocKJCiqlb06ZNbTBRVcRoCCCQPAJasBv4nvDaa6+ZW265JS4AtMjOCSVG2yBBEypRooQbSlTlKQU59CwzceLEqPOVkwKJOipXrhz1fE6IfYHFixfbcKK+pm6q0Ne/f//Yn0QSj/Djjz82TzzxRIiAwsr8jCbxN0YCTX3u3LluWDFaRV9n2kOHDjV33313tirocwH9PnaOcH9nhBtQ69at7aJ3hRb1dwgNAQQQyIjAwYMHzbvvvmuDiqqEHq6pmqIOqrhmRJg+CCCQaALOJhMKLIb7Wzit+bZv394NLNarVy/RWJgPAggggAACCCCAAAIIIIAAAgikQ4CAYjqwwp1KQNEnIN0RQAABBBBAAAEEEEAgoQQmT57sBhMPHDgQcW5Vq1Z1F/Oz6DChvg2YTJwJqMqpgonjx48PGflFF11kBg4caMOJefPmjbOZMVwEEPAjMGnSJHPHHXe4l8ifP7+thBzLVQFTUlLcUGJa1VICTUqWLGk6dOhgOnbsaDp16mSWLFniPsfs2rUrIp8qsTmhRAUpaIkjoN+HgwYNMgrWpP5+UVXRnj17Js5kE3gmn332mXnsscdCZqigFNXZEviFT7Kp7d+/3wYVdcycOTPi7FWlUJsMXHPNNaZFixbZLnX+/PmgsGK0qsTOAPXz2qZNG6PftfpKJfdsf+m4IQJxL7Bo0SIbUtR7ZbimzQsUUgz82yfuJ80EEEAAAZ8C+rxYQUX9/TRt2jTPV2vUqJEbVtSmlDQEEEAAAQQQQAABBBBAAAEEEEguAQKKPl9vAoo+AemOAAIIIIAAAggggAACcS+wYsUKdzH/ypUrI86nQIEC7mJ+LepX+ImGAAI5J/DWW2/ZcOKxY8dCBqGwjsKJzZo1y7kBcmcEEMgxAS3S/eabb9z79+3b17z66qs5Np5wNz537pwbSFS1xI0bN0YdX5kyZWwgUYfCiTt37nSfY6JVCNBzixNK1Fc919ASS2DkyJFGFRJTt4YNG5rhw4cbLbakxY/A2LFjzcMPPxwyYL1f1K5dO34mwkgR8CAwa9Yst6qigouRmqrcKKjYq1cvU6hQIQ9Xz/xTtOg9sLqifqdHa9okwQkq6it/p0QT498RQCBQ4N///rcNKi5fvjwsjP4+0N9Aqt5KQwABBBD4P4EtW7bYsKJzHDp0yBNPlSpV3LCiqmNfeumlnvpxEgIIIIAAAggggAACCCCAAAIIxK8AAUWfrx0BRZ+AdEcAAQQQQAABBBBAAIG4FNCCx//85z/2mDJlStQ5aPGgs6BfFYdoCCCQswJaUKJgohYyp26qKKaKif369cvZQXJ3BBDIMQH9nr/iiiuC7v/ll1+aWNj9/vTp00GhRC2Ui9YqVKjgVkrUwuMzZ86YH374wX2WidZflZ6d5xhVgKYlpsAzzzxjRo0aFTK5q6++2qhy4mWXXZaYE0/wWX399dfmgQceCJmlqsTWq1cvwWfP9JJRQNVfv/vuO6Pf26oaFqmVK1fOBhV1NG7cOMe4tm3bFhRW3LNnj6exVKtWLai6YunSpT314yQEEEhegRMnTtiQ4rvvvht2oybJ3H333fbZgc8vk/f7hJkjgEDaAgonBoYVvXwmo6uVKFHCBsAVVNRRvnx5mBFAAAEEEEAAAQQQQAABBBBAIAEFCCj6fFEJKPoEpDsCCCCAAAIIIIAAAgjElcDUqVPdxfz79u2LOPbKlSu7i/mbN28eV/NksAgkqoAWkSiYqAV54VqfPn1sOLF69eqJSsC8EEDAg8AHH3xgnn76affMWrVqmZSUFA89s+YULSRWxTPnUJAhWtNO/YGVEvPkyWOmTZtmg4k6VDkxUlNowwklxkIwM9p8+feMC+zevdsMGjTIPuOmbvfee6/5y1/+kvGL0zMmBMaNG2f0WqZues2pihkTLxGDyCIB/f4+fPiwp6ureroTVsyfP7+nPllxkn7nq7LijBkz7GYqK1as8HSbfPnyBVVX5DMIT2ychEDSCqxcudJ+LqIwd7hWtmxZW03xnnvuSVojJo4AAghEE7hw4YINK+rZTV9VIdtL0+czgWHFunXreunGOQgggAACCCCAAAIIIIAAAgggEAcCBBR9vkgEFH0C0h0BBBBAAAEEEEAAAQRiXmD16tVmwoQJdtH28uXLI4734osvdhfza1F/3rx5Y35+DBCBZBH49ttvbThx1apVIVOuUaOGDSbecMMNycLBPBFAIIJAjx49gqouDR482Dz88MPZanbkyJGgUOKuXbui3r9mzZpupcQOHTrY8/We51RLjLZYLleuXEHPMQULFox6T06Ib4GFCxcafX8vXbo0ZCJ//etfWZQe3y9v0Oj1PqCKSKmbwovNmjVLoJkyFQT+T+Dmm2+24XynqeLghg0bIhJVqlTJBhV79epl6tevn+Oc+gxCQcXZs2fbr14Dl6p43KZNGze0WKZMmRyfCwNAAIHYE9DnnaqmuGDBgrCD0/uIgoqdO3eOvcEzIgQQQCDGBBYvXuwGFrXZhNfWtGlTN7DYunVrr904DwEEEEAAAQQQQAABBBBAAAEEYlCAgKLPF4WAok9AuiOAAAIIIIAAAggggEBMCqjKmgKJWqgzadKkqGNs2bKlu6C/YsWKUc/nBAQQyD6BTZs22WDiP//5z7A3VUUAhRNLlCiRfYPiTgggELMCWlCmTQYC2/z5883ll1+e5WM+ePBgUChx7969Ue+pnfadSolOpUNVedZzjAJJU6ZMiXqNxo0bu88xVJCNypUwJyiYpsqJ+/fvD5pTqVKlzPDhw0N+DhJm4kk8kcmTJ5vbb789RODrr782rVq1SmIZpp6oAs8//7x555133Ok9+OCDdvH3d999Z/QeqM0AIrXu3bu7VRUvuuiiHGfS5xQKKTqHKqB5ado4SYvdFTTSQXVFL2qcg0DyCJw/f95WU1RQMfVzoaNw66232qCigt40BBBAAIHoAhs3brRhRafCYrTnTueK+kwmsLriJZdcEv1mnIEAAggggAACCCCAAAIIIIAAAjEjQEDR50tBQNEnIN0RQAABBBBAAAEEEEAgpgRUXcEJJu7Zsyfi2BREVIBBhwKKNAQQiD2Bjz76yIYTd+7cGTI4LcxVMLFTp06xN3BGhAACOSbwzDPPmFGjRrn379Kli/n444+zbDwKIf7000/uoZBitNawYUMbSlSVxMBnkB9//NGGEnUcOHAg4mXKli1rFLzQc4wWv9GSS0CL0FUhMXVr0qSJDSfGQtWw5HpFsm+2KSkp5pZbbgm54dixY027du2ybyDcCYFsEFAF9fvuu8+9U/v27d1NS7Zv325DigorqppspKZAjqoq6qhdu3Y2jNzbLVQZObC6oteF71WqVAmqrqhnAhoCCCDw66+/2pDip59+GhajePHiNqT4wAMPmNy5cwOGAAIIIOBRQOFvJ6yor9u2bfPU87LLLgsKK/LM5omNkxBAAAEEEEAAAQQQQAABBBDIUQECij75CSj6BKQ7AggggAACCCCAAAII5LjA2rVrbShRx5IlSyKOJ0+ePKZHjx5uMPHiiy/O8fEzAAQQCBVYtGiRDSZOnDgx5B9VQWTgwIE2nBgLlVB4/RBAILYErrjiiqDKIQpy9e7dO1MHuWvXrqBQopdAQdOmTd1KiQqROU0VH51Q4po1ayKOU+95CiQqmKijYMGCmTovLhYfAk899ZQZPXp0yGAVvBk2bJjR4nNaYgvMmDHD/P73vw+Z5Oeff26DzzQEEkVgw4YNQcFbvb+tWLEiZHpTp051w4rHjx+POP1evXoZ54glJ21wEFhdcdWqVZ6Gp884AqsrtmjRwlM/TkIAgcQVUAV2/Q00c+bMsJPU3yUKKl599dWJi8DMEEAAgSwSOHv2rJk+fbobWPRaETtfvnzmd7/7nRtYjKVNM7KIissigAACCCCAAAIIIIAAAgggEJcCBBR9vmwEFH0C0h0BBBBAAAEEEEAAAQRyREBBACeUqEX90VqzZs3cYGLlypWjnc6/I4BADglcuHDBjBgxwrz55pvm5MmTIaPo2rWrDSYGhntyaKjcFgEEYlAgdaWltIIMGRm6dsgPrJR44sSJqJdp1aqVWymxQYMG7vmq+qTnFz3LKGgUrSls4IQSVTWJlpwCqiY8aNCgsOF9VcJ5+umnkxMmSWc9d+7csOHrMWPGmM6dOyepCtNORIGaNWuawI0A9L1fsWLFsFP97bffbEVFVVbUBgCRmhaFO1UVVWEx1trSpUvN7Nmz3dDi0aNHPQ1Rn3e0adPGDS2WK1fOUz9OQgCBxBPQhhaqqKi/PcK1Pn362KBi3bp1E2/yzAgBBBDIJoEFCxa4YcU5c+Z4vmvz5s3dsGLLli099+NEBBBAAAEEEEAAAQQQQAABBBDIWgECij59CSj6BKQ7AggggAACCCCAAAIIZKuAdqd1golapB2plS9f3lYZUsVEVRSgIYBAbAuo8omqJs6bNy9koKVKlbJVE+++++7YngSjQwCBHBW48847zY8//uiOoV+/fua5557L8Ji2bNkSFEo8ffp01Gu1a9fOrZRYp04d93ztsu+EEvU1WoUnBQycUCKL1aKyJ/wJWvSocOLy5ctD5jp06FB+Pyb8d0D4Cer7omfPniH/+OGHH9r3DxoCiSBw/fXX26Ce0xS40d/40dqkSZNsUFFHuI1PnP6qTuwEFWP15+bAgQNB1RVXr14dbfr23zW3wOqKPE94YuMkBBJKQOFEhRTDVd/WRFWRXRtdKKhYoECBhJo7k0EAAQSyW2D9+vVuWPHnn382Xja20hi1IUdgdcX8+fNn99C5HwIIIIAAAggggAACCCCAAAII/K8AAUWf3woEFH0C0h0BBBBAAAEEEEAAAQSyXGDDhg02lDhhwgSzaNGiiPfLnTu3DSU6wUQW12T5y8MNEPAtsH//fls1cdSoUWGvdeONN9qqiVWrVvV9Ly6AAAKJK6AKh6qYHNj07NC4ceN0TVrPHdOmTXODiefOnYvav2PHjm6lxBo1agSdr0pPCiTq2LRpU8RrXXLJJTZUpOcYfc2TJ0/Ue3NC4guoMqjCiQcPHgyarKpiDRs2zKi6MC15BZYsWRI2jKjnqnDhxeSVYubxKvDMM88E/Z3w6KOPmj//+c+ep7N582a3quKyZcsi9qtfv77p1auXDSxWqlTJ8z2y+0T93AdWVzx27JinIWhOgdUVtakTDQEEkkNg5syZ5r333jNTpkwJO+F69erZoOJ1112XHCDMEgEEEMhigd27d9uwojbc1Ndom206wyldunRQWFH/Pw0BBBBAAAEEEEAAAQQQQAABBLJPgICiT2sCij4B6Y4AAggggAACCCCAAAJZIqCqQk6lxPHjx0e9R5MmTdxgYrVq1aKezwkIIBAbAl999ZWtmrhu3bqQAdWqVcsGE1kgFxuvFaNAINYF3nrrLaNKck5r1KiRfZbw0mbNmmW0aHfGjBlhq7imvkbevHndQKLCiap2GNg2btzohhLDVYVNfT1VXXRCiQqd0RBwBFTxJlwV0BYtWthwYt26dcFCwKxcudJ06tQpREJBhN69eyOEQFwLjB071jz88MPuHLp06WI+/vjjDM1p4sSJbljxzJkzaV5DVWucqorhfrYydPMs6qTNXvQc4xxr1qzxdCdt7hRYXbFVq1ae+nESAgjEt8Cnn35qg4ralCVcU0hbQUX9LUVDAAEEEMgcgVOnTgVVVly7dq2nC+uZNLCyoiot0hBAAAEEEEAAAQQQQAABBBBAIGsFCCj69CWg6BOQ7ggggAACCCCAAAIIIJCpAlpU5wQTVQkpUitbtqwbStTCfhoCCMSPgBbDqWril19+GXbQ/fv3t+HEYsWKxc+kGCkCCOSoQIcOHUzgonyFuvr16xd2THv37rVhRCeUGK2yoS6iqsyBlRIvv/zyoGurepFTKVHPMtEqLyqErSqJOlgAnKPfOjF78yFDhpgPP/wwZHwK7g8fPtwULlw4ZsfOwLJfQItc27dvH3Jjhbf79OmT/QPijghkksCqVavMVVeuVDDYAAAgAElEQVRd5V6tTJkyZtGiRb6u/uuvv5px48bZsKICvpGaqir26NHDXH311SZ1lWRfg8iizosXLw6qrqjNn7y0ihUrBlVXTP2c4+UanIMAAvEhoGCzNsFQUPH8+fMhg1YVd4UU77//flO0aNH4mBSjRAABBOJIYO7cuW5lxfnz53seecuWLd3AYvPmzT3340QEEEAAAQQQQAABBBBAAAEEEPAuQEDRu1XYMwko+gSkOwIIIIAAAggggAACCPgWUJUhJ5T4yy+/RL2eKgw5x6WXXhr1fE5AAIHYEhg9erQNJyoglLppocXAgQONgkY0BBBAwKuANji44YYbgk5fsWKFKV68uPu/KYCgUKITTPSyYF8BMIUS9Z6kr6VLlw4Z0s8//+wGE3fs2BFxyApdO6HErl27ep0e5yWZwPbt283gwYPNjz/+GDLzhx56yCi4SEMgnIBCV23btg35Jz133XTTTaAhELcCqlSsyjNOU0BRQcXMaBMmTHDDiuGCOoH3UEhRhwKLF198cWbcPkuvsW/fvqDqil6r9eTKlSuouqIqLdIQQCDxBBYsWGBDiuPHjw87OYWyFVS8+eabE2/yzAgBBBCIEYHVq1cHVVeMVOU7cMi1a9d2w4r6zErhchoCCCCAAAIIIIAAAggggAACCPgXIKDo05CAok9AuiOAAAIIIIAAAggggECGBLS4UAsBFUzU12hVhho2bGhDiVoIGA9VCzKEQicEElxAAWQtkJ8yZUrITLXAV8FEVU3UglgaAgggkB6Bxx9/3Hz66adul2uvvdaoalhglcQlS5Z4uqQqNKsysyqRKZQYGHJ0LqDw48SJE20wcdmyZVGv26lTJxtM1LNMiRIlop7PCckroOoJgwYNCqnolTt3bjNs2DBzxx13JC8OM/cksHXrVtOiRYuQc1955RVz6623eroGJyEQawI9e/Y0CtI4bcyYMaZz586ZOsx169a5QcXAiszhblKpUiW3qmLTpk0zdRxZeTEFO2fPnu2GFk+cOOHpdhUqVLDVFbWZjN5fqlWr5qkfJyGAQHwIfPXVVzaoqL9xwjVtrKKgot4DaAgggAACWSegTa+0CZZzhNvcL9zd9TnW7373O3PllVfar5dddlnWDZIrI4AAAggggAACCCCAAAIIIJDgAgQUfb7ABBR9AtIdAQQQQAABBBBAAAEE0iUwd+5cN5ioxbORWqlSpdxKiQoJ0BBAID4FtPPzG2+8Yd58800TbhdohXYUTGzUqFF8TpBRI4BAjgqcPn3aaOf4wEX2qiCmSmLRKho6A7/iiivsQi4dCifmy5cvZE47d+50Q4kpKSlR51y/fn37HKP3uDp16kQ9nxMQ+Prrr2048fDhw0EYCoYMHz7cXHXVVSAh4ElAVTjDhab0fXTnnXd6ugYnIRBLAnpv/Mc//uEO6YknnrCbm2RVGzdunPn+++/tZxdnz56NeBs9O2gjJVVWjKfF4FrwrgrUzqGAptemZ5zmzZvbQ4HFcuXKee3KeQggEKMCqi6vkOK7775r0qo0379/fxtU1Oe1NAQQQACBrBU4duyYG1ScPn262bBhg6cbXnLJJTak6AQWq1ev7qkfJyGAAAIIIIAAAggggAACCCCAwH8FCCj6/E4goOgTkO4IIIAAAggggAACCCAQVWDLli1upcR58+ZFPV87c2tBv44iRYpEPZ8TEEAgdgUmTZpkqyYuXLgwZJBlypSxC4tZKB+7rx8jQyAeBF588UX7PpOepkqtgYHEtALSClU7lRL19ejRoxFvo/c1BRJ1sLlCel4Rzn377bfNCy+8EALRunVrWzmxVq1aICGQLgGFqhs3bhzS5/nnnzd//OMf03UtTkYgpwVUJVnVkp2mMOAHH3yQ5cPSZgcKKY4fP94sXrw44v2KFi1qQ4o6VIE53pr+Xgusrnjy5EnPU1BI0Qks6vdW4cKFPfflRAQQiC2BlStX2pCiqiqGaxUrVrQhRT7Hia3XjdEggEDiC2hTCaeyoqpie216NnPCivFU+dvr/DgPAQQQQAABBBBAAAEEEEAAgcwWIKDoU5SAok9AuiOAAAIIIIAAAggggEBYAS3o/89//mMPLeYLVzUtsKNTZUihRFVBoiGAQHwL7N6921ZN/Pvf/x52IjfffLOtmli5cuX4niijRwCBbBdQSHDGjBlm5syZ9uvq1as9jaFkyZJuhUSFE1WVLq2mBfo//PCDDSdu3rw54vXz5MljunXrZg8FEwsVKuRpPJyEgCOQujKY87///ve/t+HEggULgoVAhgT27NljGjRoENL32WefNaqCREMgXgSWLFlif8c6TQGZuXPnZuvwVT1Zn20osLh///6I927YsKFbVbFatWrZOs7MuJneOwKrK65fv97zZQsUKGCrKjqBRT1zaWMIGgIIxJeA3u9UUXHBggVhB67NWBRUVOiFhgACCCCQvQLLly83qqroBBbPnz/vaQB169Z1w4raUINnNE9snIQAAggggAACCCCAAAIIIJBkAgQUfb7gBBR9AtIdAQQQQAABBBBAAAEEggTmz5/vBhM3bdoUUadEiRJ20Z5CifFYYYCXHgEEwgt88cUXtprZxo0bQ06oU6eODSZee+218CGAAAKeBVTBSGFEJ5gYLRjgXFhV59q1a+cGEyMFvdauXeuGEsNVfU092FatWrmhRMLWnl9KTgwQ+O2338zgwYPN5MmTQ1xUYfiJJ57ACwHfAvv27TP16tULuc5TTz1lHnzwQd/X5wIIZIfAuXPn7MYCFy5ccG+3YsUKU7x48ey4fdA99u7d61ZV1KLwSC137ty2oqI+99DXvHnzZvt4M+OGCijNmzfP6PMefdX7item18gJLOrZqUmTJl67ch4CCOSwgN5zVU1RR1p/f9111102qBhp85ccnga3RwABBBJaYOvWrW5QUc+mBw8e9DTf8uXL27Cic+TEc7WngXISAggggAACCCCAAAIIIIAAAtksQEDRJzgBRZ+AdEcAAQQQQAABBBBAAAGjxdVOtURVHIrWOnXq5AYTixUrFu10/h0BBOJEYM2aNbZq4tdffx12xPfff78NJxYpUiROZsQwEUAgJwXmzJnjhhLTUyWpdevWbiBR1XsiNS2wV5VEVUucNGlS1OnWqFHDDSU2bdo06vmcgEBaAvqeVuXE1BVA8+XLZ4YOHWpuvfVW8BDINAEtUtUmEambvgf1bEZDIB4EunbtapYtW+YO9V//+leOV+7ShgaqqKhKY9E2aNJmBgop6mjcuHE8kIcd46lTp2xIMTCweOLECc/z0WJ4J7CoTST0bEVDAIHYFtBmMQopfvrpp2EHWqZMGaPPe+69997YngijQwABBBJc4PDhw0Fhxc2bN3ua8aWXXuoGFVX9umrVqp76cRICCCCAAAIIIIAAAggggAACiShAQNHnq0pA0Scg3RFAAAEEEEAAAQQQSFKB8+fP24V4CiZqMZ4WqUVqdevWtZUSVTlA/zcNAQQSS2DkyJHmzTffDLurvsJCqgSlHZlpCCCAQFoCCgs6FRL1NVwV1mh6qjin95tozQkl6uuBAwcinq5d5Lt162a6d+9uFI6gIeBX4KuvvrLVEY8dOxZ0KYVXhg8fbtq3b+/3FvRHIERAi1VVVTZ1e/zxx81jjz2GGAIxL/CnP/3JfP755+44n376aVu1KxbamTNn7OciOvQ5iT4vidT0Pu9UVSxRokQsTCHDY1AAWqF7J7CoKovpadWrV7eBRVVX1IJ4BZ1oCCAQmwJTpkwx7733npk5c2bYAeqzHwUVu3TpEpsTYFQIIIBAkgmooqKO6dOnm6VLl3qefdu2bd3AYqNGjTz340QEEEAAAQQQQAABBBBAAAEEEkGAgKLPV5GAok9AuiOAAAIIIIAAAgggkGQCToUABRO1g3akpuqICiXq6Ny5c5JJMV0EkkNAFc5UNTElJSVkwvnz5zePPvqoefjhh5MDg1kigEC6BVatWuVWSdRC19SBrbQuqN3cq1SpYrRI1mmqPKdqdAUKFAjb7ZdffrGVEhVKXL9+fdSxKoyoUKLCiQop0hDIDAGF+YcNGxZyKVWRUjixWrVqmXEbroFAWIGjR4+a2rVrm3PnzgX9u4LdCs3SEIhlgQ8//NAMGTLEHeJ1111nK3rFWtMzhlNVMdpCcD1fqKKiwoodOnSItalkaDw7duww+hvRqbK4cuXKdF2nQYMGRhWwtTBegUVV9KEhgEBsCYwePdoGFbdt2xZ2YH379rVBRQWQaQgggAACsSGwZMkSt7qiNgXz2urVq+eGFdlMyasa5yGAAAIIIIAAAggggAACCMSzAAFFn68eAUWfgHRHAAEEEEAAAQQQQCAJBLTATIFELbJLa5fsQIaOHTu6wcSSJUsmgRBTRCD5BE6cOGGDiW+99VbYCiFaZPvII48YLTClIYAAAo7A2bNn7bOEFkPpWLx4sWccLVZXiEuL1VWdQ1WTvv76a7f/LbfcYl577bWg66kKoxNKVHWfaK1p06ZuKLFGjRrRTuffEfAsoGpagwYNMmPGjAnpc/PNN9vQooL9NASyWkDPcHXq1DGnTp0KutWAAQPMk08+mdW35/oIZFhAlfmuueYat7+CL6oGE8tt6tSpblhRlQYjNVWnUVhRhzZhSJSmja1mz57tBhY3bdrkeWq5cuWy1RVbtmxpn//0HEhDAIHYENi+fbsNKX7wwQdhB6RN6xRSvO+++0zevHljY9CMAgEEEEDACuizMqeyor4eOXLEk0yFChWCwopFihTx1I+TEEAAAQQQQAABBBBAAAEEEIgnAQKKPl8tAoo+AemOAAIIIIAAAggggEACCyiUqGP8+PHm+PHjEWeqShxOtcT69esnsApTQwABvS8onKidl1O3cuXKGVXhuf3224FCAAEErIAWoquSjhanK5SoxaxeWsGCBd1Aohak16pVy+2mRf4K2AS2sWPH2vMPHz7shhIVTlQwLFKrXLmyG0ps1aqVl6FxDgLpEti6dasNJyqokro9/vjj5rHHHkvX9TgZAb8CCieqEoYqKgY2hQj+53/+x+/l6Y9AlggoXKsKyoFt3bp1cVFhb8+ePfZzFR3RKtbkyZPHraqosOJFF12UJZ45ddEVK1bYzSoUOFWVxd27d3seyiWXXGIDi051xYYNG3ruy4kIIJA1Avp5VlAxsLJ94J2aNGlig4o9e/bMmgFwVQQQQAABXwIHDhww06ZNc6srplUdN/VNChcu7IYVf/e735lKlSr5GgedEUAAAQQQQAABBBBAAAEEEIgVAQKKPl8JAoo+AemOAAIIIIAAAggggECCCaiSkRNM1GK/SE07pDqhxK5duyaYBNNBAIHUAgoVKZj48ccfh8Xp27evDSdqN2UaAggkr4B2Xle1QoUSdSxYsMAzht4/VCHHqZKTViXmv//970GVvlTtUKGaiRMn2nCiggCRWqFChdxQYrdu3YzCADQEskJAwVyFE9euXRt0+QIFCpihQ4caVU+kIZATAqpoq41lUld169evn3nuuedyYkjcE4GoAh06dDBr1qxxz1Ml5XjbXOCXX35xqypu2bIl4pwVyFRIUdXpVWExEZs8FNp0Aoupg9OR5lyiRAm3uqKeHatVq5aIRMwJgbgQ+PTTT21QccOGDWHHe8MNN9ig4hVXXBEX82GQCCCAQLIK/PTTT25YceXKlZ4Z9CymoKKOBg0aeO7HiQgggAACCCCAAAIIIIAAAgjEmgABRZ+vCAFFn4B0RwABBBBAAAEEEEAgAQR27drlhhJ//vnnqDPSf2TUAjmFE0uVKhX1fE5AAIH4F/jss89sODHcIlotMHvkkUdMr1694n+izAABBDIksGjRIhtGVDBx1qxZRiFFr00L7p1Aor7mypUraldV4AgMPirIuHfv3qj9Onbs6AYTS5cuHfV8TkDAj8CXX35pVCFR1eoCW/Xq1c2wYcNsxU8aAjkpoAqzqkCW+v3zrrvust+jNARiTWDAgAHmq6++coelMK1CtfHY9LtBFRUnTJhgv0ZrCmcqrKijWLFi0U6Py3+/cOGCDSvqUHVFHdEqYQdO9PLLL3erK+qZks+r4vLbgEHHsYCqcL377rv2CPezqyqoDzzwgFHF5oIFC8bxTBk6AgggkBwC+txN/71Qhz7z89oUUHTCinomoyGAAAIIIIAAAggggAACCCAQTwIEFH2+WgQUfQLSHQEEEEAAAQQQQACBOBZQlSFVS9RiuGi71KsykQKJCiZqESsNAQSSQ2DFihU2mDhu3LiwE37wwQdtOFHVyGgIIJA8AgorO1USFUjctGmT58nny5cvKJCY3ioa3333nenfv7/n+2lhVPfu3Y0qJdatW9dzP05EwI/AiBEjzIsvvhhyCQVMFPyqXLmyn8vTF4FMFWjcuLHZuXNn0DVvu+028/LLL2fqfbgYAn4FRo4caZ599ln3MjfddJPR+228t3Xr1tnPZXQsX7484nS0KYNTVVELvxO5HT9+3A0salH8smXL0jXdWrVquZW5tThe1YtpCCCQ9QILFy60IcW0wtf6+09Bxeuvvz7rB8MdEEAAAQQyRWD9+vVuWFGBxRMnTni6bqVKldywojYNI6DuiY2TEEAAAQQQQAABBBBAAAEEclCAgKJPfAKKPgHpjgACCCCAAAIIIIBAnAloQZdCidqlf82aNRFHr8CRFvQrmKiDhgACySXwzjvvmLfeesscOnQoZOJt27Y1AwcOpPpTcn1LMNskFtACcS0M16FAYmD1Qi8s1apVMy1atDCtW7e27xtly5b10s09Z8eOHebHH3+0x9SpU6P2LV++vBtKZLf2qFyckIkCZ8+eNYMHDzaffPJJyFVvvfVWM3z4cJMnT55MvCOXQiBzBPQevXXr1qCL3Xzzzeb111/PnBtwFQQyQWDmzJmmT58+7pW08cCUKVMy4cqxc4nJkye7VRUPHz4ccWBNmjRxw4rJEHzft2+fG1icPXu22bBhQ7peuKZNm7qBxZYtW5qLLrooXf05GQEE0iegirfvvfee0cZX4VrPnj1tUFEbJdAQQAABBOJHYO/evSYlJcVMnz7dhhZTb3aT1kyKFi3qhhW10UaFChXiZ9KMFAEEEEAAAQQQQAABBBBAIGkECCj6fKkJKPoEpDsCCCCAAAIIIIAAAnEgoP9gqFCijp9++inqiBUccEKJ6Q0QRL04JyCAQMwLzJgxw1ZN1NfUTVUn/vSnP5kBAwbE/DwYIAII+BNYsmSJrZKoMMC0adPMqVOnPF+wVKlSRgu/FXjRoSqG6W2q7uyEEidNmmQUkozUtAt7165d7aENFvLnz5/eW3I+Ar4ENm/ebAYNGmQX6qVuTzzxhA320xCIZYE2bdqYjRs3Bg1RYTBtWEFDIBYEtHFK7dq1g4ai915VZ060tmvXLlt9TJtL6VksUtP8e/ToYcOKOnLlypVoHGHn89tvv7mBRW2goQ0t0tOaNWtmn1edZ9YiRYqkpzvnIoCAB4GTJ08abX6liorh/p5TUFghxfvuu88UL17cwxU5BQEEEEAg1gT0mZ2CijrWrl3raXi5c+e2G0coqKijXr16nvpxEgIIIIAAAggggAACCCCAAAJZLUBA0acwAUWfgHRHAAEEEEAAAQQQQCCGBbTzvkKJWtQWrgJa4NBV2cgJJWoXfhoCCCSfwJEjR2wwUYvHwjXtbv/II4+wYCD5vjWYcZIIbNu2zVZIdAKJ27dv9zzzvHnz2sqITiCxefPmRv9bRpqeX5xgohbnR2tdunQxOhRMLF26dLTT+XcEskRAPzcKJ65fvz7o+qpIPnTo0KCKX1kyAC6KQCYJaHHounXrgq7Wu3dvWwGJhkAsCKQO0urzjkT/DGP+/Pn2cx0dCuVFatWrV3erKmZkg4hYeI0zOga9d2mTHR36vRztc7DU91H41Qks6mu5cuUyOhT6IYBAKoGVK1fakKKqKoZreu9SUPGWW27BDgEEEEAgjgXmzZvnhhX1DOu1NWrUyA0rtm3b1ms3zkMAAQQQQAABBBBAAAEEEEAg0wUIKPokJaDoE5DuCCCAAAIIIIAAAgjEmMCKFSvcaola/BGpqdKQKgw5wUTtWkpDAIHkFBg3bpwNJ+o9JHUrX768efTRR82tt96anDjMGoEEFVA1C1VI1CJu7XK+dOnSdM20adOmplWrVkZhRAUTixUrlq7+gSdrAZMTSkwdjIl00RtuuMG8/fbbGb4vHRHIDIEvvvjCPPbYY+bs2bNBl6tVq5YZPny4/TmhIRBPAp06dTKp/5bURhWjRo2Kp2kw1gQVuPfee43+dnHaiy++aO64444EnW3wtE6cOOFWVdRmVNHaVVdd5YYVixYtGu30hPt3Pds6gUV9PXPmTLrmWKFCBfuM64QWa9asma7+nIwAAqECClpr04MFCxaE5dHGMwoq8vzMdw8CCCAQ/wKrV692w4rTp083p0+f9jSpKlWquGFFPc/mz5/fUz9OQgABBBBAAAEEEEAAAQQQQCAzBAgo+lQkoOgTkO4IIIAAAggggAACCMSAwIEDB8yECRNsMHHKlClRR9S6dWsbSuzRo4dR8IiGAALJK7BlyxYbTPzss8/CItx2221m4MCBvFck77cIM08wgeXLl7uBxGnTppnz5897nmHVqlXNlVde6QYStWjbT1u1apUNJU6aNCnNBaqB11dVGy1uCmzff/+9UVCShkBOCbz22mvm5ZdfDrm9Al7Dhg0zfn9Ocmpe3BeBbt26hQTXtbnNhx9+CA4COSrw1ltv2cq0Trv99tvNSy+9lKNjyombr1mzxg0rhttkJnBMpUqVsp//XH311bbidbI2bcyhxfHaGEP/t9dF8o6XNuNwwooKLiZ65c5k/T5h3tkj8M4779ig4r59+8LeUGH0++67z5QtWzZ7BsRdEEAAAQSyVGDXrl0mJSXFDSzu3bvX0/1KlChhP4v83e9+Zzp06MDvBU9qnIQAAggggAACCCCAAAIIIOBHgICiHz1jDAFFn4B0RwABBBBAAAEEEEAgBwV++uknG0zU7tMKKUZqlStXdislqtIRDQEEEPj444+NFvj+9ttvIRj169c3jzzyiF3ESkMAgfgV2LFjR1Agcc+ePZ4nU7x4cbsIqE2bNrZ6jAKCftu2bdvcSolamBSt6fmla9euRpU0Fi9ebF544QW3S8OGDc0PP/wQ7RL8OwJZIqBQw+DBg8MG/O+8804bTsyVK1eW3JuLIpBdAnoOXLhwYdDtOnfubMaMGZNdQ+A+CIQI6HOQvn37uv97o0aN7GZNydy02YM+F9Jx9OjRiBTNmjWzf+Np06pKlSolM5t9tlRQ0QksphWUSgspb968bmDRCS7my5cvqU2ZPALpEfj1119tSPGTTz4J200bfaia4l133ZWey3IuAggggECMC5w7d85+NqiNI37++WezYcMGTyPOkyePG1ZUYLFu3bqe+nESAggggAACCCCAAAIIIIAAAukRIKCYHq0w5xJQ9AlIdwQQQAABBBBAAAEEsllAlYO0+E7BRFVBitQuueQSu6hfC890aPEUDQEEEFiyZImtmpjWQt6HHnrIhhMLFiwIFgIIxJnAmTNn3AU+qpCYuuJgpOkoTKUFPjq0mUFmbWhw5MgRN5SoBUgnT56MqFqyZEk3lKjnmNy5c9vzr7rqKqOqi077y1/+YlRZg4ZAdgts3LjRDBo0yC6kS92GDBli9HuUhkCiCPTu3dsGeAKbKld8/vnniTJF5hFnAtpsoUGDBu6otVB569atcTaLrBmuNqZQSFGfF82ePTviTfT5kD4nUmVUHQUKFMiaQcXRVbU4Xu93Tmhx06ZN6R69ArNOWFFfteEHDQEEIgtMmTLFBhVnzpwZ9kT9faqgYvv27aFEAAEEEEhAgVmzZrmVFRctWuR5hqpm7XyO2bp1a8/9OBEBBBBAAAEEEEAAAQQQQACBSAIEFH1+fxBQ9AlIdwQQQAABBBBAAAEEskHg0KFDNkikQwv7ozUtgnJCiRUrVox2Ov+OAAJJJKBg4ttvvx22soYqpQ0cONBWS6MhgED8CCh0rKCUAolpLepMazZa4K/FPE6VxMwMJuuZRRV99HX37t0RQfPnzx8USixcuHDQ+XPmzDHXXXdd0P+2bNkyozAjDYHsFNAO/0888YRRSDGwFS1a1AwdOjTk+zQ7x8a9EMgqgT59+oT8fmnXrp0ZO3ZsVt2S6yIQUUBVAFWV2Wl63qhXrx5qAQIK2TlhxUCrcEjly5e3IUV9jtS2bVsc/1dg165dbnVFVVnUs2d6W40aNWxgUdXI9ZXP6NIryPnJJDB69GgbVEzrPUtVyu+///6kr/6aTN8TzBUBBJJPQJuyOpUV9Vnn+fPnPSFUr17dra7YuXNno01MaAgggAACCCCAAAIIIIAAAghkRICAYkbUAvoQUPQJSHcEEEAAAQQQQAABBLJQQEEDhRK///57s2/fvoh30iInJ5SoRU80BBBAIFAgJSXFVk1UyCd1U7XVxx57zO5IT0MAgdgX0G7i+ll2jsOHD3setJ4XnN3FtVC6dOnSnvt6OVFjUiBRh6rQ/H/27gNKqipf//4mZ5AsOWdQggKCCgbCoIOOY2QYRskiQwbxr2MiiDMmsohwdXRMgICEwUBa5KxkRXLOOad3Pee+59xK3ae6q6q7wnevVau66RP2/lRTXXVqP/vn1lQVsVmzZlY4sXjx4kluPmDAAPPZZ585P//jH/9oPvroI7fD83MEwirw1VdfmT59+pibN296HbdGjRrmrbfeClvV0bB2moMhECaBp59+2grCe7aGDRuaqVOnhukMHAaB4AWeffZZ8/333zs7vP/++0a/ozR/gfPnz1sVFRVW9DRLyqpOnTpOVcXKlStD6iFw4cIFJ7BoV1m8fv16ioyKFSvmVWGxWrVqKdqfjRGIdwFVgh0zZoz5+OOPAw5V718VUuzcubPJkCFDvHMwPgQQQCChBQ4cOGDmz59vLUxd0IMAACAASURBVMqm0OLJkyeD8ihcuLATVrzvvvtMkSJFgtqPjRBAAAEEEEAAAQQQQAABBBCQAAHFEH8PCCiGCMjuCCCAAAIIIIAAAgiEWeC3335zqiWqIlJyTdWGNKm/VatWVjgxW7ZsYe4Nh0MAgVgX0Af3CiaOGzcu4FBat25tevbsaapXrx7rQ6X/CMStgGcYUV9fvnw56LHmyZPHCSSq2lX58uWD3jfYDbds2WJNeFcoUeFJt6ZgpF6/6FalShW3zc3Vq1dN1apVjSaF2+2TTz4xLVq0cN2XDRAIl8A777xj3n33Xb/DKVw7bNgwo8ABDYF4F2jbtq2ZO3eu1zBVyW7GjBnxPnTGF2UCej7W87LdOnToYAYPHhxlvYy+7ug1mx1UVHUat6bXWqqsqJsqBdP8BVavXu1VZfHUqVMpYtJrdS0yZt/uvPPOFO3PxgjEq8DSpUutoKLv6w57vFokQUFFvRanIYAAAgjEv8CVK1es644KK+q2e/fuoAadNWtW67roPffcY5o0aRLUdcigDsxGCCCAAAIIIIAAAggggAACcStAQDHEh5aAYoiA7I4AAggggAACCCCAQBgEzp07Z61or2qJc+bMcT2iJoEqkKhgYtmyZV23ZwMEEEhMAVW0GTFihNm6dasfQMmSJa0qUM8880xi4jBqBKJUQOFD30BiSrvauHFjJ5RYu3btlO4e1PaqbGGHErWauVtTCNoOJdarV89tc6+ff/3116ZXr17Ov6nS4po1a1J0DDZGILUCly5dMi+99JJR9UTf1r59ezNkyJDUHpr9EIhJgeeee87vPav+1ui9LA2BtBLQaxBVUbSbwl3Tpk1Lq9PHxXkWLFhg/V/W7fDhw8mOqVChQlZIUdehVP2alrTAr7/+6lVlcd++fSniypgxoxVW1IIedmgxZ86cKToGGyMQTwL/+c9/zNixY8327dsDDkvXtLp27Wqo+BpPjzpjQQABBNwF7KCiKiuuX7/efYf/fwstBqGwokKLeq1FQwABBBBAAAEEEEAAAQQQQMBXgIBiiL8TBBRDBGR3BBBAAAEEEEAAAQRCEFi8eLEVTNQK9keOHEn2SAoT2RPCGjVqFMJZ2RUBBOJdYOfOneaDDz4w33zzTcChtmvXzgr7UO0p3n8TGF8sCJw5c8YrkBhMBULfcdWoUcOZXKMqiVmyZInI0C9evOiEEhUM8KxoGOiEpUqVsipaKJioVcpT25566ilrdXS7de/e3bz88supPRz7IRC0gCZCDxw40Og1u2979dVXraotNAQSUaBTp05m5syZXkOvWbOm+fHHHxORgzGng8D+/fuNFm6ymwJcSYVX0qF7MXXKs2fPOkFFhRVv3LiRbP+16IRdVbFWrVoxNdb06OyBAwfMihUrnNCiqlimtMnZDisquFikSJGUHoLtEYhpAVUmHT16tFVRMdBzlCq86nV5ly5dTLZs2WJ6rHQeAQQQQCDlAr/88otTWTHQ9Zukjqhwux1WpCJvyt3ZAwEEEEAAAQQQQAABBBCIVwECiiE+sgQUQwRkdwQQQAABBBBAAAEEUiigSXOqLqFgolsIIWvWrNakfq1SrxurpqcQm80RSECBiRMnmlGjRhlVN/Ntt99+u+nZs6f1fEJDAIH0ETh69KhXIHHz5s0p7shtt91m7rrrLueWN2/eFB8jJTuowo5dLVGTrJNr+fPnd0KJmtwTalhSr5sUuvRs8+bNM9WqVUvJENgWgRQLLFy40AwYMMDs2bPHa19VkVLVxNatW6f4mOyAQDwJKAjgW7GuatWqJpiquvHkwFjST0Cvh/S6ym563qaCVmiPx44dO5yw4qpVq1wP1rRpUyesWLRoUdft2cAYBUI9A4srV65MMUu5cuWswKJCuqpgq8VKaAgkgsDatWutkKIW+gvU6tSpYwUV//jHPyYCB2NEAAEEEAggsHfvXus9qV1hUa+9gml6LauqigosPvDAA6ZAgQLB7MY2CCCAAAIIIIAAAggggAACcShAQDHEB5WAYoiA7I4AAggggAACCCCAQBACqjCkUKJuSU2i8DxM3bp1nVBihQoVgjgDmyCAQKILaKKWqiYmVblGwUTdcuTIkehUjB+BNBXYt2+fVyAxNdV9NNHSM5CYK1euiI/h559/dkKJbiHKjBkzWqHEFi1aWPfhnMTzr3/9y7z33nvOeBs2bGimTp0a8fFzgsQW+OKLL0zfvn39EBSGeeutt4xeq9MQQMCYHj16mEmTJnlRVKxY0SxatAgeBCIu0KZNG69ArKprPfbYYxE/b6KcQCE6VVTUbdeuXckOO0+ePFZQUQvh6D5DhgyJwhTyOG/evOlUV1RYUe7nzp1L0XG1uJmCinrPoJu+LlOmTIqOwcYIxJLAlClTzNixY82mTZsCdlt/C7p27Wqo8hpLjyp9RQABBMIvcPHiRevaph1WVBX2YFr27NmdsKIW5NB7XBoCCCCAAAIIIIAAAggggEDiCBBQDPGxJqAYIiC7I4AAAggggAACCCCQjMDSpUutUOLMmTPNoUOHkrUqXry4M6HLt1IQyAgggEBSAtevX7eCiVpFXmFo39akSRPTq1cvo1APDQEEIi+gAOLy5cudmwKKKW2qhuIZSNTEmLRomnxuV0rUaxi3pucVhRJ1UyWXSDSdY/fu3c6hFVhs27ZtJE7FMRGwBP75z3+a999/309DoYthw4aZIkWKIIUAAh4Cffr0MV9++aWXSdmyZc2SJUuMAuw0BCIloMD4iBEjnMOratarr74aqdMl7HGvXbvmBBUVVjx//nyyFlpkSyFF3fSalpZyAS0O4lll8eDBgyk+iBYMsUOL9n3BggVTfBx2QCBaBa5cuWJGjhxpBRUDPS9pca5u3bqZzp07m7x580brMOgXAggggEAaCnhWVnRbjM2zW6pcrcqKqrB45513pmGPORUCCCCAAAIIIIAAAggggEB6CBBQDFGdgGKIgOyOAAIIIIAAAggggICPwM6dO51qiatXr07WJ3PmzObBBx80rVq1slaaz507N54IIIBA0AJz5841w4cPN6tWrfLbR88nqv6kVeNpCCAQOQFNaPEMJB49ejTFJ9NEF89AYpYsWVJ8jNTucPLkSfPDDz84wUSFnpNr1apVc6olqkJLJNu8efPMX/7yF+cUctm6davJmTNnJE/LsRNUQCvrDxw40HzzzTd+Ap06dTJvvvlmgsowbATcBQYMGGA+++wzrw1LlixpFHZPy79p7j1li3gSmDFjhhU8sZsmDQd6Do+nMaf3WLTwll1VceHCha7d0etbO6xYunRp1+3ZILDAnj17vKos/vbbb6mi0mPgG1rMli1bqo7FTghEi8CWLVusBbsmT54csEvVq1e3gop//vOfo6XL9AMBBBBAIAoE1qxZY1VWXLRokVm2bFnQPapatapTXVGf7dIQQAABBBBAAAEEEEAAAQTiT4CAYoiPKQHFEAHZHQEEEEAAAQQQQAABY8zly5etUOLs2bONJsm5tdtvv90KJOpWuXJlt835OQIIIOAlcOzYMatq4oQJEwLKPProo6Znz55GH5jTEEAgvALr1q3zCiSeOXMmxSeww4iNGjWygolpXWHq5s2bXqHE48ePJzuGYsWKOaHE++67L8XjTe0O3bt3N1OmTHF2f+qpp6znPhoC4RbYtm2bFU4MVDn0jTfe8ArAhPvcHA+BeBF4+eWXzcSJE72Gc+utt1qTPdOqEnC8WDKO4AS0OJReS9ntlltuMQqq0NJGYMOGDU5Y0a0CTdasWa3rX3ZYkeeE0B4jLTCiRYrWrl3r3NwqWyZ1Ri0+okVHdFN4sWbNmqF1jr0RSCcBXZNXUFGBk0DtoYceMqq0W69evXTqIadFAAEEEIhWgV27dhktkqbAom5awCqYpuulqqqohVKaNWtGxd5g0NgGAQQQQAABBBBAAAEEEIgBAQKKIT5IBBRDBGR3BBBAAAEEEEAAgYQWWLFihRVMVCjxwIEDyVpocmaLFi2sSVlNmjRJaDcGjwACqRfQqvAjR440gaomqCJCnz59jEI8NAQQCI+AZ3VEfa1FCVLSMmXK5FUdUYHE9Gp63fL9999b4cTt27cn240cOXJYr1uaN29u3ad11UIFPxWyVpjSbl9//bU18YeGQDgFFixYYPr162f279/vddiiRYuaoUOHWpXOaQggEJzAa6+9Zj766COvjQsVKmQF+3PlyhXcQdgKgRQI6LXC6dOnnT0UiC1btmwKjsCm4RDQhG67sqJbNXFVV7WDio0bNw7H6TmGMebXX3/1Ciy6hUaTQlPVW98qi/yf4lcslgRGjx5txo4dawItwqOFgVRNUdV3CxcuHEvDoq8IIIAAAmkkcO7cOevaqR1WVAXxYJqum9phxfvvv5/3JMGgsQ0CCCCAAAIIIIAAAgggEKUCBBRDfGAIKIYIyO4IIIAAAggggAACCSewZ88eK5Somyb6J9c08eHBBx90qiXmy5cv4bwYMAIIhEdA1Z2GDx/uVU3M88jPPvus6dWrl1GggoYAAqkTOHz4sFm9erXXLaVHUoUYu0Ki7uvXr5/SQ4R1+61btzrVElVlxa01bdrUCSUWL17cbfOI/fyTTz4xL730knP8ihUrmkWLFkXsfBw4MQU+//xz079/f7/B161b1wonquo5DQEEUiYwaNAgq4KRZ1NlO713zps3b8oOxtYIuAg8/vjjZsmSJc5W48ePNw8//DBu6SSgsKgdVNS9W9PfWzusWKlSJbfN+XkKBC5duuQVWNT7AL3XSU3Lnz+/X2hR4XMaAtEqoEpYCirqtX6gVqFCBSuo2KZNm2gdAv1CAAEEEIgSgR9//NEJKwZaMDKpbuqasAKLuuk1Lw0BBBBAAAEEEEAAAQQQQCB2BAgohvhYEVAMEZDdEUAAAQQQQAABBBJC4OrVq04ocfr06V7VfAIB1KpVywklakV/GgIIIBCKgCbajho1yhw5csTvMKpuoGCiKpzREEAgZQK//PKLVxhx3759KTuAMUaVBj0DifXq1UvxMcK9g1b3VpVErfitijZuTc8jdqXE6tWru22eJj//4x//aD02dhswYIDp3bt3mpybkySGwNtvv20++OADv8Hqd++tt94yBQsWTAwIRolABASGDRtmLazh2XLnzm1WrlxpFHShIRAugTfeeMN8+OGHzuF69uxpBg4cGK7Dc5wQBH7//XcnrLhmzRrXI9lBRd2zuJcrV6o2ULVoBRU9b9euXUvVsVQJs06dOtbNrriYPXv2VB2LnRCIlIDeC2vRBM8gu+e5tKjg888/bxo1ahSpLnBcBBBAAIE4EtD7Wbuy4qpVq4Iema61elZXDHpHNkQAAQQQQAABBBBAAAEEEEgXAQKKIbITUAwRkN0RQAABBBBAAAEE4lpAHzKpUuLMmTPN3r17kx2rqpY1a9bMtGrVytx3331x7cLgEEAgbQT0obcmdycVMFJYR5Nws2XLljYd4iwIxLDAiRMn/KojagGClLZcuXJZExjtUKIm5EZDU5UUO5So+3PnziXbrbJly1rBZgUTo21C5oYNG6x+ebbly5ebMmXKRAM1fYhxgfPnz1vhlcmTJ/uNRBOUX3311RgfId1HIDoE3nnnHfPuu+96dUbhFb3HpvJWdDxG8dCLKVOmmO7duztDeeCBB5KsmBUP443VMSxbtsxaOENVFXfv3p3sMAoXLmxVVfzDH/7AtbU0eMDXr1/vFVjcvn17qs+qBdo8A4tavI2GQDQITJgwwYwdO9YopBuoderUyXTp0sWUKFEiGrpLHxBAAAEEYkBAr5nmzp1rFi1aZIUWr1y5ElSv9bfGDivq2qeuM9MQQAABBBBAAAEEEEAAAQSiS4CAYoiPBwHFEAHZHQEEEEAAAQQQQCDuBDRZYfbs2VYwUZOo3JomwGnilIKJVINw0+LnCCAQjMDly5etYKJWetfXvk0haFVNrF+/fjCHYxsEElJg8+bNXoHEnTt3psohb968XhUSb7vttlQdJ1I7LViwwPz444/WpO+kJlza577lllucUKLCiZkyZYpUt0I6rm81pPvvv9/85z//CemY7IyABH799Vfz4osvmhUrVniBZMiQwQwaNMh06NABKAQQCKOAqpSqWqlny5w5s/X3WQv80BAIVUDP602bNnUOU6RIEaMK2bToFNDiIAop2rcLFy4k29EaNWpYYUXdatasGZ2DirNenT592gosquqlXWlR/5aapud7u7qifV+uXLnUHIp9EAhZ4PDhw2bUqFHm448/DngsVQXt1q2bee6550I+FwdAAAEEEEgsAb1W0utbu7risWPHggLInTu3FVbUTZ8z628RDQEEEEAAAQQQQAABBBBAIP0FCCiG+BgQUAwRkN0RQAABBBBAAAEE4kLgxo0bViBRwcTp06eb69evJzsue5KUgon6moYAAgiES0AhoxEjRliTAX1bnjx5TL9+/Uznzp3DdTqOg0BcCJw9e9avOqLbhOekBq6/63Xr1nVulStXjjojVVdVKFE3Tcx3a3alRN0XLFjQbfN0//ntt99ujhw54vRDE0n//Oc/p3u/6EBsC6gacd++fc2hQ4e8BqLV64cMGWKFd2kIIBB+AT2H6/+Yb1P4pXjx4uE/IUdMOIHy5cubixcvOuPmdys2fgUOHDjgBBVVecataZEeO6yoICot7QRUIcgOK+peVRdT2/Lly2dVWbQrLSp4yt+C1GqyX2oEli5dai0GpqpXgdo999xjVFVdzzk0BBBAAAEEUiOgz5rtyoopqU7duHFjK6yoBViibYG81DiwDwIIIIAAAggggAACCCAQqwIEFEN85AgohgjI7ggggAACCCCAAAIxLaCJNfqwaMaMGWb37t3JjqVw4cKmWbNmVrXEBx98MKbHTecRQCD6BBSYUNXETz75JGDnHnvsMdOzZ08TjWGp6NOkR/EusG3bNieQqEnowYT0ApmoepNnGFFfZ8+ePSr5NmzYYH766ScrlLhu3TrXPjZo0MCpllihQgXX7aNlg1mzZpmOHTs63dEk5q1bt0ZL9+hHjAr8+9//tion+rY777zTvPXWWyw4EqOPK92OHYFx48aZ119/3a/DqmZaunTp2BkIPY1KgdatW5tVq1Y5ffv0009N8+bNo7KvdCqwgKpe2lUV3V73qbq5goq6Nqd7WtoLXLt2zSuwqGurbpXck+tl/vz5rddiulWvXt35Ou1HxhkTSeA///mPGTt2rEkqONKuXTvTpUsXoxA8DQEEEEAAgdQKKBhvV1YM5nqufR4t4mBXV2zSpElqT89+CCCAAAIIIIAAAggggAACqRAgoJgKNM9dCCiGCMjuCCCAAAIIIIAAAjEncPDgQada4pIlS1z7rxWTNfFJt0KFCrluzwYIIIBASgW++uoro+oygSZGlSlTxqr49MQTT6T0sGyPQFwIXLp0ya864unTp1M8tkyZMvmFEUuWLJni46TlDnpOsCslakKLW6tSpYoTSqxXr57b5lH58/bt21uv0+z23HPPmaFDh0ZlX+lUbAgogKjKxL7t0UcfNcOGDTMKwdIQQCDyAhMmTDCvvPKK34n0961cuXKR7wBniFuBl19+2UycONEZX//+/U2fPn3idrzxPjAtyGGHFY8fP57scCtWrOhUVYzV177x8ngePnzYL7So93GhtEChRYUZaQiES+DMmTNm5MiRVlDx+vXrfodVtVZVU+zUqZPR9QQaAggggAACoQj89ttvVgVfO7B448aNoA5XqlQpJ6zYokULky1btqD2YyMEEEAAAQQQQAABBBBAAIHUCRBQTJ2bsxcBxRAB2R0BBBBAAAEEEEAgZgQ02V236dOnmytXriTb72rVqjkrsteqVStmxkhHEUAgtgS2bNliVU3U81KgpqBOr169jCq40hBIFAGF8rSi9OrVq42qI27cuDFVQ1fYwbM6Yu3atVN1nLTeSQsp2KFETdB2ayVKlLAqPOt2//33u20e1T9XJdk6dep49VFVru+4446o7jedi06Bs2fPmoEDB5pvv/3Wr4Pdu3c3CrTQEEAgbQVU2U7/L33bokWLjIJGNARSI/Dll196BRK1uJRnYDE1x2Sf9Bc4efKkE1T84YcfXDvUqFEjJ6yoSdy09BfYvHmzV2gxtVXvPUdSvHhxryqLCjFS4S79H+tY74GuP4wZM8bMnDkz4FAaNGhgBRUVCqEhgAACCCAQDoETJ05Yn1crrKj3w3rtG0xTNXG7suKDDz5oihUrFsxubIMAAggggAACCCCAAAIIIJACAQKKKcAKtCkBxRAB2R0BBBBAAAEEEEAgqgV+/vln60MeTTDYsWNHsn0tWLCg0Qc6rVq1Ms2bN4/qcdE5BBCIfQGt0K4JUMeOHfMbjAI6vXv3tgJHNATiWUCTVjds2GDdFETU/YULF1I85Dx58vhVRyxQoECKj5NeO5w6dcoKJSqQqPuLFy8m2xWNTa9Z7GBivKycrefEQYMGOWPXIhHBTEhPr8eN80avgBYAGDBggBV09myZM2c2gwcPNn/729+it/P0DIE4F/jiiy+s6uC+bcGCBUaVgGkIpFRArx89r+GoQvaqVatSehi2j2KBbdu2OWHFtWvXJttTvS5u2bKlU1U8V65cUTyyxOra+fPnvQKLev934MCBkBFy5MjhF1qsXr260b/TEEiJgBY20XvSTZs2Bdzt6aefNl26dDFVq1ZNyWHZFgEEEEAAAVcBfYZtV1bcvXu36/b2Bvfcc48VWNSidXr9Q0MAAQQQQAABBBBAAAEEEAhdgIBiiIYEFEMEZHcEEEAAAQQQQACBqBM4cuSImT17trP6pFsH9eGNVthXMLFIkSJum/NzBBBAICSBpUuXmhEjRpiFCxcGPI4mbPfs2dNkyZIlpPOwMwLRJHD9+nUniGgHEnWvf09NU6UMz+qIlStXTs1h0nUfVXP2rJR4/PjxZPuTPXt2K5BoBxPz58+frv2PxMk1Ns/JoK+99prp2rVrJE7FMeNYQEFfhfx9FwAoXbq0GTJkiPV/iIYAAukr8M0331ivd33b3LlzmVSZvg9NTJ795s2bRhXzPF9X6nVmoUKFYnI8dDp5Ab2fnjNnjnXbu3dvshsXLVrUCq/ai3pgG30CqhakRWv0HsDz/saNGyF3VpUV9b7RvmnSviow0hBITuDq1avWNTstKqZQrW/Lly+fVU2xU6dOJmfOnGAigAACCCAQdgFVVLTDiuvXrw/6+LfddpsVVmzSpIm5++67g96PDRFAAAEEEEAAAQQQQAABBLwFCCiG+BtBQDFEQHZHAAEEEEAAAQQQiBoBVdhRMHH69Onm0qVLyfZLlRlatGhhBRNr164dNWOgIwggEL8Cmtg0fPhw8+GHHxpNePJtDzzwgOnVq5e544474heBkSWEgCogelZE1NeabJraponFnmFEfa2wXqy2+fPnO8HEffv2uQ5Dzw32pOp4nlC7YsUK8+ijj3p5aBJO4cKFXY3YAAFb4JNPPjEvvfSSH8hdd91lhg4dSrUTflUQiCIBVSl64YUX/Hqk9/WqoEtDICUCqpj3yy+/OLt8+eWXpmnTpik5BNvGmMDly5edoKLCim7XAStUqOCEFfW6gBbdAqqG7Rtc9F18IjUj0CIvnoFF++vUHIt94ltg69atZvTo0Wby5MkBB6rPExRUbN26dXxDMDoEEEAAgXQV0GsiLcSlwOLixYuD7kuZMmWssKJueq+UOXPmoPdlQwQQQAABBBBAAAEEEEAg0QUIKIb4G0BAMURAdkcAAQQQQAABBBBIVwGFHv773/+aGTNmmN9//z3ZvmgSiiqmKJSoGw0BBBBIK4FZs2aZUaNGmZ9//tnvlHnz5jX9+/c3HTt2TKvucB4EwiZw6tQpv8qI27dvT/Xxc+XKZbTa8+23327q1KljBRNLliyZ6uNFy47Lly+3JpOoYuJvv/3m2i1NmrZDiRUrVnTdPh42ePHFF82///1vZygPP/ywGT9+fDwMjTGkkYCqI+pvrW/785//bIYNG2Zy586dRj3hNAggEKyAFhcKVClX7/FZSChYRbaTgN5Pff755w7Gyy+/bLp37w5Oggho0Q+7quKSJUtcR633GnqtreqKBKJduaJmgyNHjvhVWvz111/D0r9AocV4rFgfFqwEO4gWQxwzZoxZs2ZNwJH/6U9/Ml26dLGuYdAQQAABBBCIpMDRo0etz8Pt6opnz54N6nS33HKLE1bU618WgwuKjY0QQAABBBBAAAEEEEAggQUIKIb44BNQDBGQ3RFAAAEEEEAAAQTSXEArZutDGE0QWLBggev57777bieUWKxYMdft2QABBBAIl4AmSqpqoudkWc9jP/7446Znz54mUQJI4XLlOOkjoAmhWhjA87Z3795UdyZHjhzWJD47kKj7ePq/oOp/CiTq5lnRJykwBTE0UVqLKcgikdr169etynbnzp1zhj1x4kQWlEikX4IQxnr69GkzcOBAM23aNL+j6G+sfkZDAIHoFdBiQ507d/br4MyZM029evWit+P0LKoEPv30U6/n+0ceecSqXE9LPIF169YZVWLVa/BNmza5AjRu3NgJK5YrV851ezaILoFr1675VVpU5UW9Pgy1qXp99erVrfcpVapUse51owJRqLKxub+qKY4dO9YcP37cbwDZs2c33bp1sxYeI9gam48vvUYAAQRiTeDmzZtGC/4orLho0SKjz6GCaRkyZHDCig888ID1GoeGAAIIIIAAAggggAACCCDgLUBAMcTfCAKKIQKyOwIIIIAAAggggECaCajykIKJmnx84cKFZM9buXJlayV0VUpU9SUaAgggkNYCCiVqAtOuXbv8Tl22bFnTr18/o6pONASiUUDBQ98wogKKqW2asOcZRFQwsVKlSqk9XNTup2rOdihx2bJlrv3U6xW7UmKDBg1ct4/XDSZNmmR69OjhDO/WW281mlxOQ8BNQMEDVc3y/X3Rc86gQYNM27Zt1/7ZwgAAIABJREFU3Q7BzxFAIAoEtPhQhw4d/HqiCZf169ePgh7ShWgXUGUrVV+2W/ny5U0wlfSifVz0LzQBTdjWa3MFFvfs2ZPswTRZW9cR7dfmRYoUCe3k7J2uApqkr9eJCiva9zt37gxLn7Sojh1WtO8rVKgQlmNzkOgW0PPIyJEjk1yErFq1alZQUYuR0RBAAAEEEEhLAS3mu3DhQiuwqNc/wTYtmHfvvfea++67zzRs2DDY3dgOAQQQQAABBBBAAAEEEIhrAQKKIT68BBRDBGR3BBBAAAEEEEAAgYgKaBKJQomqqvDbb78le658+fIZrfjYqlUrK5iYMWPGiPaNgyOAAAKBBBTqUtXEWbNmBQTSiuq9evUyBQsWBBCBqBDYtm2bNWnTM5B46tSpVPcta9asfpUR43k15v3791sTn7WQwty5c13dSpUqZVVJ1ORnTf6gGfPMM894VcXWpM5//OMf0CCQrIDCBvp7evLkSa/tFEoZMmSIadq0KYIIIBBDAnPmzDHPPfecX4+nTJliGjVqFEMjoavpIXD58mWjRWA826+//mry5s2bHt3hnFEmcPXqVaeqol4/+L528O1unjx5vMKKOXPmjLIR0Z3UCGixO8/Aoh1cvHjxYmoO57WPqir6hhb1fYkSJUI+NgeIPoH58+dbC5IlFYTXZxNdunRhkYXoe+joEQIIIJAQAhs3brSuUyusGMwCejaKqokrrKib/pbREEAAAQQQQAABBBBAAIFEFSCgGOIjT0AxREB2RwABBBBAAAEEEAi7gCYKKZSocM+8efNcj6/Jii1btrRCiSVLlnTdng0QQACBSAloJfWxY8cGnPCoaq59+vSxgtQ0BNJDQH9fNSFzy5Yt1r1904Td1DZNxFQ1RM/qiKoaEO9NlnalRE34uHTpUrJDViBZgUQ7mKgQJ+1/BXbs2GEaN27sxaGgZ/Xq1SFCIEmBiRMnmpdfftnv53fffbcZOnRoXFZo5dcBgUQQUHDob3/7m99Qv/nmG3PPPfckAgFjDEHg/vvvt17n2o1wawiYcbzriRMnnKqKes65du1asqMtVqyY9Tpe1RV5Lx+fvxh6P+IbXNQiNOFoCrsqqKgFezwDjCxYFQ7d9D/GhAkTrGuAgX5fVJVVC+906tTJFC1aNP07Sw8QQAABBBJS4NChQ2b27NlWWFG3YBdmKFCggBNWbNGihdH3NAQQQAABBBBAAAEEEEAgUQQIKIb4SBNQDBGQ3RFAAAEEEEAAAQTCJqDVhxVMnDZtmjl79myyx61YsaI1QUihxDvvvDNsfeBACCCAQGoE9OGuwomLFy8OuHv//v1Nz549TaZMmVJzePZBIMUCqjrsGULU1wcPHkzxcTx30O+vZxBRwcRECpGdP3/eqZKoUKJb5ZUcOXJYr1Xsmyo90/wF3nnnHfPuu+86P2jQoIH1WpCGQFICgwYNMmPGjPH78VNPPWXeeusto/97NAQQiF0BhdTbtm3rN4Avv/ySyqix+7CmSc/1fkthVru98cYbpnPnzmlybk4SmwJ79uyxKivqtmjRItdBVKpUyQkr6jUrLX4FTp8+bVRhcevWrUbVWHWv25kzZ8Iy6MKFC3sFFu0AY65cucJyfA6SdgJHjx41I0aMMB9//HHAk6q6u4KKf/nLX9KuU5wJAQQQQACBAAJamGP69OlOWFHhxWCaFijUgkGqrKjr3BUqVAhmN7ZBAAEEEEAAAQQQQAABBGJWgIBiiA8dAcUQAdkdAQQQQAABBBBAICQBTe5QKHHGjBleK90HOqhWndZq5Qol6pYlS5aQzs3OCCCAQKgCmrQ2fPhwM27cOHPjxg2/w6laWu/evY2qJ9IQiISAKoD4BhH1/fXr10M6nVb7962MWLNmzZCOGYs7X7lyxSgooUCi7g8fPuw6DLtKoiZsqOIKLXkBVcLeuXOns9Hbb79t2rVrBxsCfgIKBb/44ovW+wbfpgrFWgyAhgAC8SGgxYvatGnjN5jPP/+cCmbx8RBHZBTjx483r776qnPsJ554wgqN0BAIRkBhNAUVVSV93bp1rrvUqVPHWYgkEd8nuQLF6QYHDhxwwop2aFEBRr1vDEcrVaqUV3DRrrqYMWPGcByeY0RQYPny5Wb06NHWtYNATZ9pdO3a1ajiOw0BBBBAAIFoENC17gULFliBRS12GGzTZ10KK6qCPQsIB6vGdggggAACCCCAAAIIIBBLAgQUQ3y0CCiGCMjuCCCAAAIIIIAAAikWUKBHocTZs2dbE3/cWsOGDU3Lli2tUGLp0qXdNufnCCCAQJoIaLVZTT7asGGD3/lUKW3AgAGmffv2adIXTpIYApoAaYcRt2zZYn0d7ErHyQlly5bNVKtWzdSqVcupkKivE7nZgUTd79u3z5WicePG1gRlhRNZRdqVy9lAk2CeeeYZ53tV6dQEXyqHBG+YKFtu3LjR9O3b16xfv95ryPpdUUVFz9+jRDFhnAjEu4AmSaoyqm/79NNPTfPmzeN9+IwvFQLLli0zjz32mLOngj0Ku9IQSKmAgka6XqnA4u+//+66uyrK2FXTy5Yt67o9G8SfwI4dO/yCi9u2bQvbQFW90w4r2veqzEeLPoEvvvjCqva+ffv2gJ3r2LGj6dSpE59xRN9DR48QQACBhBb45ZdfrNe/eh++atWqoC10HVxhxSZNmpgWLVoEvR8bIoAAAggggAACCCCAAALRLEBAMcRHh4BiiIDsjgACCCCAAAIIIBC0wMKFC61g4rRp04xCisk1TbLQJP9WrVqZBg0aBH0ONkQAAQQiLbBr1y6rauJXX30V8FRPPvmk6dmzp2GyWKQfifg9/rFjx6zwoR1CtEOJgap0plTBc2KjQoma3FiuXLmUHiYut9cEDDuYqAmmbo2qKW5C7j/v0aOHmTRpkrOhnj/1/EpDwFNgzpw51t/VM2fOeMFUrlzZDB482CgUQEMAgfgUWLx4sVEVPN82ceJEawEjGgKeAmfPnjX62+DZVKU5e/bsQCGQagFN1LbDim7V1LXYhoKKClHrvlChQqk+LzvGvsD169ed0KIWYbErLu7duzcsg8uaNasTWtRznwICug6le/0u0tJP4Ny5c9b72rFjxxr9Hvi2EiVKmG7durGoWfo9RJwZAQQQQCAZgf3795tZs2aZRYsWWYHFYCtFFy5c2LpGp8Ci3q/nzZsXZwQQQAABBBBAAAEEEEAgJgUIKIb4sBFQDBGQ3RFAAAEEEEAAAQSSFdBq0aqUOGPGDLNp06Zkt1UFlPvvv9/64ELBRFV0oiGAAALRJPDJJ59YE4z27Nnj1y2FvPr372/+9Kc/RVOX6UuUC/iGEBVGPHLkSMi9Ll68uDVZ0Q4h2l8zUdGbVtVRFErUTZNG3Vr16tWtBRR0u/POO9025+fJCChEoN9PzwmbCn5rxW0aArbAhAkTzCuvvOIH0rRpUzN06FAC1vyqIJAAAkuXLjV//vOf/UY6fvx48/DDDyeAAENMicDdd9/tVbVK16LuuOOOlByCbREIKKDAkR1UVGXFCxcuJCuVL18+r7AiQVl+sWyB8+fPe1VbtMOLR48eDRtSmTJlvAKLdnBRwTha2gmoGtWoUaPMzJkzA55Uf7O6du1qHnjggbTrFGdCAAEEEEAgBQKXL1+2Fh1WUFE3LawYTNNCCnZYUYt3UGU8GDW2QQABBBBAAAEEEEAAgWgRIKAY4iNBQDFEQHZHAAEEEEAAAQQQ8BPQpB1VStQKi99//72rUP369U2LFi2sYCJVnFy52AABBNJBYN26dWbkyJHWc1ug1rlzZ9OrVy+TP3/+dOgdp4wFAVXkU2h/+/btXpURQ+27Jr4GCiKyQnHSsmvWrDFz5861QokbNmxwfQgqVqzohBIbN27suj0bBCfw6aefmoEDBzoba9LskiVLgtuZrRJC4I033jAffvih31jbtGljhg0bZrJkyZIQDgwSAQSMWbFihXn00Uf9KPQc8cgjj0CEgCOgoMf06dOd79966y3z7LPPIoRAWAUOHTpkFFLUTe8r3JpCYaqoqJsWZqMhEEjg+PHjXsFFu+KirrOHq2kxQM9Ki3ZwUfdczwqXsv9xvv32WzNmzJgkF2/861//anRdUdceaAgggAACCESzgF7/LliwwAor6nOOYJsW+lNgUYv+1alTJ9jd2A4BBBBAAAEEEEAAAQQQSBcBAoohshNQDBGQ3RFAAAEEEEAAAQQcgcWLF1vhHa2meOLEiWRltFqiPohQKLFRo0YoIoAAAlEpcPPmTfPBBx+YcePGmdOnT/v1sV69eqZv377mvvvui8r+06m0FThz5oz5/fffnZs+pLe/v3HjRkidyZw5s1c1RDuUWKxYsZCOmyg7K4ioQKImECug6NZKlSrlhBKZROymlbqfK1CycuVKZ+d+/fpZz6c0BDQ5e8CAAVYVdt+mf+/duzdICCCQgAKrVq0yrVu39hv56NGjzWOPPZaAIgw5kIB+HwYPHuz86C9/+Yt55513wEIgYgJahEYTtVVdUWFqt1alShUnrKgF22gIuAns27fP2FUW7dCi7q9du+a2a4p+XqBAAeMZWFSQ0Q4zqgoSLTSB69evW9cXx44da1RF07cVLlzYPP/886ZDhw4G79Cs2RsBBBBAIG0E1q5da70OVlhRC3wG2ypXrmyFFfWZGlWEg1VjOwQQQAABBBBAAAEEEEhLAQKKIWoTUAwRkN0RQAABBBBAAIEEF1D4QqHEGTNmmPXr1yerkSNHDmulcIUSdcuZM2eC6zF8BBCIZoF58+YZTXBdunRpwG6++OKLpmfPniZDhgzRPAz6FgGBvXv3WsFDzwCivj98+HBYzqZJgQogelZGZCX9lNNqEqdCibotX77c9QBFihRxQolaRIHqbK5kqd5g06ZNlrVn03MtlbRTTRo3O+r9RJ8+ffyqi6ha7KBBg8wTTzwRN2NlIAggkHIBTYB86KGH/HYcPny4efLJJ1N+QPaIO4GFCxeap59+2hnXbbfdZr7//vu4GycDik4Be5K2woqbN2927WTdunVN8+bNrcBi9erVXbdnAwQ8BXQNwg4s7tixw9i3s2fPhh1KC/j4hhf1fenSpcN+rng/4G+//WZGjhxpJk+eHHCoCi536dLFtGrVKt4pGB8CCCCAQBwJ7Nmzx8yaNcsKK+oW7GKNRYsWtcKK9957r/Ven3kDcfRLwVAQQAABBBBAAAEEEIhhAQKKIT54BBRDBGR3BBBAAAEEEEAgAQUuXLhghRJV1SRQZRNfkjvuuMO0aNHCCiVq5WUaAgggEM0CqgCrVc3Hjx8fsJuaQKjqTbVr147mYdC3EAUuXbqUZDVE/SwcTR/A+wYR9X22bNnCcfiEPIYmZapKokKJmgzh1hR6UlDOvuXOndttF34eBgEFzcaMGeMcSStmf/HFF2E4MoeIZQG9r+jRo4dfRZFq1apZ1bCouh7Ljy59RyB8Aj///LN1bcG3vffee+aZZ54J34k4UkwKqApvzZo1nb5nzJjRaHER3dMQSEsBhWUVVFRVGf0OujVNyrbDioS+3LT4eXICR44cccKKWlTJDi7qa1XxC2fToj6Bgou6/l+wYMFwnirujqXPVrQo2po1awKOTQsvdO7c2dSoUSPuxs6AEEAAAQTiW0BzCKZOnWoWLVpkXZ8/efJkUAPOnj27FVRUYLFly5amZMmSQe3HRggggAACCCCAAAIIIIBAuAUIKIYoSkAxREB2RwABBBBAAAEEEkhAlW304fm0adPMsWPHkh25JtM88MAD1mq/d999dwIpMVQEEIhlgSlTplihmUDVDvLnz28GDBhgnn322VgeIn33EVDVQ99KiKpEEMwk0mAxb731VlOpUiVTuXJl6143BW70O0ULXWDfvn1WINEOJrodUZMdPEOJTJx0Ewv/zxXw9qw4qgoSjz/+ePhPxBFjRkCLArz66qt+/dX7iaFDh1KdJWYeSTqKQNoIqNqqFkHybf/6179M27Zt06YTnCVqBVR9yvO1vCooqpIiDYH0ELhy5YoTVFRY8dSpU8l2Q4EvVVTUTYHFAgUKpEe3OWecCuzevdsKLPoGF/WeOtxNiwEpqBgowJgjR45wny5mj6eQ4tixY40C9r4tb9685vnnnzcdO3Y0LKYUsw8xHUcAAQQSXkDzCubPn2+FFfVaJNjWoEEDK6yo18W8nwtWje0QQAABBBBAAAEEEEAgHAIEFENUJKAYIiC7I4AAAggggAACcS6wa9cuq0rijBkzjCoVJNdU8en++++3VjZUMJEPzuP8l4PhIRBHApqcNXz4cDNp0qSAo3r66adNz549TdmyZeNo1IkzlBs3biRZDfHMmTNhg9Dvhx1A9Awk5smTJ2zn4ED/K6Bwmx1I1L0m/ibXVDXHM5RYrFgxKNNJQK8rO3To4Jxd/z+2bt1KZaN0ejyi4bSvvfaa+eijj/y60q5dO/PWW2/xuxENDxJ9QCAKBTZt2mT9bfdtw4YNM3/729+isMd0Ka0E2rdvby2uZbd3333XtGnTJq1Oz3kQSFLgxIkTVkVF3VRd8dq1a8lqaUEbz7Bi1qxZ0UUgIgJ6Px0ouKh/CxScC7UTRYsWNWXKlLEWIfG819da4CnRmkL1I0aMMJ9//nnAod9+++2ma9eu5tFHH000GsaLAAIIIBBnAqtWrbJeCyusqIWHgm1Vq1a1wopayKxJkybB7sZ2CCCAAAIIIIAAAggggECqBAgoport/3YioBgiILsjgAACCCCAAAJxKHD58mVrMtesWbPMzJkzXUdYr149a8LMH/7wB6s6FA0BBBCIJYEJEyZYq5Xv37/fr9ta7b1///7mkUceiaUhJWxfVY1C1Q99bwqghqsp6GaHED0rIurfmDAaLuXAxzl58qRXpcTz58+7nlATFuxgIgFjV6402UDVH/Qa024KkShMQks8gaNHj1p/Y1XZyre99NJLpkePHomHwogRQCBFAlu2bLEWSfJtQ4YMMQqp0RJT4P333zf//Oc/ncE/99xzVjVeGgLRJKDqMXZQcdGiRa5dK1mypFVRUddfmzZt6ro9GyAQLoHTp097VVz0DDJeuHAhXKdxjqPrKgoq+gYX7TBjzpw5w37OaDngggULjCoqLl68OGCXFFDs1KmTqVu3brR0mX4ggAACCCCQaoGdO3dacxAUVkzqb1+gg2vhwXvvvdcKKmqxZC2eTEMAAQQQQAABBBBAAAEEwilAQDFETQKKIQKyOwIIIIAAAgggEEcCK1assIKJU6dONUeOHEl2ZJoYo5UKFUpktcI4+iVgKAgkkMDq1avNyJEjrUmBgZpWJ+/Vq5fJly9fAqnExlC1uvy2bdu8goj6/tixY2EbQI4cOazQvW9FRIVWaWknoBDiTz/95FRLVEjRrTVs2NAJJVapUsVtc36ehgJ6fanqD55t+vTppn79+mnYC04VDQKqzN67d2+reqZnK1CggBk0aJB57LHHoqGb9AEBBGJA4Lfffgt4TeLNN9+0JvHTEk9AlelUhddud9xxh5kxY0biQTDimBHYuHGjE1bUayS3pgoydlhRv980BNJL4NChQ17hRS0OpQCjbjdv3oxItwoVKpRkgLFEiRIROWdaH3TixIlmzJgxARdSUwijW7dupkOHDqZgwYJp3TXOhwACCCCAQEQEzp49a81NUFhRN30fTNPCBQorqrqi5isovEhDAAEEEEAAAQQQQAABBEIVIKAYoiABxRAB2R0BBBBAAAEEEIhxgT179lihxO+++86sXbs22dFkyZLFqk7QsmVL60I/oZ0Yf/DpPgIJKnD16lUzfPhwM27cOHPu3Dk/hTvvvNP07duX8HU6/36cOHHCaBXdXbt2WfeeVRFV6TdcLX/+/AErIiqIT0sfgStXrjiBxLlz55rDhw+7dqROnTpOKPG2225z3Z4N0kfgww8/NG+88YZz8po1axqFCGiJJaDV0f/+97+bS5cueQ28Vq1aZvDgwQRWE+vXgdEiEBYBvU7Uwkk3btzwOt5rr71mtOgILbEEDh486FVdKnv27Nb7CRoCsSCwbNky6/WxFlJS2Mut1atXz1pATjfeB7lp8fO0FLCDip4VF/X1gQMHItaNzJkzG7vSYqAKjHny5InYucN9YC3ApWuXH3/8ccBDK6is1zhPPfVUuE/N8RBAAAEEEEh3AV07nDdvnlGl8X379gXdn7vuussKK7Zo0cJUr1496P3YEAEEEEAAAQQQQAABBBDwFCCgGOLvAwHFEAHZHQEEEEAAAQQQiEEBhXMUSpw1a5YVTHRrmvTfrFkzK5SoD79pCCCAQKwKaKLf6NGjjSrGBmovvfSS6dGjR6wOL+b6rWpqniFEhRHtQOKZM2fCOp5bb73VCiJ6VkXU11p9nxYdAp6VEoOZeKBJBg8++KB1U7CYFv0Cej2pCjF2e/XVV83zzz8f/R2nh2ET0OIAr7/+ut/xNHFoyJAhJl6qnoQNjAMhgEDQAgo9aEEl34UsXnnlFfPCCy8EfRw2jA+B2rVrey1yMX/+fK5nxcdDm1CjsIOKCivqvbNbUyV5O6xYrVo1t835OQLpIqBFSrRg4u7du62b/bV9f/HixYj1S9XaPYOLnmHGUqVKRey8oRx45cqVZuTIkUbXSwI1fV7TuXNno///NAQQQAABBOJRYPny5eb777+3Kitu3rw56CHqswNVV9Tr47vvvjvo/dgQAQQQQAABBBBAAAEEECCgGOLvAAHFEAHZHQEEEEAAAQQQiCGB1atXm9mzZ5tp06YZrSifXCtevLg1uU8fcuuehgACCMSygCbzaeXxiRMnBhyGghF9+vSh4kAEHmStjp9UCPHChQthP2P58uVNxYoVrZtnIDGWVsoPO0oUH3DBggVWtUTdgqlso8fVDiU2btw4ikdG13wFVq1aZVq3bu31zz///LMpWrQoWAkioJDQhAkT/Eb73HPPmaFDhyaIAsNEAIFICijooMmH58+f9zoNi5BEUj06j922bVvr9aXdFO54/PHHo7Oz9AoBF4GzZ886VRUVWgzmfbQqx9hhRb2HoiEQKwK6fpdUgDGS1RczZMhghReTCjDmy5cvXQm//PJLa8G1pCqrduvWzXTo0MHoMx0aAggggAAC8Srw+++/G1VXVFhRlceDbVoQTWHF++67z7Rq1cpkypQp2F3ZDgEEEEAAAQQQQAABBBJQgIBiiA86AcUQAdkdAQQQQAABBBCIcoH9+/db1RJVKVETw5NruiCvMKKCOgomalVhGgIIIBDrAt98840ZO3as2bp1q99Q9Dz34osvmnbt2sX6MNO1/5o8Zlc+9L2/cuVK2PuWK1cuK3xoBxE9A4kZM2YM+/k4YHgFFi9e7IQSt23b5npwVTKwQ4ksmuDKFbUbKBzyySefOP3TZJBAYbWoHQAdS7WAJhn37ds3YNUPKpulmpUdEUAgCYG9e/caVew9ffq01xb9+/e3FiShJYbA22+/bT744ANnsF26dAlYwTcxNBhlPAlowTlVVNRt3rx5QQ1N76HssKLCVzQEYlXg6tWrXlUXPSsw6mvfBQrCOU4FFO0Ao2+QMa3+X2l8+tuma5zXr1/3G165cuVM165ducYZzgeeYyGAAAIIRK3AqVOnzLfffmuFFXULtgpz7ty5rbCibro+Xbhw4agdIx1DAAEEEEAAAQQQQACB9BEgoBiiOwHFEAHZHQEEEEAAAQQQiEKBGzduWKHEWbNmmalTp7r28Pbbb7cm/iuUWKNGDdft2QABBBCIBYFff/3VqFLGlClTAnb3mWeeMb169TKlS5eOheGkax81CcxewT5QEDHQxKhQO6ygYdmyZY0mWOm+QoUKTiCxWLFioR6e/dNYQCsa25USA4WFfbtTpEgRJ5So1yhZsmRJ4x5zunAK3Lx501StWtWcOXPGOezHH39sHnrooXCehmNFocDatWtNz549jVY492z6P/7mm2+aRx55JAp7TZcQQCDWBVRhqXnz5ub48eNeQ1FAUUFFWvwL6HpYx44dnYE2atQoyfeF8a/BCONVQK+v9B7rp59+MloExq1pYTq9t7LDilRacxPj57EmoL/7vqFF+1rWvn37IjqcQKFF+9/CXX1xw4YNZsSIEVYFqUBNoeTOnTubJk2aRHTMHBwBBBBAAIFoEpg2bZqZP3++FVY8dOhQ0F1r3LixFVbU4s1VqlQJej82RAABBBBAAAEEEEAAgfgVIKAY4mNLQDFEQHZHAAEEEEAAAQSiSEATgBVMVChRlROTa7feeqtVLVGhRE1OoSGAAALxJDBu3Dijm6oL+DZV2xswYID54x//GE9DDnksstLELXvylv217gM5hnxCY0zWrFmdAKJnGFGhRIKj4RBO32OsXLnSCSVu2rTJtTO33HKLNVnWrpao1Yxp8SGgoHj37t2dwRQtWtT8/PPP8TE4RpGkwIwZM8wLL7xgFHL3bLVr1zaDBw829erVQw8BBBCImIAmJOp6h+/ExB49ehhV9aXFt4ACKg0bNnQGmTdvXqMFbGgIxKvA5s2braCibqtWrXIdZvbs2b3CilSOcSVjgxgX0MJante79HfCM8zouZhOuIeqv0ElSpQwJUuWtG721/a9PqdJTVMQY/To0Wbjxo0Bd+/QoYMV1tf1NhoCCCCAAAKJJLBkyRIzZ84cs2jRohS9D6xZs6YVVmzWrJnX+8lEsmOsCCCAAAIIIIAAAgggYAwBxRB/CwgohgjI7ggggAACCCCAQDoLKDSiUOJ3331nVqxYkWxvMmTIYIUStQqgJuoVKlQonXvP6RFAAIHwCixfvtyanKNJeYGaghKq5JQnT57wnjgGjnb69GkngBgohOgbIAnXkDTxUYFDz5sdRqRiQ7iUo+c4WizBrpT4yy+/uHYsZ86czsRYBRMLFCjgug8bxJ5AmzZtrBWs7fb888+bV199NfYGQo+DFhg7dqxVIdG3tWrVygwdOtQopEpDAAEEIi1w5MgRq1qvb9Wkbt3EPfU9AAAgAElEQVS6mX/84x+RPj3HT2eB6tWrm5MnTzq90CTV8uXLp3OvOD0CkRdYt26dE1Zcv3696wl1fcSzsqIWjqEhkGgC+nuRXIAxkh6qbppUeNEONGbLli1gF27cuGHef/99o/df58+f99tG1930/rt9+/YmY8aMkRwGx0YAAQQQQCAqBbRQjRZRU2XFYBbysAdRqlQpK6yoeRW6nklDAAEEEEAAAQQQQACBxBEgoBjiY01AMURAdkcAAQQQQAABBNJJQKHEWbNmWdUS9UF0cq1WrVpWRSJdQNfXNAQQQCDeBC5evGiGDx9uxo8fby5cuOA3vPr165t+/fqZe+65J96G7own0GrwnhURFVCMVAsUQrQDicWKFYvUaTlulAgoiGiHEhVQdGtZsmRxKiXq9UlqqwW4nYefR4fArl27zF133eXVmR9//NFoRWpafAqoMtknn3ziN7hOnToFDC3GpwKjQgCBaBE4fvy4efjhh43+Hnm2zp07mzfeeCNaukk/IiDw5JNPWhUz7DZu3DjTunXrCJyJQyIQvQJazM6urLh161bXjmrBGM+wYq5cuVz3YQMEEkHAt+Ki/b3uI3m9zbYtWLCg0fW1pG66LqpropMnTw74cDRu3NjotU/z5s0T4eFijAgggAACCAQU0PWBb7/91gor6nblypWgpFQNWWHFpk2bWnMt8ufPH9R+bIQAAggggAACCCCAAAKxKUBAMcTHjYBiiIDsjgACCCCAAAIIpKGAAgCzZ88206ZNs1b0Ta4VKVLEWtWvZcuWVsVEGgIIIBCvAgpsjxkzxqxevdpviKoc+//+3/8z3bt3j4vhHz161Gjyk2fw0F7hff/+/REdo6oqlC5d2pQpU8avIiIhxIjSR+XBN27c6IQSg115WGFE3TThVSsQ0xJD4L333jP/+te/nMHeeeedVuVvWvwJHDp0yPTp08erWqY9ytdff9106dIl/gbNiBBAICYEVBXpkUceMdu2bfPqr6oJDRkyJCbGQCdTLjBo0CDrfaLd/v73v1vvDWkIJKqAJmHbYcWdO3e6MqjitWdYMWvWrK77sAECiSiggKJnYNG+bmf/W1qZ5M6d2yhAce7cOXPmzJmAp23btq3p2LGjqVKlSlp1i/MggAACCCAQtQJTpkwx8+bNs8KKx44dC7qfWghVgcU//OEPpkKFCkHvx4YIIIAAAggggAACCCAQGwIEFEN8nAgohgjI7ggggAACCCCAQIQFjhw5YhS+0UTupUuXup5NocRmzZpZF8U1kYSGAAIIxKvAgQMHzIgRI8ynn34acIgKaPft2zemqnRdvnw54KQmO4SoFdEj1bJly2aFxhRC1M33a1aFjZR87Bx3y5YtVihRH9ovW7YsqI7rw3p7Uisf1gdFFncb3X333Wb79u3OuN566y3z7LPPxt04E31AWiSgR48exneyuwLsb775plW9jIYAAgikp4Am6j/66KNGr2c8W7t27czbb7+dnl3j3BESmDp1qunWrZtzdFW7+PLLLyN0Ng6LQOwI3Lx50wkqKrCoayturWTJkl5hRS0GRUMAgeAEtJCLfTt48KDztee/JxUoDO4MKdsqU6ZMRv+n69SpY137K168uFWZUfe6qVojDQEEEEAAgUQTUEhxzpw5VljR81q2m8Ntt91mhRVVpVgL89EQQAABBBBAAAEEEEAg9gUIKIb4GBJQDBGQ3RFAAAEEEEAAgQgJ/PDDD2bWrFnm22+/NdeuXUv2LDVq1LAqEimUWLt27Qj1iMMigAAC0SPwxRdfmA8//NCvCop6qIk0AwcONFoVPBqbXQXRd3V1fa/JSZFsgYKHdiCRUHsk5WP32Ko0pFCibosXLw5qIA0bNnQqJVatWjWofdgoPgU0oeOpp55yBpcxY0azdetWo4qstPgRmD59uhUAuXHjhteg7rjjDqPqVbw/iZ/HmpEgEOsCqij02GOPmQ0bNngNpU2bNubdd9+N9eHRfx8BvY7VRFG7FSpUyO+xBw2BRBfQIkl2VUXdB1M5ply5ck5YsUmTJolOyPgRCIvAhQsXrGuCgQKM+rd9+/aZw4cPh+VcbgdRtVQ7rOgZXCTE6CbHzxFAAAEE4kVg8+bN1sLRixYtMmvXrg16WGXKlLHeg2rBRgUWaQgggAACCCCAAAIIIBCbAgQUQ3zcCCiGCMjuCCCAAAIIIIBAGAU0SU7VErXK+65du5I9siZWqVqiKoQpmEhDAAEEEkFg06ZNZtSoUWbatGkBh6vJxb1797ZWAk+vplB5oPCh/W+adBSpVqBAAaMPQe3Qof21fR+p83Lc+BLYsWOHE0pcuHBhUIOrW7eu9cG7brVq1QpqHzaKf4GePXuab775xhno448/bkaOHBn/A0+gEY4ePdoMHjzYb8StW7c2Q4YMMXrPQkMAAQSiSUCvxZ944gm/SYZPPvmkGT58eDR1lb6EQaBixYrm/PnzzpFWrVqVru8VwzAkDoFAxARUwc0zrHj27FnXc1WuXNkJKzZq1Mh1ezZAAIHUC1y9etXs3bvXCismdVOF1LRoniFGLXim26233up1r3/LmTNnWnSHcyCAAAIIIBAxgSNHjpgpU6ZYlRV1812gLakT33LLLVZY8b777jOtWrUyefPmjVgfOTACCCCAAAIIIIAAAgiEV4CAYoieBBRDBGR3BBBAAAEEEEAgRAGtTK1QolbiC6YyUdOmTU2zZs2sUKJWraUhgAACiSKgEMRHH31k9IGgb6tUqZJ58cUXzUMPPZQmHJoQ5HnTxCB9rxDi/v37I9YHTQBS+NA3eGj/W+7cuSN2bg4c3wL63bUrJc6bNy+owSqIqECiqjjXq1cvqH3YKHEEFAZQBU3PSuCqfqtJGbT4EBgwYID57LPP/AbTtWtX89prr8XHIBkFAgjEpYAqhimQuHLlSq/xqbqi3nPQ4kfg0UcfNStWrHAG9D//8z/WQl80BBBIXuDo0aNWWFHvEXWv5023VqNGDef94Z133um2OT9HAIEICOiapH2N0jfEqOs+nu/PI3B6v0MqjOEbYAwUZsyWLVtadIdzIIAAAgggEJKAFgKYNGmS0ecnCiuePHkyqONlyJDBCiuq+rjCivp8j4YAAggggAACCCCAAALRK0BAMcTHhoBiiIDsjgACCCCAAAIIpFJAkztmzZplvv32W3PlypVkj1KtWjWrWqIuWqtCEQ0BBBBIJAGFt8eMGWPmz58fcNjdu3c3vXr1Mrly5QobS1IBRPvfw3aiAAfSRB19QOkbQtT3Wo2chkC4BDRxzQ4l6v769euuh1bgTIFEBRMbNmzouj0bJK6AgmsKsNmtbNmyZtmyZYkLEkcjP3DggFWtWBNxPFumTJnM66+/bjp27BhHo2UoCCAQrwKqQvT000+bpUuXeg1RFWDHjRsXr8NOuHH94x//MB9//LEz7r59+5p+/folnAMDRiAUAb1v9KysGMyxateu7bxv1Nc0BBCIDoHff//dvPfee2bq1KkBO5QxY8agK0OFc0SqMmVXYLQDjPre96aABw0BBBBAAIFoEdBnllqEWtdItRBAsE2vjxVY1OI5derUCXY3tkMAAQQQQAABBBBAAIE0EiCgGCI0AcUQAdkdAQQQQAABBBBIgcDmzZvN7NmzrQ+Ad+zYkeyeBQoUsEKJLVq0sIKJ+nCYhgACCCSSwNmzZ82IESPM+PHjA67W36BBA9O/f3/TuHHjFLOkZwBRVRDtAGKg++zZs6d4POyAQLAChw4d8golui2SoOOWL1/eqYShD85pCAQj8Kc//cksX77c2ZRAQDBq0b+Nqo39/e9/N3v27PHqbKlSpcybb75JVarofwjpIQIIeAjcuHHDtGnTxixcuNDLRddgJkyYgFUcCHz99dfWYjZ2a968ufn000/jYGQMAYH0EdD1bDusuGjRoqA6oWqK9iI3qrJIQwCB9BdYtWqVdc1V/58DtaZNm1pVnnLnzm20QM3Bgwetm/31uXPn0mUQyYUX7TCjwo40BBBAAAEE0lpgw4YN5rvvvrPCiuvXrw/69OXKlbPCis2aNbNeM9MQQAABBBBAAAEEEEAg/QUIKIb4GBBQDBGQ3RFAAAEEEEAAAReBkydPWqvnTZ8+3a/KSKBddRFaVYn+8Ic/mJIlS+KLAAIIJKTAjBkzzIcffmjWrl3rN34Ftl9++WXTrVu3JG00aUYhRAUoAt1HGrVQoUJJhhCLFSsW6dNzfAS8BI4ePeoVSrx48aKrkMJG9iRSPhh35WIDHwEtyuH7e7NkyRIr7EqLXQEtshLob68WDBg8eLCpWbNm7A6OniOAQEILtG3b1nqt5NkIssXHr8SmTZusa2x2K168uFmzZk18DI5RIJDOAlu2bLGeOxVwWrFiRVC9adSokfM+s3LlykHtw0YIIBA5ga+++sqMHj3aqLKib9MCa88//7xp3769KVKkiNePtaicHVY8fPiw0WJYutlf2/daDCKtmxZ+U1hR118DVWG0/03joyGAAAIIIBAJAX0+OXnyZGteyOLFi4M+hRav1jwRXVfXwkk5c+YMel82RAABBBBAAAEEEEAAgfAJEFAM0ZKAYoiA7I4AAggggAACCCQhMH/+fDNz5kyrWqJbEKBKlSpWtUSFErWqNA0BBBBIVAEFCkeNGmU+++yzgAR6nuzXr581MSa5AOLVq1cjSpg3b16jAJfvrXTp0lYwMVeuXBE9PwdHwE3gxIkTZt68eU4wUZPH3JpWotcEbjuYmCVLFrdd+DkCAQUUVtMkR7up8oImPtJiV2DkyJFm6NChfgNQpcwhQ4aY/Pnzx+7g6DkCCCBgjHn22WfN999/72Wh6zT/+c9/8IlxAb1H83x/+Msvv/gFLWJ8iHQfgXQX0P8ru7Lizz//HFR/9B7Bfu+pyjE0BBBIHwF9dvX++++bMWPGmOvXr/t1Qp9ddenSxTzzzDMp7uCRI0ec0GKgAKP+7dixYyk+bjh2KFiwoBNktMOMuvf8Ol++fOE4FcdAAAEEEEhggWvXrplJkyZZn9MosBjM5zTiypQpkxVWVFVjhRVZ1DqBf4kYOgIIIIAAAggggECaCxBQDJGcgGKIgOyOAAIIIIAAAgh4CGzdutWqlqhQ4rZt25K1ueWWW6xQYosWLaxgIiEAfpUQQCDRBf7973+bjz76yGzfvt2PIkeOHEYT1jRRRsHECxcuRJQrqQCiHUjUz2kIRJuAPty2K1jo/tSpU65d1Kq8npUSCde6krFBEAJ169Y1WinabsOHDzdPPvlkEHuySbQJ3Lx501oY4IsvvvDrWvfu3a2KxjQEEEAgXgQ6duxoZs2a5TUcTQjUc6AmB9JiU0CTOdetW+d0XqFTXY+jIYBAZARWrlzphBVVZdGtZciQwXpPar8vZfK1mxg/RyAyAhs3bjR6765FNwO1li1bGr1Waty4cVg7oGu9vhUY7e8974MNdISzc6pcZVdjTCrEqJ/TEEAAAQQQCFZAi3poLonCivv27Qt2N6Pr7bo+ofe3tWrVCno/NkQAAQQQQAABBBBAAIGUCxBQTLmZ1x4EFEMEZHcEEEAAAQQQSHiB06dPWxeSv/vuO6OqiW7t7rvvtqoTKZSoVdxpCCCAQCIKqLqbPnxT2NCevLZjx440oyCAmGbUnCjCApcuXfIKJR49etT1jLlz5/aqlKhFE2gIhEtgzpw55rnnnnMOp9Drr7/+SrAjXMBpeBz9ne7Vq5dZsmSJ11mzZs1qXn/9da/HOQ27xakQQACBiAo8//zzZtq0aV7naNSokfnyyy+Nnv9osSfw4osvGi2GY7eXXnrJ9OjRI/YGQo8RiEGBxYsXO2HFQItR+Q5Jz7OeYcWiRYvG4KjpMgKxLaDPuUaOHGkUWAzUunbtajp06JDmlZzOnz/vBBkDBRjtf1OlqrRsClknF2LU85huuhZHQwABBBBAwFNAlcenT59uhRU3b94cNE6FChWssKIWwVZVchoCCCCAAAIIIIAAAgiEV4CAYoieBBRDBGR3BBBAAAEEEEhYAV0s1mqy3377rdGHo8m1SpUqWauza5XZhg0bJqwZA0cAgcQROHLkiBNAVMDBDiPa95GugKgVrlXtUEHwQPf58uVLnAeDkcadwI0bN6xJnna1xAMHDriOMVu2bF6VEosUKeK6DxsgkBqBzp07mxkzZji7tmvXzrz99tupORT7pKPA8uXLjSok7t+/36sXZcuWNW+++aZp1qxZOvaOUyOAAAKRFfj73/9uJk+e7HWS+vXrm6+++sqosjsttgQ+++wzM2DAAKfTDz/8sBk/fnxsDYLeIhAHAvb7V72XDaZajBY68QwrFihQIA4UGAICsSPw/vvvm9GjRwf87EvvC7t06WKeffbZqBvQsWPHzMGDB5MNM2rhvLRuek6zw4q613U5z+/tr7WoHg0BBBBAIPEE9PpY1yE0/2TZsmVBAxQqVMgKK2pxbFVX1OdANAQQQAABBBBAAAEEEAhNgIBiaH6GgGKIgOyOAAIIIIAAAgklsG3bNqtaokKJqgSTXNMHiQolNm/e3KqWmD179oSyYrAIIBDfAgpEBQoe2v92+fLliAJkyZIl2QCiPpSjIRBvAqrUbE/q3L17t+vwtIq7PpjWpE7dlyhRwnUfNkAgFAFV8Lztttu8DqEqVA0aNAjlsOybxgJTpkyxwom+rXHjxmbQoEGmWrVqadwjTocAAgikvUDv3r2tQKJnq1u3rvn666+pgJP2D0dIZ1y3bp01UdNuClWkZMJnSCdnZwQQ8BO4cuWKU1VR72+1wJVbu+WWW6zr7Lrdd999hrCimxg/RyA8Aqp8+sEHH/gt3GAfXf8fO3XqZP2/jKWm5yHPEKP9te/91atX03xYWgwjmCCjnhdpCCCAAALxKaDPVydNmmS9Zl60aJEJdsFXVSO/5557rNfMeg+sCr80BBBAAAEEEEAAAQQQSLkAAcWUm3ntQUAxREB2RwABBBBAAIG4Fzh37pwVSpw+fboVCnBrjRo1soIACiWWK1fObXN+jgACCESlgIKGe/bsSbIK4vXr1yPe7+QqIBYrVizi5+cECESDwJIlS5xqiVooIZimiWF2pQlNwKYhkFYC48aNM6+//rpzuurVqwf1+jmt+sd53AVUJeOf//yn34ZPPPGEGTJkiMmTJ4/7QdgCAQQQiBMBVd1T9T3PpiC+QopMCo+dB1nhgtKlS3t1eMuWLTyGsfMQ0tM4FtB1d028tm+nT592HW2+fPmcoKImXxcsWNB1HzZAAIHQBH788UczYsQIs3r16oAHat++vdGtQoUKoZ0oyvY+fvy4E2T0DS8eOnTI+tmpU6fSpdeqkGUHGT2rMSqM4hlwzJ8/f7r0j5MigAACCIRP4PvvvzezZ8+2qivq70+w7Y477jBNmjSxwoq6Tk9DAAEEEEAAAQQQQACB4AQIKAbnlORWBBRDBGR3BBBAAAEEEIhbgcWLF5uZM2da1RLPnj2b7Dj1wasmRLRs2dIooEhDAAEEol3gxIkTVgAxqVtaBBA9jTJmzGhat25t2rVrZ1VGLFmyZLQT0j8EIiawcuVKJ5S4efPmoM6jD5oVStTrkXibEBYUABtFhUCLFi3M+vXrnb688sor5oUXXoiKvtGJ5AVu3Lhh+vTpY4VufFvPnj3NwIEDIUQAAQQSUuCll14yn3zyidfYNbHvm2++IRQTQ78Rqia+adMmp8eqRnH33XfH0AjoKgLxL6AgkGdY8dKlS66Dzps3r1W5za6sWLhwYdd92AABBFIv8OGHH5pRo0YZ/X/1bVpMrkuXLqZDhw4mc+bMqT9JjO2p56qkwosKkRw+fNi6qWpjejTPIKOCi54BRs+vFf6mIYAAAghEv8CaNWusRbUVVvz111+D7nDlypWt6opaYLtx48ZB78eGCCCAAAIIIIAAAggkogABxRAfdQKKIQKyOwIIIIAAAgjElcD27dutaolTp041boGA3LlzW0GAZs2aWRdzc+bMGVcWDAYBBGJbQJMjkgsgugWvQx199uzZrZChbqousnPnTvPLL78EPOxDDz1k+vXrZ6pWrRrqadkfgZgVWLdunVVpThMyk/q/4js4faCsiZh6PVKpUqWYHTsdjw8BTY54+OGHvQaj32tNeKNFt4BeLyiEuHz5cq+O6v2NKmL+9a9/je4B0DsEEEAgwgIK3E+YMMHrLJrcp5CbKtbQol+gd+/e5quvvnI6+tprr5muXbtGf8fpIQIJKnDgwAFn0R69R9ZiGm5N1+rtsKLeJ/P87CbGzxFInYD+f77//vvm888/D3gALeDZqVMnazFP2v8JnDx50goqeoYW7fCi5316BRl1Ld+3+mKg7/PkycPDigACCCAQJQK7d+82kydPNgsXLjSrVq0KulcKrOuzpebNm1vVFTNlyhT0vmyIAAIIIIAAAggggEAiCBBQDPFRJqAYIiC7I4AAAggggEDMC1y8eNHMnj3bfPfdd+aHH35wHU/Dhg2tMIAu2FKhyJWLDRBAIIIC+/btSzKEqIkNkWy5cuVyKh3aFQ8VRrS/tletnzhxohk/frzZtWuXX3e0zcsvv2yeeuqpSHaVYyMQtQIbN250QomrV68Oqp9a3dYOJVapUiWofdgIgbQQ0PO5nvPtpgU8PL9Piz5wjpQLLFu2zHTr1s2aJOnZKlasaN544w3r+YaGAAIIIGDMq6++ar2v8Wzly5e3JgOqYhAtugUUMFXQ1G6PPfaYGT16dHR3mt4hgIAloOtJ8+bNM/Pnz7du169fd5XRQht2VUXds2iKKxkbIJBigcWLF5vhw4cb3Qdqf/nLX6xqitWqVUvxsRN5h2gPMur51bcSY6DvFRqnIYAAAgikncCFCxesRZS0uIeqKwYbeFdAXWFFLYKpuS9UJE+7x4wzIYAAAggggAACCESvAAHFEB8bAoohArI7AggggAACCMSsgCbjzpw503z77bfm1KlTyY6jXLly1qSGFi1aWBdpaQgggEBaCJw4cSLZKojBTMpKbT9V9dCugOgZPLQDiPnz50/20GvXrjVjxowxs2bNCridqjH17dvXmtBAQyCRBH777TenEsTSpUuDGvpdd93lhBKZ2BUUGRulg4B+Nz1fUyvE4VtRMR26xSmTEdCklR49evhtce+995pBgwYZVQejIYAAAgj8n4Cqyo4bN86LpHTp0mbKlCnWeyda9AqsWLHCPProo04H9TdOVSZoCCAQWwJ79+51gooKK16+fNl1ADly5HAqK6rCYvHixV33YQMEEAhe4NNPPzWjRo0yWkjPtxUsWNB06dLFtG/f3mixO1r4BKI9yKiAosLhWshD90l9HT4RjoQAAggg4Cmgxbn1+azCiseOHQsap0GDBqZp06ZWWJFrw0GzsSECCCCAAAIIIIBAnAkQUAzxASWgGCIguyOAAAIIIIBATAloxeX//ve/VihRVYuSa1oJVKvFPfjgg0YVYPLkyRNTY6WzCCAQ/QJa0XLPnj3WTZOs7K/t+3PnzkVsEEWKFPEKIHqGEfV1ap/zFJocMWKEVV1EEyV8W9WqVc3AgQOtwDcNgUQR2Llzp1MpMdiJ0PXr17deh+hWo0aNRKFinDEqoNfWL7zwgtN7rbS8fv36GB1NYnT7nXfeMe+++67fYJ9++mkzZMgQo/dCNAQQQAABfwEFuLUQi2crUaKEFVIsU6YMZFEqcP78eaPqwJ5t+/bt/L2L0seLbiEQjMDBgwe9wor6f+7WsmXL5lVZUc/fNAQQCF1AixW99957ftWm7SPfcccdpmPHjuaRRx4J/WQcIUUC0R5kDCbESDXGFD3kbIwAAgj4CaxcudJMmzbNCivqfXCwTZ/nauFuhRUbNmwY7G5shwACCCCAAAIIIIBAzAsQUAzxISSgGCIguyOAAAIIIIBA1AtoJWWFEqdPn27mzJnj2l8FAlQtUaFEVoZz5WIDBBBIRuDmzZvJVkBMyaqVKYX2DRz6fq9JWeFuc+fONR9++KFZvHhxwEP37NnT9O7d20Ti3OEeC8dDIFQBrRyv/xM//fSTda/nA7emCVt2KLFWrVpum/NzBKJGoG3bttbvud1UIUFVpmjRJ3Dt2jXrb/HkyZP9OqfKxv369Yu+TtMjBBBAIMoEFORWpSDPpsrwCuyXL18+ynpLd2wBVQjetm2bA6LrhLoGSEMAgdgXOHr0qFdY8fTp066DypIli/UZgG6qrFiqVCnXfdgAAQSSF1izZo354IMPrGthgdrjjz9uOnToYGrXrg1llAlEc5CRaoxR9stCdxBAIKYFduzYYV0X1kKaa9euDXosqoirsGLLli2tOTQ0BBBAAAEEEEAAAQTiWYCAYoiPLgHFEAHZHQEEEEAAAQSiVmDFihVm5syZ1gSxEydOJNtPrXKvyQiq6NWkSZOoHRMdQwCB6BM4cuRIkiFEVUWMRMuaNWuy1Q8VRsyQIUMkTh3wmApaaoKuqibeuHHDb5tGjRqZF198kcmfafaIcKL0EtDzgR1I1P2VK1dcu1K3bl0rlKjXIUzQcuVigygUUNXfBg0aePXshx9+MIRso+/BUjX5Hj16mFWrVnl1TlWTFSht06ZN9HWaHiGAAAJRKjBs2DAzfPhwr94VLFjQTJ061VSqVClKe53Y3VK1Z10jtJuCpu3bt09sFEaPQBwKKGQzf/5853b8+HHXUWbOnNkKKdphRSriupKxAQLJCnzzzTdm5MiR5vfff/fbTmEzLWqkoGL+/PmRjDGBaA4yJleNUT/TTdc/aAgggAAC/ytw9uxZM2nSJPPjjz9a1RUDfb4byCpnzpxGCwA9+OCDVnVF/p7zG4UAAggggAACCCAQbwIEFEN8RAkohgjI7ggggAACCCAQVQKaIK1qiZpwtH79+mT7lj17disQoIunWuktX758UTUWOoMAAtEhoICzgoa66TnG915VWiPRChcubMqWLet10wQphQ9VnSNamlba/Oijj8yGDRv8uqTV6F955RXTufteXEcAACAASURBVHPnaOku/UAg7AKamOMZSjx//rzrORREtEOJCijSEIhlAVVHePvtt50hqBLojBkzYnlIcdn3JUuWmOeff96ouoxnq1KlinnzzTetSSU0BBBAAIGUCfzzn/8077//vtdOurY0bdo0U7Vq1ZQdjK0jLjB27Fjrb57dnnnmGfPee+9F/LycAAEE0k9Ak649w4qHDx927UzGjBmdoKICi7o2R0MAgZQL6Jq5/s6OHj3aXL9+3e8AWtSoU6dO5oknnkj5wdkj6gX0mcrBgwfNoUOHkrzXNdW0bnY1RjuwqIpg9tee/5aWiz+mtQHnQwABBJIS0DX9WbNmWWHFlDxH33XXXdZiHworVqhQAWAEEEAAAQQQQAABBGJegIBiiA8hAcUQAdkdAQQQQAABBNJd4Nq1a2b27Nlm+vTp1r1b06RpTS5QKJEJY25a/ByB+BfQZKWkwof693PnzkUMoUSJEk4AsVy5cl5hxFy5ckXsvOE48LZt28yYMWPMV199FfBwDz/8sOnfv7+pXLlyOE7HMRCIKgE9L8ydO9cJJgbzYe1tt93mhBL1WoSGQLwI3HPPPV5VEYYOHWqee+65eBleXIzj66+/Nr169fIbi94TDRo0yJQvXz4uxskgEEAAgfQQeOedd8y7777rdWq9l1NIsWbNmunRJc6ZhMCiRYvMk08+6fxUj48qRdAQQCAxBC5evOgVVty/f7/rwBVQ8aysyOtmVzI2QMBPYPPmzdaCDjNnzgyo07p1a6uicYMGDdBLMIFLly4lG2C0A46BAq6RptICkZ7BRd8go77PmzdvpLvB8RFAAIF0E1i2bJmZOnWqFVbcvXt30P2oXr26adKkiRVW5HOwoNnYEAEEEEAAAQQQQCDKBAgohviAEFAMEZDdEUAAAQQQQCDdBFavXm1VZ9HFUd9KIL6dKlWqlBVKbN68uXVPQwCBxBHQB92BKh/aocRTp05FDEOrrvtWQfT8XhUGY7F9/PHHZvz48Zarb9OH9y+//DKrX8fiA0ufkxXQyu+eocQjR464imnSs153qFpi/fr1XbdnAwRiTcB3or/6v3XrViqTR9EDqeqWqnLp29q2bWsGDx5ssmXLFkW9pSsIIIBAbApo0r2qKXo2Pb9qIa3bb789NgcVh73WoiKaLOnZdF0gc+bMcThahoQAAskJXL161SusGOyka4UV7cAi1WH4HUMgZQL6LG/EiBFm48aNfjvqGnmXLl1Mhw4drFAYDQFPAV2DTa4So4KMWoQyrVvOnDmTDDEqwKhb8eLF07pbnA8BBBAIu4AWrJ08ebJZsGCBWb9+fdDH1yK99957r2nZsqU1R4eGAAIIIIAAAggggECsCBBQDPGRIqAYIiC7I4AAAggggECaCmhlY1VJVChx3bp1yZ47a9asViBAN1VLLFCgQJr2lZMhgEDaCaia2Y4dO7xuO3futCojugWYQ+1l9uzZA4YQVRGxdOnSoR4+qvZfuXKlGTt2rJkzZ07AfrVr187069fPFC5cOKr6TWcQSK3AzZs3nSqJP/30kwmmwoImPduhxIYNG6b21OyHQEwI9O7d26uS7mOPPWZGjx4dE32P905euXLFqpqo902+bcCAAUaPHQ0BBBBAIHwCw4cPN8OGDfM6YKZMmcx3331n6tatG74TcaSQBPT63DOI9N///tfUrl07pGOyMwIIxLaA3vfPnz/fuW3fvj2oAakyjB1WrFSpUlD7sBECCBhrAZ1Ro0aZ8+fP+3FUrlzZdOrUyWhBHRoCKRHQ75NdcdH3XuFGO+CYkmOGa1uFFO2wYlJfh+tcHAcBBBCItIAW/Z00aZL58ccfjRYvDLblzp3bCisqqKjqinny5Al2V7ZDAAEEEEAAAQQQQCDNBQgohkhOQDFEQHZHAAEEEEAAgYgL3Lhxw2jCkFae1yqrbk0TvxQM0GpsNWrUcNucnyOAQIwIXLt2zS+EqFCiJg4FU8kstcPUpFJVYVXY0PPe/rpIkSKpPXTM7KfKcSNHjrSqJp45c8av39WqVTMvvfSSadbs/2PvLcClqvb//0V3dwjSnZLSD3HgclGkJSQklFJQSZG0FQUlLyiKoMBF4NAI/KRTulO6Qbrh/7zX/e/5zuzZZ/aa2Xv6/Xme/czhzMrXDGf2rLXen3fdsJkTB0oCcRHQDieuXr1aOib+/fffprAKFy7sECW+/PLLpuVZgAQigcD9+/cF3vsQwmkxY8YMupWHwIuL+6OePXu6JXRJly6dGDZsmGjRokUIjJJDIAESIIHII4DD9h9//LHbxCBSLF++fORNOAxnBNHDokWLHCP/8ssvKYIIw9eRQyYBfxJYu3atFCvCIQbu8CpRrVo1+T0IgsVChQqpVGEZEohqAkgsCAdqCByMIiYmRrop4v8WgwTsJKCJFZ1Fi/rfGe1/2DkGo7YoYvQ3YbZPAiTgLwLz58+X37FxD+2Nm22VKlVkknGIFXPnzu2v4bFdEiABEiABEiABEiABEvCJAAWKPmH7v0oUKFoEyOokQAIkQAIkQAJ+I7Bjxw65oPn777+LS5cueewnR44cchET4pg6der4bUxsmARIwP8E4Gagd0PEv0+fPu23znPmzBmnCBF/X6I5li9fLiZNmiQ2bdpkiAHuTH379hWJEiWKZkyce5gTQDIECBJxCBGPKqJEZHXXnBKrVq0a5gQ4fBLwngDEiHDN1QIHCTZv3ux9Q6xhKwFkrn7rrbfE9evXXdpF4pbhw4cLHP5gkAAJkAAJ+I/A+PHjxciRI906gKMt3bX9x121Zb3TZfv27d2cL1XbYjkSIIHIJ7Bx40aHWHHfvn1KE8b6gOasiIQuDBIggbgJrFy5UuCzefv27YaFunbtKjp16kThAt9EASUAN0Zn0aLmyKj/HdaTAxkUMQaSNvsiARLwhcD69esF1j4gVjx79qxyE8WLFxc1a9aUYsUyZcoo12NBEiABEiABEiABEiABEvAXAQoULZKlQNEiQFYnARIgARIgARKwlQA2eJYsWSJFiX/99ZfHtiGGgTAAFxYsM2bMaOtY2BgJkID/CJw7d07EJUR8+vSp7R1nyZIlTgdEOCHGjx/f9j7DvUH8PR43bpyYMmWK4VQgcBgwYIAoV65cuE+V449SAvhb4yxKxN8ks8iXL59MiICrevXqZsX5PAlENIEmTZq4iNf79Okj+vXrF9FzDvXJzZw5U7z33ntuw0QSF4hlmI061F9Bjo8ESCBSCEycOFGKwvXx3//+l0LxIL/IcEhv27atYxRly5YVixcvDvKo2D0JkEA4ENi6datDrLhr1y6lIb/88ssOZ8WiRYsq1WEhEohGApMnTxbfffeduHr1qtv08T0WDshwVGSQQCgRuHz5skPIqBcx4t/nz5/3yk3Mjrlly5ZNOAsZnf+t/cy9MDtIsw0SIAEzAnAixxoIkoIeOHDArLjjeezZY+8NZ39wBohBAiRAAiRAAiRAAiRAAsEgQIGiReoUKFoEyOokQAIkQAIkQAK2EFi2bJmYP3++WLBggWl7pUuXlguSMTExomTJkqblWYAESCDwBB48eCAdyCD4MboeP35s66CSJEkiXnzxRXnh0IL2mCtXLilMTJw4sa39RXpjv/32m/jPf/5juGkElh9++KE8GMIggXAj8OTJExdRoooza548eRyiRGRxZZAACQiBAwZwBXEOOPflz5+feIJE4JNPPpEHOvXRoUMHMWrUKJEgQYIgjYzdkgAJkEB0EsD3qY8++sht8rNmzWKiiyC+JS5duiSwrqgFvt+qJCoJ4pDZNQmQQAgS2LFjh/jzzz/lgeu4nN/0w4aLrpZsEe7mDBIgAVcCSJb3zTffiJ9//tkQDdbkIFKsU6cO0ZFA2BC4ffu2FCpqgkXnn4MlYkQyT72IUS9sTJgwYdgw5kBJgARCn8C1a9fEnDlzxIoVK1wSHpqNPHXq1HL9BGeCIFhMnjy5WRU+TwIkQAIkQAIkQAIkQAK2EKBA0SJGChQtAmR1EiABEiABEiABnwns3r1bLFy4ULolYiPGU2BzBG5F2HzEIiSDBEgg+ASuXLkSpwgRh/7sjnTp0rkJEDVRYtasWe3uLirbO3jwoJgwYYLcKDKKRo0aSXcsClCi8u0RtpOGINrZKfHMmTOmc8mbN6/D5YBZWk1xsUAUEtCL4apVqyZmz54dhSSCP2UkhXjnnXdEbGys22AGDRokevXqFfxBcgQkQAIkEKUEpk6dKpO76AOOt3qhf5QiCsq04ZrovA4JV0U6mwXlpWCnJBARBPbs2eMQK27evFlpThUrVpSfA1hvKFGihFIdFiKBaCGwYcMG8e2334r169cbTrl9+/ZSqFigQIFoQcJ5RjiBUBQxZsqUySFijMuVkUlBI/yNyemRgB8JzJ07V54RQsLDe/fuKfeEPQicFWrYsKHIkSOHcj0WJAESIAESIAESIAESIAFvCVCg6C0xXXkKFC0CZHUSIAESIAESIAGvCFy+fFksWbJEihK3bdvmsS5cPrSswg0aNBDI6sggARIILAG4IJ44ccLQBdGbTQPVUWNDQXNA1LshpkmTRrUZlvOBwKRJk6Rr4rlz59xqQwCKg7VNmzb1oWVWIYHAE3j06JGLKPHs2bOmg8iXL59DlMgD46a4WCDKCZQrV87l8wKHB1u2bBnlVAI//ePHj4vu3bsLHIp2jowZM4phw4bxczvwLwl7JAESIAE3AtOmTRMDBw50+/306dPpABSk9wuEDXBu0GLMmDGiRYsWQRoNuyUBEogkAgcOHHCIFeMSV+nnW758ecdaRKlSpSIJB+dCApYI4F5p7NixwmhND2vVXbt2FZ06dRJJkiSx1A8rk0A4EAhFESPWnnLmzClFQvoLv8fzDBIgARIwI7BmzRp5bmjt2rUCbsqqUbJkSXkPDWdFJvxQpcZyJEACJEACJEACJEACqgQoUFQlFUc5ChQtAmR1EiABEiABEiABJQI4+LNgwQK5wGgW2oIinBJLly5tVpzPkwAJWCQAQRpEiCdPnpSPztfz588ttu5ePVeuXALuZLjy5MkjXRE1MWKiRIls748NeiawceNGAXGi8wFN5xo4vPnBBx+IDBkyECUJhDSBhw8fuogSjcS2+gnADRSbmBAk1qxZM6Tnx8GRQKgQwOcFPhu0SJ48uTh06JDgZ3hgXyEc3ujWrZu4efOmS8c41AxxYqVKlQI7IPZGAiRAAiQQJ4Gff/5Z9O/f3+35H3/8UdSvX5/kAkzgyy+/FKNHj3b02qVLFzFixIgAj4LdkQAJRDqBo0ePiv/3//6fvP7880+l6SIRjOasyH0RJWQsFOEE8H33m2++kWvXRlG5cmXppggnJQYJRDsBiBjhEu58nT9/3uXfN27cCBgmiIeNhIvOv6PAOGAvBzsigbAgsH//fvHf//5X3j8fPnxYecxIfFyjRg0pVsQjgwRIgARIgARIgARIgASsEqBA0SJBChQtAmR1EiABEiABEiCBOAns3btXLFq0SIoSzZyL4I5Yu3ZtmT0ebokMEiABewlcuXLFRXjoLEaEqMfuyJw5sxQgwpFMEyNqjwkTJrS7O7bnA4G7d++KcePGSdfEO3fuuLVQtGhRMWjQIPm3mUECoUrgwYMHLqJEHLowiwIFCjhEidysNKPF50nAnQBEcbGxsY4n2rZtK3DQnxE4AnCS6Nevn1uH+B4FgQUy1TNIgARIgARCi8Avv/wiE7/oY8qUKTxUH+CXaunSpdJxSQuI+ufNmxfgUbA7EiCBaCKAdVhNrIjHp0+fmk6/bNmyjmRKEC4ySCCaCezYsUMKFVeuXGmI4fXXX5ef7cWLF49mTJw7CZgSwFq6XrQIQaPz77CXGKigC2OgSLMfEgg/ApcvXxZz5swRy5cvF9u2bVOeQNq0aUX16tXleSMIFhMnTqxclwVJgARIgARIgARIgARIQCNAgaLF9wIFihYBsjoJkAAJkAAJkIALgWvXroklS5ZIUeLmzZs90okXL54UCODCImG2bNlIkwRIwAIBiMyQnVvvgohDMMieanekTp3aUIAIIWLKlCnt7o7t2Uhg8eLFUpi4ZcsWw1b79Okj3nvvPZEgQQIbe2VTJGAPgfv377uIEnGIwiwKFizoECVic5JBAiTgGwHc6+sP/OG+H64FjMAQGDlypBg/frxbZ3CNGDVqVGAGwV5IgARIgAR8IvDrr7+Kvn37utWFK9Arr7ziU5us5D2BM2fOiAoVKjgqYv0CaykMEiABEggEAfwNchYrqiSOK1asmKhZs6Z0hKlWrVoghsk+SCAkCcBVacyYMeLYsWNu40ufPr2AKzK+G6dKlSokx89BkUA4EHjy5Il0XTQTMgZiLkYujHpXxqRJkwZiKOyDBEggiASePXsmnRUXLlwo1q5dKx49eqQ0GpxFwn5gvXr1pFgxa9asSvVYiARIgARIgARIgARIgAQoULT4HqBA0SJAVicBEiABEiABEpAEVq1aJebPny+FiVgk9BQ41AxRIhYDX3rpJRIkARLwkgAymOLwnP5SEel42ZXABqDeAVH7N7KbMsKLANxsJ0yYIH744QfDgVetWlUMHDhQIEs7gwRCicC9e/dcRIkXL140HV6hQoUcokQe4DPFxQIkoEQA4vaPPvrIUbZIkSLy/ybD/wTwd7B3794CSQb0MWTIENG9e3f/D4I9kAAJkAAJWCYwa9Ys8e6777q1A/H5a6+9Zrl9NqBGAGuTSLygxbp160T+/PnVKrMUCZAACdhEAGu5zmLFu3fvmracL18+KVTUBIt0hTFFxgIRRgCiBLgpfvfdd4ZupFjX7ty5M++rIux153RCj8C5c+cE9pvielT5TLNjVhkyZBB60aLzv7NkyWJHN2yDBEgghAhgP2Lu3LkC3+O9cX0tXbq0qF27tmjYsKHAvgaDBEiABEiABEiABEiABOIiQIGixfcGBYoWAbI6CZAACZAACUQxgQMHDshMZRAlnj592iOJTJkyyQU/XHBLpCtXFL9xOHVlAvh/ZSRE/Oeff5TbUCmIDIJ6EWKePHnk77CRx4gMAjNnzpSuiYcOHXKbEISoH374oTy8wSCBUCGAQwzYaMRhPTxeunTJdGiFCxd2iBIhuGWQAAnYSwD38bt27XI0OnjwYNGzZ097O2FrbgRwP/j222+L/fv3uzyHrM/Dhg0Tr776KqmRAAmQAAmEEQFk/u/Vq5fbiHHQvlmzZmE0k/Ad6uuvvy7+/PNPxwSQyKdx48bhOyGOnARIIOwJ4HC1s1jx5s2bpnPKnj27i1gxTZo0pnVYgAQihQDWuEePHi33KI2iSZMmolOnTkySGikvOOcRdgSwj+lJxKiy1m/HpBMmTBingPGFF14QuXLlEhT720GabZBAcAjs2bNHuitiD/H48ePKg8A5iFq1aklnxSpVqijXY0ESIAESIAESIAESIIHoIECBosXXmQJFiwBZnQRIgARIgASijMCNGzfEkiVLpChx48aNprPHwh7cEuvXry9y5sxpWp4FSCAaCRw5ckTg0osRHz58aCsObLRpwkNnQeKLL75oaz9sLLQI7N27V0ycOFH+3TaKV155RfTv318KUhkkEGwCd+7ccRElXr582XRIyHSKew3cc3Aj0RQXC5CAzwR27twpN+yd46+//hI4FMvwHwEcUu7atavA30fngCvE8OHDRbly5fzXOVsmARIgARLwGwF8P+vRo4db+99++61o2bKl3/plw/8j8PHHH4vvv//egQOvBZL2MEiABEggFAhgDwbfAyCkxqXiDJMuXTqHqyLcFekYFQqvJMcQCAKLFy8WuH/at2+fW3cpUqSQ36chVMyYMWMghsM+SIAEFAk8fvxYChg9iRjt3iONa2hIAKaJFY0ekeSVQQIkEPoE4E4+Z84csXz5crFjxw7lAadPn15Ur15d7n3gYqJ1ZXQsSAIkQAIkQAIkQAIRS4ACRYsvLQWKFgGyOgmQAAmQAAlECQFsiM+fP1/MmzdPYNPAUxQtWlQKBerVqyfKly8fJYQ4TRIwJ3Dy5Elx+PBh6WCHR+3n58+fm1dWLAG30gIFCkixmV6MiEyhjOgiMH78eOmaePHiRbeJZ8uWTR7ARDZpBgkEk8Dt27elKFFzS1Q5eKfda+B+o3LlysEcPvsmgaghgM+MqVOnOuYbExMjpk2bFjXzD8ZEwXfgwIFuXf/73/8WI0aMEPgsZ5AACZAACYQvAayzwSFXH19//bVo3bp1+E4sDEa+YMEC8dZbbzlGisOIs2bNCoORc4gkQALRRuDu3btSpKgJFiHkMIukSZO6iBWZnM6MGJ+PBAJjx44VcKPWJ/fB3IoXLy7efPNN0apVq0iYKudAAlFD4OrVqw4RoyZmdH5USW5oByyIFjXhIhLBOosYuTZnB2G2QQL2E8B5JjgrxsbGirVr14pnz54pdQJxItYHkHwdYkUmOFDCxkIkQAIkQAIkQAIkEHEEKFC0+JJSoGgRIKuTAAmQAAmQQAQTgIhq4cKFUpQIYZWnyJAhg6hdu7a8GjRoIBIlShTBZDg1EvBM4OzZs4ZCxEePHtmGDptgECLqr7Rp09rWBxsKXwLYbJk8ebJYtWqV4SQ6dOgg+vXrJ5BdnUECwSBw69YtF1EiDhuYRbFixWQCBFyVKlUyK87nSYAEbCYAYTCcPLSYNGmSgAsvwz8Ehg0bJsBYH926dRN4jkECJEACJBAZBLDuBmcffXzxxReiXbt2kTHJEJzF8ePHRdWqVR0jg2PC/v37Q3CkHBIJkAAJ/B8BHLTWXBUhWDTbs9Fq1qhRwyFYLFKkCJGSQMQSOHXqlBg9erSYPXu24RwbNmwohYpMdhaxbwFOLMoIYM/VSLjo/Lv79+/7lQrOQzgLFnPnzi2QGEC74OTKIAESCD6BP/74Q8ydO1eKFZ33OMxGVrZsWVG3bl0pVixYsKBZcT5PAiRAAiRAAiRAAiQQIQQoULT4QlKgaBEgq5MACZAACZBAhBGAYGDx4sVSlLhu3TrT2WFzG0IBZBGDYIpBAtFE4NKlS4ZCRGS2tiPix49vKEKEKDFJkiR2dME2IozAzZs3heaaaLTxCoHX4MGDRa1atSJs5pxOOBDA+9PZKfHatWumw0aGc02UWLFiRdPyLEACJOAfAnqHJ2QO3rt3r386i/JW4fbQq1cvsWzZMhcS8eLFk8JEIxFLlCPj9EmABEgg7AlgHa5z585u8/j0008Fkssw/EMAhwvh5q7Fli1buLbpH9RslQRIwE8E1qxZ4xAsItmkSlSoUMEhVsSBawYJRCIBrD9+8803Yvv27W7TS5gwofxe3alTJ5EjR45InD7nRAIk4ETg+vXrhiJGJJo9c+aMuHLlil95Zc6c2SFWzJMnj4t4kQln/YqejZNAnAR27twp3RVxv/D3338rk8qXL5/cr4RYkUlUlbGxIAmQAAmQAAmQAAmEJQEKFC2+bBQoWgTI6iRAAiRAAiQQIQSQLQwHj3///Xfx8OFDj7MqXLiwdEqsU6cOF98i5PXnNDwTwAbW4cOHBQ564FH7+Z9//rEFXbJkyUShQoXcxIhY6GaQgCqB2NhY8Z///Mfw4AXa6Nu3r3j//fcFBA4MEggUAfyddBYl4u+pWZQoUcIhSsTBOQYJkEDwCbzxxhsCWYa1wGG+4cOHB39gETYC3GO+9dZb8p7TOXBoEuLEf//73xE2Y06HBEiABEhAIwBheseOHd2AjBw50lC8SHLWCTRt2lRs3LjR0dDUqVPlQUMGCZAACYQjgc2bNwu4KsJhcc+ePUpTKFmypNDcFV9++WWlOixEAuFEAGvlY8eOFVevXnUbNpJAIkEE1jsYJEAC0UsAiT4hVDx9+rTbI36HpIv+inTp0hmKFyFkRHI4BgmQgP8JQKw8Z84cmSxQ9R4ao8L/0Zo1a8o1hAYNGvh/oOyBBEiABEiABEiABEggoAQoULSImwJFiwBZnQRIgARIgATCmMDRo0fFwoULpSjx+PHjHmeSPn16h1gAi2xJkyYN45lz6CRgTACZ842EiHZl0ER2XggRcUHoq/2cO3duviQk4DMBZHecOHGi+OmnnwzbqFatmhg0aJAoXbq0z32wIgl4QwAiRByKgzARjzdu3DCtjkNxmlNi+fLlTcuzAAmQQOAI4JCOXiyMDftSpUoFbhBR0NPKlSuli4PeARnsIU4sU6ZMFFDgFEmABEggugmsWLFCtG/f3g0CPge6desW3XD8MPuhQ4eKyZMnO1ru06eP6Nevnx96YpMkQAIkEFgCO3bscDgrbtu2TalziLU0sSIesY7NIIFIIHD58mXppjht2jTD6dStW1e6KUJkwCABEiABPYFbt24Zihc1UeO9e/f8Ai1lypRxihezZcvmlz7ZKAlEO4EHDx5IZ0UkBF63bp0yjkSJEonq1atLoSIEixAfM0iABEiABEiABEiABMKbAAWKFl8/ChQtAmR1EiABEiABEggzAnfu3BFLliyRosQ1a9aYjh7CFggGYmJiBDL2MUggEghggdlIiHj+/HnbplewYEE3IWL+/Plta58NkQAITJ8+XbomQnCuDwjJhwwZIg9YMEjA3wSQidxZlKiSWRjiJk2UWK5cOX8Pke2TAAn4SGDMmDHis88+c9QuW7asWLx4sY+tsZoRgSlTpsjPbH00btxYjBgxQmTKlIngSIAESIAEooQABOvt2rVzmy0+J7p37x4lFAIzTbgk9O7d29FZnTp15HdsBgmQAAlEEoF9+/Y5xIobNmxQmlrOnDmlWEsTLEIkwSCBcCewadMmKVSMS3Dw5ptvClzcBw33V5rjJ4HAErh27ZoUMGoOjEgoql3nzp3zy2CSJEkSp3gxV65cfumTjZJANBJAkkYIFteuXSuQ5Fo1sN+Js1UQK+bNm1e1GsuRAAmQAAmQAAmQAAmEEAEKFC2+GBQoWgTI6iRAAiRAAiQQJgTWr18v5s+fL4WJelcO/RQgrKpdu7bAOkUdGwAAIABJREFUwZyXX345TGbIYZKAO4GnT58aChFPnTplGy5sWOsdEeGOGC9ePNv6YEMkoCewc+dO6fSAv+tG8eqrr4oBAwbITUoGCfiLADKQO4sSVTbo4OSpiRJfeuklfw2N7ZIACdhIAIdSjxw54mhx1KhR8tAewx4CEJxAoKgPiFCMRIv29MpWSIAESIAEQpkA7rFbt27tNsRBgwaJXr16hfLQw2psBw8elN9NtMiaNavAd20GCZAACUQqASQ4w2fMn3/+Ka/nz5+bTjVDhgwuYkUmTzFFxgIhTuCXX34RSMR09uxZt5FC2NO5c2eZ8C9BggQhPhMOjwRIINQJPHr0yCFWhGjx5MmTLv/2x/jjx48fp3gR+4X82+YP6mwzGghs375dihVXrVpleA8RFwO4lOPMFcSKTNQaDe8UzpEESIAESIAESCBSCFCgaPGVpEDRIkBWJwESIAESIIEQJnDixAkRGxsrRYlG7lrOQ0+bNq1DMNCgQQORPHnyEJ4Zh0YC7gTwHj906JAUJGruiMeOHbMNFTJHGwkREydObFsfbIgEzAjg4NC4ceOkayLEYfrInj27FDPAcYlBAv4gcPHiRRdR4t27d027KVOmjOMeA85rDBIggfAhAIeNZs2auQwYh/nx3YFhjcCtW7dEz549xR9//OHSUKJEicTQoUMpArWGl7VJgARIIOwJrFmzRrRq1cptHv379xfvvvtu2M8vVCaAQ7oPHz50DAcCRQgVGSRAAiQQ6QSQwE8TKkK06Py3MK65p0iRwuGqiEQ2dGmK9HdJ5M4PSdbgpjhhwgTDSVavXl2KFOF+xCABEiABfxDAXp+z26KzeBE/P3nyxB/dihdeeEEKGJF8F4/OPydNmtQvfbJREog0AriPnjNnjli6dKk4cOCA8vSyZMkiE39ArFivXj3leixIAiRAAiRAAiRAAiQQeAIUKFpkToGiRYCsTgIkQAIkQAIhRgDuiIsXL5aiRGwsm0WVKlWkaACLYPnz5zcrzudJIOgEsGGjFyJCkPjs2TNbxobFYSMhIg5gMEggmATwNx3CxLj+tuPQRL9+/USaNGmCOUz2HYEEzp8/7yJKNHNiBgK4I9aqVUveY0CgyCABEghPAu+9956YOXOmY/CvvfaaGD9+fHhOJoRGDZFnt27d3JLI5M6dWwwbNkzUr18/hEbLoZAACZAACQSLwPr160XLli3d1jvef/99gc9ohnUCjRo1EnBC0GL69OnS3YBBAiRAAtFE4MKFCw6xIkSLSKZiFnBogkgRh6zxiPV0BgmEG4Fdu3ZJoeKKFSsMh96uXTspVCxcuHC4TY3jJQESCHMCcHk1cl2EeFFlf8aX6SNRi7Nw0Vm8mCpVKl+aZB0SiHgCSOIKZ8UFCxaITZs2Kc8XgmAkRIBYERf/jymjY0ESIAESIAESIAESCAgBChQtYqZA0SJAVicBEiABEiCBECGABa958+bJ686dOx5HBSFi7dq15VWtWrUQmQGHQQKuBM6dO2coRFTJ5qzCMn369IZCRDoCqdBjmUASuH79uszmDHGi0fu/ePHi4sMPP5SHgRgkYBcBbIBDDLt69Wr5qPK3t3z58g5RYqlSpewaCtshARIIEoEHDx6IIkWKCDxqwUP71l+M5cuXi65du4pHjx65NFa5cmUpTixZsqT1TtgCCZAACZBAxBDYuHGjeP31190+N/r06SMT1DCsERg4cKCYNm2aoxE6VFrjydokQALhTwDrkFgH0twVr169qjQpfJ/RBItcE1JCxkIhRGDu3Lni22+/FceOHXMbFRJadu7cWbz55psiWbJkITRqDoUESCBaCVy6dClO8aJKkgFfuGXIkCFO8SL22xkkQAL/I4BE8hAsrl27Vty7d08ZS4UKFWTSQogVkcSQQQIkQAIkQAIkQAIkEFwCFCha5E+BokWArE4CJEACJEACQSSAzHmxsbFSlAhHOU+ROnVq6WKEC4tbzMIVxBeOXbsQuHz5sqEQ0Uxoq4oR73UjR8RMmTKpNsFyJBA0AvPnz5fCxB07dhiOgc4ZQXtpIrLj06dPu4gSHz9+bDrPihUrOkSJJUqUMC3PAiRAAuFDAM6Jzu5ML7zwgti6dWv4TCAERzpp0iQpQtRH06ZNxYgRIwQP9ITgi8YhkQAJkEAIENi8ebNo06aN2+G23r17CwjsGL4TmDFjhsD3ai1wGHDq1Km+N8iaJEACJBBBBLA+rwkVIVo8f/680uxKly7tcFasVKmSUh0WIoFgE3jy5Il0Uxw7dqzAz/rAGihEinBfZpAACZBAqBJAooG4nBevXbvml2HjDEpczosQeTNIIFoJbNmyRYoVV65cKS5evKiMAc7NdevWlWJF3FczSIAESIAESIAESIAEAk+AAkWLzClQtAiQ1UmABEiABEggwATgYITMWxAlYjHLLJC5FqLEevXqiYIFC5oV5/Mk4DcCN27cMBQi4vd2RNKkSQ2FiNmzZ7ejebZBAgElcPz4cTFx4kTxyy+/GPaLjOSDBg2iy1JAX5XI7Ayb1c5OiU+fPjWdKO4tatWqJe8vihUrZlqeBUiABMKTQLNmzcSGDRscg3/nnXfEgAEDwnMyITBqfG7/+OOPbiOhuCQEXhwOgQRIgATCgMC2bdtE27Zthd4Ro0ePHuLDDz8MgxmE5hB3794tE7lpkStXLoFDhAwSIAESIAFXAnCA18SKeDx58qQSIiQOrFmzpsNdMV68eEr1WIgEgkXg8OHDUqi4YMECwyG0aNFCChVLliwZrCGyXxIgARLwicDt27fjFC96I57ypnM4z0K8mDdvXpEvXz6RP39+xyOTaXtDkmXDncCJEyfEnDlzxNKlSwXuNVQjW7Zsci8WYkU8MkiABEiABEiABEiABAJDgAJFi5wpULQIkNVJgARIgARIIEAEcDgGTlq///6722Ek/RCwyFu7dm15QcTCIIFAEkBmZTh6YnEVl/YznBLtiAQJEhgKEXPnzm1H82yDBIJOYNq0adI1EZsV+sBm3pAhQ0THjh2DPk4OIHwJ4L3lLEp8/vy56WSqVKniECUWKVLEtDwLkAAJhDeBI0eOuH2PWLt2rShQoEB4TywIo79586bo3r27WL16tUvvSK4BN8X27dsHYVTskgRIgARIIBwJ/PXXX/JzQ+980a1bN0OH3nCcY6DHjAQtOXPmdOl2//79dDUO9AvB/kiABMKOgLNYUfWQNdbvsV+lCRaTJ08edvPmgKOHwJIlS6RQcd++fW6TTpcunejcubPo1KmTSJs2bfRA4UxJgAQilsCDBw/cxItIRoAEl2fOnPHLvOGuqBctQsCIpDEMEohkAkg8BWdFnP1CMirVwL0z7qUhVsTFe2lVcixHAiRAAiRAAiRAAt4ToEDRe2YuNShQtAiQ1UmABEiABEjAjwSw4BsbGytFiQcOHPDYU8qUKWXWLFzI/J0mTRo/joxNk8D/CBw9elTs3btX4PCWJkQ8d+6cbXhwCL5w4cJSkIgLP2NzgkECkUhg+/btYvLkyWLhwoWG03vttdekcxU35yLx1ff/nI4dO+YQJeIQmUpUq1bNIUrE32AGCZBA9BD47LPPxJgxYxwTrlq1qszwy/COAO6Ru3bt6pZ0AAllIE6sW7eudw2yNAmQAAmQQNQT2LVrl+jQoYO4dOmSCwsckh85cmTU8/EFQL169eTalhazZs0S1atX96Up1iEBEiCBqCSwadMm6a6IZFjOf089wcicObOLWDFDhgxRyY6TDn0C33//vVwfQWJOfZQpU0aKFJs1axb6E+EISYAESMBHAkjqAqGiJljU//zs2TMfWzaulihRIhenRWfXRZyHYZBApBHAeTAIFtesWSPgWq4alStXFg0aNJBixRw5cqhWYzkSIAESIAESIAESIAEFAhQoKkDyVIQCRYsAWZ0ESIAESIAEbCbw5MkTsXjxYilKXLFihWnrFStWlE6JderUEXQ0MsXFAhYIQCSLAwa49uzZIx+RUdGOePHFF92EiBDDxI8f347m2QYJhDSBx48fi/Hjx0vXRL0TBgYON4cPP/xQvPrqqyE9Dw4u9AjAAU1zSoTzmUog+2atWrVkwgM6pakQYxkSiEwCFSpUcMmOPXr0aPH6669H5mT9NCu4LUCciEM8zgHxN8SJRYsW9VPPbJYESIAESCDSCWBNBofh9QmiOnbsKD755JNIn77t83vvvffEzJkzHe0OGTJEuh8zSIAESIAEvCcAt1/NXRHJ2FQiVapUDldFuCvygLUKNZYJJIHTp09LN8XffvvNsFus27/55puifPnygRwW+yIBEiCBkCCAv5FxiRcfPnxo6xjhugjBorNoES6MTOxqK2Y2FkQCGzdulGLFlStXiitXriiPBHsNSL4EsWKJEiWU67EgCZAACZAACZAACZCAMQEKFC2+MyhQtAiQ1UmABEiABEjAJgLYrJ03b568bty44bHVPHnyONwSISBgkICdBHCIWhMiOj/qD1f70icOF+gdESFETJIkiS/NsQ4JhD0BbDBAmBiXeAwHG/r37y9wUIdBAioE4GariRLXr1+vUkUKEjVRIjZzGSRAAtFN4I8//hBvvPGGCwRkxub9mvr7AokHjFysWrZsKYYPH063e3WULEkCJEACJBAHgX379okuXbpIJwvnwGf4559/Tm5eEPjxxx/FoEGDHDUaN24sJkyY4EULLEoCJEACJGBEAHsLmlgRh61VImHChA6xItxsCxYsqFKNZUggIATwfkYCp23btrn1lzx5cgFHaySRgICGQQIkQAIkIMSFCxekePH48ePi2LFj8sLPp06dshVP4sSJ3USLmpAxRYoUtvbFxkggUASOHj0q5syZI5AIEf9vVAPncZDcHmJF3E8zSIAESIAESIAESIAEvCdAgaL3zFxqUKBoESCrkwAJkAAJkIAFAsh0HhsbK0WJ2Kz1FNjcghgRV0xMjEifPr2FnlmVBP5H4P79+25iRDglWo3MmTO7CBEhQoQwMWXKlFabZn0SiAgCly9fFhMnTpTiRDjn6qNkyZLSNREuSwwSMCOAv9uaKFHlwFe8ePHk/YQmSkTiAwYJkAAJaATefvttMX/+fAeQNm3aiK+++oqAFAkgscDPP//sVrpPnz6iX79+iq2wGAmQAAmQAAmYEzh48KB068UhT+fgZ7c5O+cSEBm88sorjl/hIOu6deu8a4SlSYAESIAEPBI4cuSIFCti/QqPqlGxYkV5sBpXuXLlVKuxHAn4lcDUqVPFt99+K65everWDxyMkHSwdevWfh0DGycBEiCBcCbw+PFjN9GiJl68ffu2rVPLmjWri3hRc1984YUXbO2HjZGAPwkgwT2cFbFvs2PHDuWucDYHe8EQK+KCmJdBAiRAAiRAAiRAAiRgToACRXNGHktQoGgRIKuTAAmQAAmQgJcEnj17JhYvXixFiUuXLjWtXb58eVG7dm2Z5apYsWKm5VmABOIicOvWLbFnzx4XQaL+EJu39BIkSCBKlCghL2y8akLEdOnSedsUy5NA1BCYO3euFCbu3r3bcM4ffPCB6Nu3b9Tw4ER9IwDHFBzqwrVp0ybTRvD32lmUmDt3btM6LEACJBB9BLDRjXs658Dn1ssvvxx9MLycMdi99dZbbq7IOAQwdOhQ0bZtWy9bZHESIAESIAESMCdw+PBh+fkDJ3XnaNWqlfjmm2/MG2AJmbwrb968LiTgVMAkW3xzkAAJkIB/CMD9V3NWxOPDhw+VOipSpIhDrAjBItwWGSQQLAJXrlyR91pwYjaKBg0aSDfFqlWrBmuI7JcESIAEwpLApUuXHE6LmmgRj6dPn7Z1PkmSJBH58uWT4kVNtKg90nXRVtRszA8EcNYMgkXcS+P8mWpUqVLFIVaEeJdBAiRAAiRAAiRAAiRgTIACRYvvDAoULQJkdRIgARIgARJQJIBMVsho9fvvv4tr1655rAXRgOaWCGEigwS8JYDMrXDldL5OnTrlbTMu5ZMlS+YQIzqLEi01ysokEEUEcHB08uTJYubMmYazrlmzphg8eLAoXrx4FFHhVL0hAJG5JkrcsmWLadVEiRK5iBKZEdYUGQuQQMQQOHPmjPDl/zxcAODg6xwXLlyIGC7+mgj+PsPBSn+/XbBgQTFs2DCZpZhBAiRAAiRAAv4igMOaECnu37/fpYvmzZuLsWPH+qvbiGoX38fxnV0LHParVKlSRM2RkyEBEiCBUCRw/vx5F7GiqmtSjhw5XMSK6dOnD8XpcUxRQABrtKNHj3ZLVoSpI2Fc586dpaOiL2s0UYCPUyQBEiABZQKPHj1yuC4eP35cihg1AeOdO3eU21EpmC1bNjfRIsSLOXPmVKnOMiQQUALr1q2TYsU//vhDIImiauA8Qv369aVgEYlAGCRAAiRAAiRAAiRAAv9HgAJFi+8GChQtAmR1EiABEiABEvBA4OLFiyI2NlaKEuNyytKqJ02a1CFKjImJERkzZiRbElAigE18vRjR6kHy1KlTu4gRS5YsKRfiGSRAAr4R+OGHH6RrIjKE6wOZOCEG6dChg2+Ns1ZEE9i1a5dDlLht2zbTuSLrq7NTIg5sMUiABKKDwOrVq8WyZcvk4U4IFCE2xOayN4HyO3fudFQZOHCg6N27tzdNRF3ZhQsXSnGiPiB0gDgRDuMMEiABEiABEvA3gRMnTkiRItaHnKNJkyZi3Lhx/u4+7Nvv1auXPNCnxciRI6WggEECJEACJBA4Akjsie+za9asEThojf01lUiVKpWLWPHFF19UqcYyJGArASQlhKPi2bNn3dqFQxdEih07drS1T9XGFixYIF599VXV4ixHAiRAAmFHAPcMetEixItYI7czcJ5Hc13Uuy8mT57czq7YFgn4RODQoUNizpw5YsmSJYZnEuJqFIkU6tatK/eT4LLIIAESIAESIAESIIFoJ0CBosV3AAWKFgGyOgmQAAmQAAkYEMCCD0SJixcvNuXz0ksvidq1a8sLIjAGCXgiAHGTXoxo5shpRhRiWM0RUXuEiyeDBEjAOgFkUIYwMa7PAxwWhfiDWTets46kFuC6rDkl/vXXX6ZTg8OtsygR2V0ZJEAC0UdALy4sX768TJaiGhBEN2jQwKU4hNH8jIqb4HfffSc++eQTtwKtW7cWI0aMEEhCwCABEiABEiCBQBHAmtHbb78t8JnuHDiQPnHixEANIyz7mTRpkkwsoEWLFi3EmDFjwnIuHDQJkAAJRAKBhw8fSpGidh08eFB5WtWqVXMIFrnnpoyNBW0gAAcviBTHjx9v2BrWbyFUxGMg4tdff5XjgUBnyJAhonv37oHoln2QAAmQQMgQgOuis9Oi5riIx7t379o6zuzZszvEi0j6rAkYmUTUVsxszAsCV69elYmY5s2bJ/bs2aNcE4nMcXYN+0244sePr1yXBUmABEiABEiABEggUghQoGjxlaRA0SJAVicBEiABEiCB/58AHBKxuANh4pUrVzxyQQYqbEDhqlevHhmSgCGBo0ePOsSIWDSEMPH27duWaGFxXC9GpJDFElJWJgFDAvfv35cHQCFOvHHjhlsZfA7ANfGVV14hQRKQBLZu3eoQJZq5LqM8RC/OosQsWbKQJAmQQJQTwEF6HN50DiROKVOmjBKZjz76SH5uaYHvKT/99JNS3Wgs9P7774sZM2a4Tf2DDz4Qffv2jUYknDMJkAAJkEAIEMABdDgpIumJczRs2FBMnjyZB8vieI02bNggmjVr5vLshQsXQuAV5RBIgARIgARAAAm8NLHixo0blaGUKlXKIVasWrWqcj0WJAErBLCfB2HgsmXLDJuBk2KnTp0EBCz+CrS/dOlSl+ZXrlwpihUr5q8u2S4JkAAJhBUBfN/TXBed3ReNnHCtTAyui/h77yxa1MSLSD7KIIFAEYBYERfcyr2JGjVqOMSKSHzOIAESIAESIAESIIFoIECBosVXmQJFiwBZnQRIgARIIKoJXL58WbqSQJS4c+dOjywSJ07sIkqkkCCq3zpuk9+/f7+bM+KDBw8sQYILIjIEOwsSM2TIYKlNViYBEjAnsGLFCinwWL9+vWHhzp07iwEDBtBVyRxlxJfAIVjNKfHAgQOm802VKpWLKDFTpkymdViABEggeggYHT6DEB6OQCqhT1oBoT0clxiuBOBe3q1bN4G/4c6RJk0a6bzUqlUrIiMBEiABEiCBoBI4d+6cdFKEE7Jz1K9fX4oUEyVKFNTxhWLnN2/eFIULF3YZ2qlTpwTWc1UDrklwFkiePLlqFZYjARIgARLwgcCJEydc3BVv3bql1EqePHkcYsXq1auLlClTKtVjIRLwlQCS2kKoiGSk+kACQ6zjwFHRH/dmX3/9tfjqq69cuoUgZtWqVSJJkiS+Ton1SIAESCDiCcDF2dlp0fnne/fu2Tr/XLlyye+hhQoVko/aRcc6WzGzMQMCf/75pxQr4kyDNwnScfaoQYMGUrBYsGBBsiUBEiABEiABEiCBiCVAgaLFl5YCRYsAWZ0ESIAESCAqCSDrJUSJCxcuNJ0/HEtq164tr9KlS5uWZ4HIJvDkyRM3ISKcEZ89e2Zp4gUKFHBzRkydOrWlNlmZBEjAOwLnz5+XIpApU6YY/p9Gxm64JjJbt3dcI600Nn0gSsTjkSNHTKcHwYuzUyKF5qbIWIAEopbAO++8I2bPnu0yfxxmgNNE1qxZPXJB0hWI7pyDrkHuyJCUpmvXrkKfSbtIkSJSnIhDrgwSIAESIAESCAUCFy9elE6KW7ZscRlO3bp1pUgRLg4MVwL6ZA2LFy8WZcuWVcYEd+X58+cLuFpDbAARAIMESIAESMC/BG7cuOEiVoS4XCWwvobvb9qVPXt2lWosQwJeE8De3+jRo8WYMWME9gf1UaVKFXnfgMP+dgbuARs3buzWZIcOHcSnn35qZ1dsiwRIgASihgDWyyFYdBYtwn3RbtdFnPvQxIqaeJHfL6PmbRbwiSKR+pw5cwTWQLx5LyNZekxMjBQrVqxYMeDjZockQAIkQAIkQAIk4E8CFChapEuBokWArE4CJEACJBA1BPbt2ydFich4iUM+niJHjhwOt0RkJ2dEJ4H79++LPXv2uAgSDx48aBlGsWLF3MSIPFhmGSsbIAFLBCAIgWsiPiuMol+/fqJPnz6W+mDl8CSAgyeaSyJEiSdPnjSdSLp06VxEifg3gwRIgATMCEAEP3XqVLdiENQNHz7cY/X27dvLbLlawO135MiRZl2GzPM4lJogQQLhzwQdEBzAjUofderUEUOHDhX58+cPGR4cCAmQAAmQAAmAwOXLl6VIcdOmTS5AkAAFIsUUKVIQlBMBJGtA0gYtPv/8c/HGG28oMVqzZo2bi/L3338vmjZtqlSfhUiABEiABOwhsG7dOodgcdeuXUqNwr3OWayod9RVaoSFSMCEAFwU4aaIPWajaN26tRQqFi1a1BaWWJOGmOXRo0du7f3222+iRo0atvTDRkiABEiABIR48OCBm2hREzLivIgdgfsVI7dFnEtikIBdBC5duiSdFXG/AuGiaqRNm1ZgnwRiRbuTLqiOgeVIgARIgARIgARIwE4CFChapEmBokWArE4CJEACJBDRBK5duyYWLFggF2C2b9/uca4JEyaUYgI4JWLxhRlXI/qt4Ta5mzdvujkjYuHZSuA9VaJECbcLTjgMEiCB0CCAxXkIE2fNmmU4oFq1aknXRLsOFoTGrDkKMwLYcNRcEvGoknESmdudnRLhnMggARIgAW8IfPbZZzIjvz5Spkwp4PyHR6M4d+6cKFeunMtTS5YsEXCCD5fo27ev+PXXX0XJkiUFPnubNGkiChYsaNvwv/32WwGRgj4gWoD4k8lCbEPNhkiABEiABGwmcPXqVSmwX79+vUvLOJQOkaI/xf02T8XvzX333Xfik08+cfTTtm1b8eWXX5r2e/v2bSls0Se089aB0bQjFiABEiABEvCKABLJOQsWjdzrjBosX768/LuOz0r8zCABOwksW7ZMChWR3FQfmTNnliLFTp06xbmG481YWrVqJZBEQR9Yh8bv8cggARIgARLwL4Hz58+7iBc190WsydsRWPPX3BadBYwZM2a0o3m2EcUEnj59KsWKuPRrSp6wxIsXT+7RNGzYUAoWIV5kkAAJkAAJkAAJkEC4EaBA0eIrRoGiRYCsTgIkQAIkEJEE4B4CUSJcMsyiVKlSUpQIUcFLL71kVpzPRwCBK1euuIkRT58+bWlmyZIlcxEi4nB1kSJFLLXJyiRAAv4lAGEirjNnzrh1hA0hCBPhSMWIDgK3bt1yESUiy6RZZMqUyUWUmCpVKrMqfJ4ESIAE4iQwbtw4MWrUKMPnhw0bJuAKZBT6w/goc+HChbAhjc/hChUquIx38ODBomfPnrbMAQ7IcBfQx4ABA8Q777xjSx9shARIgARIgAT8SQBOw3BSXLt2rUs3VatWlSJFux3b7969K5D0LVeuXP6clu1tI7kM3IucQ+WeqFevXvLAnnMkSZJEHkJF8jEGCZAACZBA8AlABOAsVsQej0rgoL+zuyLcixgkYAcBrOEgGdKdO3fcmoMwFiLFxo0bW+pq7Nix4tNPPzVsAwJco7UOSx2yMgmQAAmQgDKBe/fuiUOHDonDhw/LR+26fPmychueCkKgaOS4GFcSQ1s6ZSMRTWDVqlVy7QNn6fD+VQ0kwoRQEVfevHlVq7EcCZAACZAACZAACQSVAAWKFvFToGgRIKuTAAmQAAlEDIEDBw5IUeLvv/8ukMnMU2TLlk0KCnDFxMSIBAkSRAwHTsSVADau9+7d63LpM6J7ywyuWHpnxPz583vbDMuTAAkEicDGjRulMBHZjo2iadOmYtCgQXTSDdLrE8hucej2zz//lMJEXNevXzftPkuWLA5RIjJIcjPQFBkLkAAJKBL4+eefRf/+/Q1LZ82aVfz111/CyIkb322cY+TIkaJz586KvQa/2HvvvSdmzpzpMhAc8mszLNc2AAAgAElEQVTZsqWlweHAateuXcXmzZtd2oHDwNChQ0Xz5s0ttc/KJEACJEACJBBIAjdv3pROivje4hyVK1eWIkWr7grHjx8XX3zxhXQD+vvvv+Whsw0bNgRyipb7wmc/EoY5h5lAcfXq1aJNmzZufVeqVEmuMzNIgARIgARCjwAOVDuLFY8cOaI0yOzZs7uIFek+p4SNhTwQOHv2rHRT1K9paFWwzwBHRRzs9yV27Ngh3YviCogXO3To4EvTrEMCJEACJOAnAkgw5CxY1ASM+E5vR+TIkcPQcZFJGOygGz1tYO1nzpw5YtGiRcKbs1N58uQR9evXl2LFcuXKRQ8wzpQESIAESIAESCDsCFCgaPElo0DRIkBWJwESIAESCGsCWOCLjY2VosStW7d6nAsO80KQCLfEOnXqiJw5c4b13Dl4dwI4QKWJEbGohp9VxCaeWMIdSy9GDLcM8nyvkAAJ/I/A7du3xaRJk6Q4EW55+sD/bbgmNmrUiMgimAA2WjRRIh6N3gv66UP8AzEi7iPwmDx58ggmxKmRAAkEiwC+0/To0SPO7vEZ9sorr7g8v2nTJtGkSROX3+3fv1+kT58+WNPwql8kE4EA4MmTJy71cLgPf299je3bt0txol6UgPt6uFG+/PLLvjbNeiRAAiRAAiQQNAJw6IGTIrLeOweciCFSRDIVX2PlypWiXbt2LtUh0MPndDACrhOY0/vvvy+SJk2qPAR94oY//vhDFC9e3LA+DohWqVJFukXqo3fv3mLgwIHK/bIgCZAACZBA8Ahgb1ATLG7ZskVpIEg45uysiMPWDBLwlcCaNWukUNHo/Zc2bVrppgihordrNc+fPxcFChQQcLc2Cjg+474wX758vg6d9UiABEiABAJEAOvURo6LDx8+tGUE+CzQOy7iM4RBAmYEkPwfzorYn4KgVjVwX1OvXj0pVqxbt65qNZYjARIgARIgARIggYAQoEDRImYKFC0CZHUSIAESIIGwJIANFyyQ4KAMNmg8BTJna26J5cuXD8v5ctDuBJAVHS4yuJBFFGJEiI+sBDLo4v3iLEiEWw2DBEgg/AksXbpUChMh5DCKLl26yMOHyZIlC//JcgZuBJDNWnNJhCjx/v37ppSQhdRZlOjNoVjTxlmABEiABAwI4DtO27Zt42RTtmxZsXjxYpfncWh/xowZLr8zcwpyLvzgwQP5+Yh73mA4ChqNH+ODSKJYsWI+vU/mzp0revbs6VY3JiZGihNffPFFn9plJRIgARIgARIIBQJwjYJIEcI753jppZekoA9rW76EkZMgkiCMGzfOl+Ys1UESGSRlwMG4F154QUycOFHgPkgl9AJFiAVatWplWLVbt24y8Z1RwNmaB+xUiLMMCZAACYQWgaNHj7q4K8Yl7NKPumrVqg7BYqlSpUJrUhxN2BD44YcfpFDx6tWrbmPG3iNEii1atPBqPlgn0iencG6gSJEiYsWKFSJhwoRetcvCJEACJEACoUEACbiNHBftGB0SuEO0qF2FChWSPzMZtx10I7ONR48eSbEirrjOVBjNPEGCBNIoAGJFXKlSpYpMQJwVCZAACZAACZBA2BCgQNHiS0WBokWArE4CJEACJBA2BHAoRRMlnjlzxuO4kTFcEyXiIGqiRInCZp4cqDEBiBA1MSIezd4DZhxxMFnvjJghQwazanyeBEggzAicPn1aCi+mTJliOPLSpUtL10S4JjAii8DJkyddRIl6dy6j2eLwq7MoMXHixJEFhbMhARIIaQLItN+4cWOPY8Qhei3pCjaLc+fO7VL+p59+kllrzQJOQfh8xOF7uNJDhI0Db3nz5jWratvzcbknooPdu3eLzJkze93X119/Lb766iu3eh07dhTDhw/n90KvibICCZAACZBAKBJAgoG3335bLFu2zGV4EFRApOjLYUMkcnn99ddd2sP3ISQES506dcAwwD0C90O7du1y9IlDlXBGHjRokOlnuf5eAI5FH3/8sdv4wQ73B3EFBC5w12KQAAmQAAmELwGIxDRnRTwigZlKQEimuStWq1ZNpQrLkICDANZbIFKcOnWqIZVGjRpJR0VVl2rc2w0dOtQjYSRpGjx4MF8FEiABEiCBCCJg5LYIMaMdkTx5cje3RQgXfVmPt2M8bCN0CSAJAsSKy5cvF9iPUo1y5cqJhg0bSrGiL2tUqv2wHAmQAAmQAAmQAAnERYACRYvvDQoULQJkdRIgARIggZAmgIzZCxYskE6JKhmaIEpEZiZc+sO6IT1RDs6FADaKNUGiJko0c8r0hLBgwYJuYkRm7eKbjgQin8Bvv/0mxRcHDhwwnGz//v3Fu+++G/kgomiGR44ckaJEHK7FpRK4X3AWJTLbtAo1liEBEvAHgf3794s6dep4bBqbuproHp9zffr0cSlv5p6Iv5MTJkyQiV/0G8o4hAnHYYgAAhH9+vUT06dPd+sqXrx4AuJFPHoTvXv3FnPmzHGrgkQEPXr08KYpliUBEiABEiCBkCfw+PFj6aS4ZMkSl7EWL15cihTz5Mnj1RzWrFlj6DQ4YsQI0aVLF6/aslJ4/fr1cbo658+fX4wfP16u8cUVODTXoUMHj/dH169fF3DKQpIGoyhQoIBYu3atlWmwLgmQAAmQQIgRePr0qYtYEQJ8lUCiS02siEfuK6lQYxkQ2Lp1qxQqGq1RJ0uWTIoU4aiod3/W09u3b5+SqzPWeSpXrkz4JEACJEACEUwACX2M3BbN9gRUkaRLl87QcTFNmjSqTbBcBBPYuXOn3H9ZtGiRuHLlivJM8+XL53BWROJoBgmQAAmQAAmQAAkEggAFihYpU6BoESCrkwAJkAAJhCQBiAsgSsSGCjYOPQUO3mhuiRUrVgzJ+XBQcRPAwWi9GPHSpUs+I8P7Qe+MmCRJEp/bY0USIIHwI4ADJhAmGokUMBt8ZkCsUKRIkfCbHEfsRgCCHk2UuGHDBiVCOKzrLEoMlBhHaXAsRAIkELUETp06pZRBf9u2bSJnzpxuh9gg0Bs4cKAhP4gOIGxcuXKlR76zZs2Shy/9HbjfhxMkxBX6yJgxo3RrUo2LFy9KVyVwcQ5kfB42bJh47bXXVJtiORIgARIgARIIKwJYM4WT4sKFC13Gje+6EClC0KcacJZq0aKFW3G4K6t+z1Lty6xc3759xa+//mpYDAllevXqJVDGKLkMkhwgU79z6A9rtmnTRqxevTrOYeB5I0dms3HzeRIgARIggfAhsHv3bhfBokqCzPTp07uIFXPkyBE+E+ZIg0YAyaVGjx4tzpw54zYGuFVBqNiuXTuP40O5mzdveiyTJUsW+Z6miDZoLzU7JgESIIGgEcBnhJHjYlxJebwdKMT0+CwqVKiQi4CRZ3C8JRk55XFfA2fFuXPniuPHjytPDHs/MTExUrCI8xoMEiABEiABEiABEvAXAQoULZKlQNEiQFYnARIgARIIGQJHjx51iBJxONdTZMqUySFKrFevnkiaNGnIzIMD8UzgxIkTQnNFxKM3h4/1LeOQVNmyZcVLL70kHyFM9NZpha8XCZBAZBGYNGmSFCfiUKI+sDkPYeIbb7wRWZOOwtns2rVLZp+GMBHZqFUCGRqdRYkqdViGBEiABAJJAAcGihYtatpl586dRfv27UW1atVcyuLvIg4JaAHxHxK+4LPx4MGDpu1+9NFHUuQQiBgwYID46aefDLsCg1WrVikNY8uWLVKcePnyZZfyZcqUEUOHDhVMYKOEkYVIgARIgATCnACcFBcsWOAyi4IFC0qRovO9gadpQoTYrFkzwyKxsbEysUCg4t69e3Ld19P6MBKUff/994bz0zsRIVEDeCBwb2TmrDxmzBhDsWag5s9+SIAESIAEAkvg9OnTLmJFOO2aBUTyzs6KTIRnRiy6n8e9DdwUce9iFNjnhptiXAmjIGJcunSpKcRGjRrJ+z8GCZAACZAACYAA1syNHBfxuWRHwGkawkXt0gSMdrTNNsKHwP3796VYEZfqnj1mlyhRIukSDbEiLjhMM0iABEiABEiABEjALgIUKFokSYGiRYCsTgIkQAIkEFQCd+7cETjkgsMhKtm4a9asKWrXri0vuB8xQpsAXl9nMSJ+/ueff3wadIoUKRxCRAgScaVLl86ntliJBEgg8gisX79eChNXrFhhODkctBw8eLDImjVr5E0+SmYEZyxNlLhz506lWRcoUECKEnHhHoJBAiRAAqFOQH+g3mi8SM6Cw2njx493eVpzB0LG5GnTpokffvjBTbgX1/wDKU705J6I8dWoUUPAYcAs4Pb47rvvuhVr2LChFCe+8MILZk3weRIgARIgARKIGALdu3eXid+cA0lacEhdJQHCpk2bRJMmTQx5tGzZUnz77bcBZYWEZvXr1xfPnj2Ls18cZuvXr5/A3OPHj+8op7+fGjdunJzb1atXxcsvvyxu377tcS5Yo0ZSNAYJkAAJkED0EcBnBFzotEvVEQbuvZpgkYlyou99ozpj3N9AqGgkNsS9DESKWO+B4MM5sL6DvQ2VYKIFFUosQwIkQALRTQDJGYwcFz19//aGWLFixYTzhTUJnuvxhmB4l8V9DsSKy5cvF0+fPlWeTKVKlRxiRTqVK2NjQRIgARIgARIggTgIUKBo8a1BgaJFgKxOAiRAAiQQFAJr166VokRccPbwFFiwQtZsXJUrVw7KeNmpGgE4s+zYscMhSjx8+LBaRYNSyLCmuSNCjIjMawwSIAES0BOA2xSEibggitZH7ty5xZAhQwTECozwI4BDsnBJxLVv3z6lCeDzQxMlxpV1WqkhFiIBEiCBIBDA59ajR49Me06QIIHL5u5XX30lqlatKiZOnCgg3EPWWtUIpDgRYxo0aJD48ccf4xxe8+bNxdixYz0O/4svvpCH+vTRpUsXMXz4cLqqq774LEcCJEACJBBRBHr16iUPgTkHDrhDpFiiRAmPc0WW+1dffdWwTOLEiaUbc/LkyQPK68svvxSjR4827bNkyZLyHkhLZvfpp5+63EvAYRLJC9q0aSNWr17tsT0cmjxw4IBpnyxAAiRAAiQQHQSwNqmJFbdv3640abj2Yk0S39EhjE+VKpVSPRaKHgJwvsY9zpEjR9wmjfsZiBQhVowXL558Hnutqsn3cL+G92z27NmjByhnSgIkQAIkYAuBo0ePOhwX8dkDEaNqsgazAeBzSS9cZEJ6M2rh/zzun+fMmSMWLlwocKZDNXA/DVdFnO8oXry4ajWWIwESIAESIAESIAEHAQoULb4ZKFC0CJDVSYAESIAEAkbgxIkTDlHiyZMnPfabIUMGhyixbt26Au55jNAicO3aNRcxItwR792759Mg06ZN6+aOmDJlSp/aYiUSIIHoIbBo0SIpTMRBSqPo2rWrFEEkSZIkeqBEwEyRxACCRLglYvNLJSBiRyIDCBNx+IdBAiRAAuFKAJutuM82iyxZsoi+ffuK+fPnCxyYxHemVatWeXQZMmoz0OLEixcvijJlynicXs+ePT06A/To0UN+r9QHhAcQIDBIgARIgARIIJoJvPPOO2L27NkuCOAqDJFi6dKl40QDx/pXXnklzuch+uvQoUNA0cK9AS6KcBsyi2TJksn7Bxzox1oB1gOcAyIA3DuZBfrzlEjBrD6fJwESIAESiFwCWKd0dld88OCB6WQhfK9SpYoUKuIRh60jMa5fvy7Sp08fiVPz25yeP38uEy/hevLkiVs/ECTivgbrPQisf9+8eVNpPEj6Ghsb6+IwrVSRhUiABEiABEhARwDJ5o3cFs+dO2eZFUT1eqdF/Jv7+pbRhmQDf//9t0yqNXfuXIGfVSNz5syiQYMGUrDIxMSq1FiOBEiABEiABEiAAkWL7wEKFC0CZHUSIAESIAG/EoBzBzJB4gApNu7MAgsKtWvXliKD/PnzmxXn8wEksHv3boczIsSI3iwa6YeJg9fO7oj58uUL4EzYFQmQgJ0ELl++LA8L4m93oAIidwgT4zo0COEDXBPpuhuoV8RaPzh0qrkkQpSomo1Tc1iGKBGHfBgkQAIkEAkEcGARiV1UonPnzmLLli1Kh/aN2hswYICAiCGQgc/nKVOmeOwSDoh6UQEq4NADfg/HdudA9uVhw4aJRo0aBXIq7IsESIAESIAEQpYAhHi//vqr2+clRIo4sG4UWOv797//HeecihQpYuo+6A8g+P6P9QZVd2jcS73//vvitddecxkOEqHduXPHdIhMeGCKiAVIgARIgASEEJcuXXIRK164cEGJC/bF8FmFq0aNGkp1Qr0QkhxASIf5fP/996E+3JAb37Fjx6RI0SgREwb7xhtvSDfFr7/+WooOVeODDz5QSs6g2h7LkQAJkAAJkIAzAXy/hnBRuzTHxatXr1oGhXNierdFJGxkRA4BvH8gVsSF9SjVSJo0qUzeALEirsSJE6tWZTkSIAESIAESIIEoI0CBosUXnAJFiwBZnQRIgARIwC8E1q9fLzdT5s2bJ8yyiGquRxAlYlOOEXwC2EzFQhAO/2qPRhk8VUaaKVMmN3dEZj1TIccyJBAeBDp27CiWLVsmcubMKfBz27ZtRerUqf02+BkzZkhxIjY6jGLgwIGid+/efuufDdtD4OHDhw6XRIgTT58+rdQwBO6aU2KlSpWU6rAQCZAACYQTAWyu7tu3z+9DDsbnJQ5wli9fXiDrsqcYN26caNKkiUuRjRs3SnGi3l2yXLlyUpwYl9jC7yDZAQmQAAmQAAmEKAGI9PD92TlwoA8ixQoVKriNeteuXTIjvafAd/9SpUoFfMaYB+ajGpoYsUCBAgLfIXfu3KmcaA0H/3G/wiABEiABEiABVQKPHj1yESseOHBAqWq2bNlcxIr4d7gFEiI4OxTjHuPnn38WadKkCbepBH28K1askEJF3JPpA4mZkJRx8eLFyuOMHz++3LcpUaKEch0WJAESIAESIAGrBJDYeP/+/S7X0aNHrTYrMmbM6BAtIoEtBIw4Z8aIDAKLFi2SYsXly5d7NaGqVas6xIoUsXqFjoVJgARIgARIIOIJUKBo8SWmQNEiQFYnARIgARKwjQAc9TRRIjI+eop06dJJgQEyYNepU0ekSpXKtnGwIe8IPH361CFE1MSI58+f964Rp9LYJHN2R8yVK5fPbbEiCZBAaBOAQ+5bb73lMsj+/fuLd9991/aBY2MewsS4Mgnj8wSuTIUKFbK9bzZoDwFkQ4RDouaWqJpZvGTJkg5RotFBWntGx1ZIgARIIDQING3aVECM588IhnMi5vPRRx/Jz3KzmDNnjsDGshYzZ84U7733nlu1V155RYoTw/EQpxkDPk8CJEACJEACdhDo16+fmD59uktTGTJkkCJFvQv9nj17RExMjMdu27RpI7766is7huZ1Gx06dPD6oBrWCbBO6c2YVb+nej0BViABEiABEogaAkj8iSSuuDZs2CCePXumNHfNWRGf0RUrVlSqE8xC169fl+IAfWBPEMLFvHnzBnN4Ydv3hAkTpFDx9u3bLnPImjWruHjxolfzyp07t3TATp48uVf1WJgESIAESIAE7CSApLV60SKSNJolujcbQ4IECdycFnFvwrNnZuRC+/ktW7YI7BEtXLhQ3Lp1S3mwEK5qzopFihRRrseCJEACJEACJEACkUmAAkWLrysFihYBsjoJkAAJkIAlAsgMOn/+fOmUCNGBWVSrVk2KDHAVLFjQrDif9wOBU6dOSVdETYxolI1TtVtk7YRbibMgEVk5GSRAApFP4OrVqwJ/0//55x+Xyc6ePVv+3q6AiHrSpElS0GC0AQ+3RggT4dzICD0CeH9ogkTcJ1y5ckVpkKVLl3aIEuGOxSABEiCBaCHQvn17gaz5/opgOCdiLji4iO8NKocO1qxZ4/iu+Omnn4qxY8e64Xj77bel4JFBAiRAAiRAAiTgmQA++6dNm+ZSKG3atFKk6PzdHYcD4eTsKXC4fe/evUE55H7z5k3pMqV3U7bz9YdzIhwUGSRAAiRAAiRgF4GzZ886hIoQLKoKzCDug1ARn31IzhOq+25G9xlghzX7H374QY6f4T0BJJEdPXq0ixv2119/Lb788kvl95DW6+uvvy7bYpAACZAACZBAqBE4fvy4Q7iINQmIGC9dumR5mEiWAKGi5rSIn5lU3TLWoDSA9wicFXHhvlo1kNSyQYMGomHDhm4JulTbYDkSIAESIAESIIHwJkCBosXXjwJFiwBZnQRIgARIwCcCcPWAKBFOVvfu3fPYBoSImijRTtGKTwOPskr37993ESNClOjrQR5kINOLEelWEmVvKE6XBJwItGvXTqxcudKFCQ5KnDhxQiRJksQWVhAoQJi4atUqw/ZatGghBg8eLDJnzmxLf2zEHgIQIUKUqLkl6kWscfWCz5iaNWvKewYI3xkkQAIkEI0EevToEadbsFUeEPRB2BeMgNMhEg6oxMGDBwWEE3Bphluzc+A7Cdrq3LmzSlMsQwIkQAIkQAIkIIT83gyRgHPAUQAiRXwHQ+AgYJ06dUx54WB8sBIEwQEILo7+CtyHffjhh/5qnu2SAAmQAAlEOQEk7MHeKlwVIVaEe7FKJE2aVAr9cNWvX1/kyZNHpVpAymDdF2u6RvvE+P4OJ8DmzZsHZCyR2Mm6deukKBEBV2gkh1Rda3fmgftAHNJnkAAJkAAJkECoE0CCZM1tURMtHjlyxPKwsQYCoaL+wv0KIzwIIHGVJlb0Jgk/km3FxMQ43BVDNfGHN6/C5s2b5TlArGMxSIAESIAESIAEjAlQoGjxnUGBokWArE4CJEACJKBM4PTp0w5RotkiUJo0aaTAoHbt2vLCAVOG/wngddmxY4dDlIjDvb5G7ty5XQSJcLNikAAJkAAIwDnXSOCARX29aNEXYth8gDARF4TW+sAhDBwa/Ne//uVL86zjBwLI6qwJEiFOvHv3rlIvlSpVkgdia9WqJUqWLKlUh4VIgARIIJIJDBgwQPz000+2TzGY4kRv3BMTJUokD2p27dpV7N6924XDCy+8IMWJ/Py3/e3BBkmABEiABKKAAO4F8B3bOXBICyJFrN0eOHBAPpoF1geXLl1qVsxvzw8aNEj8+OOPfmkfTpM4tMYgARIgARIggUAQwOF7fP/FBdGi0Tq40TjgBgSxItZTcQU7xowZIz777LM4h4HkQ7gPiRcvXrCHGhb937p1S2zatEm+J/AIcYbVwJ49kkFmyZLFalOsTwIkQAIkQAIBJ/D48WM30SLuo8wS6asMtHDhwm5uixkzZlSpyjJBJoDklhAsens2pUaNGg6xYji+1rjvxv03olWrVjIhCIMESIAESIAESMCdAAWKFt8VFChaBMjqJEACJEACHgk8efJEulbAKRFZqs0Cm2KaWyIWcxj+I4Asmc5iRPx8+/ZtnzpEBla9O2I4Lsb4NHlWIgES8IoAxINwwzXK1PvGG2+Izz//3Kv29IVjY2Plocnt27cbtoMDDTiQCAEDI7gEkLgAYkTNLfHhw4dKA6patarjAE2RIkWU6rAQCZAACUQLgY8//lh8//33tk43mOJETGTEiBFiwoQJSnPKkCGDePr0qdt9BgTtQ4cOFUyaooSRhUiABEiABEjAkICRo3GSJEmkSBGJyjQ3RTN8WCMO1nc5fO+EkPL48eNmw/T6eYg006VL53U9ViABEiABEiABqwQuXLgg4ISiiRVPnTql1CQ+tzR3xRYtWggkHwh04LO5XLlyAvsGcUXdunXFpEmTRLJkyQI9vJDvTxMkQowIh829e/f6ZczY04EDI4MESIAESIAEIoXAyZMnpXBRc1rEz7inshoQ9OudFvPnz2+1Wdb3IwHcQ82ZM0fgnIk3wlUkT0ZCTFwFChTw4wjtaRoJxJFI3Dlwj4dEXilSpLCnE7ZCAiRAAiRAAhFCgAJFiy8kBYoWAbI6CZAACQSIAJyE2rZtK7/YdunSJUC9+t7Nli1bpCgR1507dzw2hMUYTZSIbEMM/xDAwtpff/3lECVaOYiD18xZkIgFNgYJkAAJqBBo165dnJnoxo4dK5o3b67SjFsZ/E2DMDEu1yj8zYJrIgQKjOARwOukCRLx+OzZM6XBaBm9ceA1HBb4lSbFQiRAAiTgBwJmzgPedhlscaI37omYW86cOcXZs2ddptmkSRPpnJgpUyZvp8/yJEACJEACJEACOgJGiQMSJkwohg8fLgYPHqzEq0OHDuLTTz9VKuuPQgcPHhT16tUTSKxnV+TNm1c6FTFIgARIgARIINgEHjx4IPcC8bkEweK2bduUh1S2bFkpWGzcuLGA02Kg4rfffhN9+vTx2B3GM2PGDJE1a9ZADSsk+4EgEXvwOEiPC3u/qmvsVieExE9IAMkgARIgARIggUglgP0IvWjx0KFDlqeL5E44U4X7GWfxYjCSQ1ieTIQ3cOTIEemsCMHixYsXlWeLvSlNrFixYkXleoEsiPObPXr0cOsSScRmzpwZ9ffZgXwt2BcJkAAJkEDoE6BA0eJrRIGiRYCsTgIkQAIBIABxYqtWrRxuUBDxQcSROXPmAPSu3sW5c+ccokSzRZpUqVJJUSIyVuNKnz69ekcsaUrg8uXLLmJEbEY+evTItJ5RAbxWenfENGnS+NQWK5EACUQ3AWRkQ2a2uAIb6nny5PEa0vTp06U48ejRo4Z14ZjYq1cvr9tlBXsI4J7gzz//lMLEtWvXKjUKh0uIEiFIxOOLL76oVI+FSIAESCDaCfzwww/K4gAzVsEWJ2J8o0aNEuPGjTMbquN5uCoULFjQUadnz5628VAeBAuSAAmQAAmQQIQTMHJsjhcvnnj+/LnSzFOnTi3dfRInTqxU3h+FsLZup0gSa/fffPONP4bKNkmABEiABEjAEgEI8yFog1gR182bN5Xay5YtmxQrNmjQQB629mdAYIe9YrO9ZSQegpgxkOJJf85bpW0kAYY7prMg8enTpypVbS+DNfvly5cHzQnb9gmxQRIgARIgARJQIIDPXaBbBaIAACAASURBVGeXRQgYcZkl6ldoWp6L0LstZs+eXaUqywSAAASrECvi8salOmXKlKJ+/fryHhr30qESuOeuXr26MDIziMb77FB5XTgOEiABEiCB0CRAgaLF14UCRYsAWZ0ESIAE/EwAixo44ACBmXPgS+OsWbP83Lt58zh4AsHJvHnzxB9//GFaoXLlyg63xGjaQDIFY7GAszPijh07xJkzZ3xuEdmRnAWJOODLIAESIAGrBP755x+BzwA8GkW6dOnEgQMHvOoGf+8gTMTnkFFApADXRP4d8wqrLYWxSK+JEjdt2qTUJrJEaoJEiBJz5MihVI+FSIAESIAE/o8Asrr27t3bMpJQECdi87dcuXLi/v37yvPBZn7Dhg3ld1N832zRooXImDGjdE9E4hUGCZAACZAACZCAPQQg7oPITwsIGLxxEITrMz6ngxVY027UqJHbmruv4/nqq69EmzZtfK3OeiRAAiRAAiQQEAJwgdHcFfG5DYcY1cBnPUSE+PzOkCGDajXlcmvWrJH74WaRLFkyMXHiROmGHOlhlBQi2HPGXsuKFSsEnKAYJEACJEACJBDNBP7++28pVHS+kNTfauDMhN5pEfsejOATgAMhxIpIyuxN4B5ac1dMmzatN1VtL4v7uPbt2xu2i/tsJEHFeQ0GCZAACZAACUQ7AQoULb4DKFC0CJDVSYAESMCPBG7fvi03enbt2uXWy4QJE0Tjxo392Lvnprdt2yZFifgCbpZtM2/evA5RIgQHDGsEwHvr1q0ul68twrlS744IgQiDBEiABOwm8Oabb4olS5bE2WxMTIyYNm2aUrcPHz6UwkRccIzVBxZ2IUzk4UAlnLYV2rlzp1yQx7V9+3alduGcgXsDzS0xS5YsSvVYiARIgARIwJjAsmXLRMeOHS3hCQVxIibwySefiO+++87SXJwrJ02a1CFWhGARF8SLmoBRe8TvcQiAQQIkQAIkQAIk4JnAF198IV0Dy5cvL0aOHCmzw6sG6sTGxqoW90u58+fPy0NXWIO3GmvXrhUFChSw2gzrkwAJkAAJkEDACGCNHWJF7Pdq7oqqnWPft2rVqnIPG3uMdkWzZs2UEx4MGTJEdO/e3a6uQ7KdQYMGiR9//DHkxoa9nlGjRoXcuDggEiABEiABEgg2gRs3briJFr1N0BzXHEqWLClwlShRQj7iih8/frCnHLX9r1u3TiBh6IIFC8SjR4+UOZQpU8YhVsQ9dTAC63e7d+827Brvqc8//1y0bds2GENjnyRAAiRAAiQQMgQoULT4UlCgaBEgq5MACZCAnwjgYMRrr70mFy/0kTVrVrlpFOjFhgsXLjhEiUbjch5nihQppCgRmYDwiEOeDN8InD592kWMePjwYd8aEkIuUjkLEvPkyeNzW6xIAiRAAqoEFi5cKLp27eqxOASFPXr0MG1y9erVUpgIdz6jaNmypRQnQmTA8D8BCOYhSMTrYZRQwWgEyLCtCRLxCLE8gwRIgARIwB4COFTYvHlznxsLFXEiNvIhXLh7967Pc7FaMXPmzPJ7LJwZ8ufPb7U51icBEiABEiCBkCLw3nvviZMnT1oe05kzZwQ+MxE7duzwqj04JcGFJ5iBzPe9evWyNISUKVOKo0ePWmqDlUmABEiABEgg2AQOHjwo9543bdokBYtGiQGNxohkQHBXbNKkibysxKFDh+S6sWpg/cPZ0Vm1XriUw+Hwb7/9NiSH++uvv0a8u87jx4/FgwcPfLogAHauC+HC06dP5fXs2TOXR+ffmT2v1VWtEy9ePJEgQQJ5psT5Ma6ftXJWnk+YMKHA3wX9BddNo9+b/Q5zYJAACZBAOBPA32690+K+fftsSZZUvHhxN9Ei/g4zAksA99FYX4Jg8cqVK8qdv/jiiw6xop1JP8wGgPMdr776qsdiSASCMzf8HDajyedJgARIgAQilQAFihZfWQoULQJkdRIgARLwAwFP4kR0N2zYMNGtWzc/9GzcJLJZwylx+fLlpn1WrFjR4ZaIxRCG9wT27t3rIki8ePGi940IIeBCpXdHTJQokU9tsRIJkAAJ+Ergn3/+EZUrVxZ49BTz588X+AyJKy5duuRwTTTKQocMc1gkbdCgga9DZT1FAhs2bJCCRAgTzRIWaE0iuQKcKTS3xFSpUin2xmIkQAIkQALeEEDWU2/ci5zbDhVxIsb02WefiTFjxngzdb+VnTFjhvyOyyABEiABEiCBSCKQK1cugUPXwYwuXbqIESNGBHMIsm8kVEJiJV+jTp06Yvr06b5WZz0SIAESIAESCDkC2JeEWHH79u3S0RD7lqpRtGhR0bBhQ+mumDNnTtVqjnLvvPOOmD17tnK9ChUqyM/h1KlTK9cJl4KTJk2SZwJCMZCEEO+NNGnShMTwcLYC161bt+Sj88/63927d89NdKgXFEJcCBEgI/gEjISNRr/DnhMu/C3Q/6z/XeLEiYM/MY6ABEgg6gkgUb0mXIRgET+fPXvWMhfci+mdFvl3zzJW5QYgUIRYEZc37pn4rPrXv/4lr7p16yr352vB1q1by7MengLjmDp1quA5Q18psx4JkAAJkEA4E6BA0eKrR4GiRYCsTgIkQAI2E7h586Zo2rRpnAf+kZF5586dAo/+DGS8higRF9wrPAWy+ji7JfpzXJHWNkQ2yE7kfN2/f9+naUKM6CxI9GXjz6eOWYkESIAEPBB48803xZIlS0wZ/f333wKbikYxb948KU7E559RvP3222Lw4MEyAyzDPwTgbIFFalxHjhxR6gSfQ5ogEeLEZMmSKdVjIRIgARIgAd8JnDhxQjoXeBuhJE5EUoNy5coF1T3Rmd93330nmjVr5i1SlicBEiABEiCBkCVw6tQpUalSpaCPL23atAJZ5oMdOMBerVo1gcRIvsTAgQNF7969fanKOiRAAiRAAiQQ8gSwjwmhIgSLW7Zske6KEHOpRLp06eQBa4gVVdcqII7EfYpqHxgHkhfOnDlT5M6dW2VYYVMGLDZu3CjOnTsnr/Pnz8sL4gWcJwh2xMTEiGnTplkaBkSAZoLCuJ53Fh4+f/7c0jiMKuMwPvasNDGcN4/6shCG6F0MPf3bm7J6h0TnuuCid2z09G9vyurdHp3dHSHw1ESfnh5VyvjjtcXro4kWPQkaPT3H/S7b/8uxQRIgASHk57tetKiaLNgTwMKFC4sSJUpI4aJ2wcGW4X8CcFWEWHHt2rVedVavXj0pVkTiD3+cD8V6nEpizrJly8r77FBJSuEVRBYmARIgARIgAQsEKFC0AA9VKVC0CJDVSYAESMBGAlhsePXVV8Xhw4fjbBUiDBwe9UdcvnzZIUo0y4aJRdfatWs73BLh1scwJwDGmhhx27ZtYteuXeaVDErgAA+yguIqX768fGSQAAmQQKgRWLBggXjrrbdMh1WqVCmxbNkyt3IQwkGY+Msvvxi2AfECXBM9OS+ads4ChgSwuawJEuGWCMGLSuTJk0eKEjW3xIQJE6pUYxkSIAESIAGbCOD7Bj5XvYlQEidi3F9++aUYPXq0N1Pwa9lQ4+PXybJxEiABEiCBqCCA798dO3YMibmOGzdONGnSJOhj2bRpk0wa6MsBaCRVCgXBZ9AhcgAkQAIkQAJRQeDQoUMu7opnzpxRnjf2MiFWxOXJieWTTz4RSBbkTeDQ9M8//xw1+6UQdsF56cKFC1KwqBcwQsgIkZi/A2s4bdu2dXQDQeu1a9cc19WrV13+7fwcfrZLaJkiRQrpmocD/M6PRr9Lnjy5i+gwLuEhE2L6+92j1j7e6ypCxjt37kixq/7R6Hd2OMnjbxicRLUrY8aMLv92fg4/42wHgwRIgAR8JbBnzx7paO38aNXpt2DBgm6iRXxGMvxHAGcuIFjEGRpvXj+cCdTcFXPlymXbAHGOB2MxC5hWzJgxQyYFYZAACZAACZBAtBCgQNHiK02BokWArE4CJEACNhFQESfikD9EbVmzZrWp1/81s2jRIilMXLp0qWm7+OKLLDq4kFmJ4ZnA0aNHXdwR4RDmS+ALv7MgEYtFDBIgARIIZQJwP6pcubLAo1nAZXHUqFEuxZB5F+LEuIRxcEzs2bOnWdN83gsCOLAAUSIWx/GoergEn0maIBGPDBIgARIggeARgBu7N5uEoSa+w/diJCDAYaJgR9GiRaXovmXLlqJAgQLBHg77JwESIAESIAHbCMBBccKECQLCOjjPIJA5P168ePKAFA7s+iLU82WAcFNCJvlQiGHDholJkyZ5NRSs1x87dkwecmeQAAmQAAmQQLQRgPswnBU1d0U8qka2bNlkcgCIFfXfuSEowp6oyt6Cc38QDH399deiefPmqsOI6HI3btyQwkW8Trj/0xwYNRdGPGc14NZXpEgRce/ePSlE1O4tVdvF/SdEhEZCQk1sqCI8xDgYJKBKAHthmpDRSMDo6TmtvLcCYHxv0IsWPYka4UDLIAESIAFPBOCsqBctIlGAlcifP7+baNEf7n1WxhjqdXHOAkkk3njjDY9D3bdvn1wPg2Dx+vXrytPKly+fQ6xYunRp5XpGBTFO1UTgSAYCJ0U4KjJIgARIgARIIBoIUKBo8VWmQNEiQFYnARIgARsIqIgT0Q2ySSOrtB0B5z6IEnEQBdkLPQUy8ECQCMdEXNgsYBgT2L59u4sgEZs/vgQWEjRBIh4zZcrkSzOsQwIkQAJBIwDR4ZIlS5T6x8HIxo0by7IQ4kOYuHDhQsO69erVk66JFAoooTUthM1UTZAIUeLFixdN66CAJtqAcAMHShkkQAIkQAKhQwCH/FQi1MSJGHMw3RNxSKhGjRpSdI/vv/g3gwRIgARIgAQimQAOriFhHQ5D4XuhN9nb7eSyYcMGrxIs2Nm3c1sQZsbExIiDBw8qd4GDWYsXL1Yuz4IkQAIkQAIkEKkEcF+hiRXxuHHjRq/Eao0aNZJixTp16khEU6dOlfsAvkTv3r3FwIEDfakaNXUgwIL7Ig7HHzlyRCaKhGDxypUr8nVDAiy8pt4mrYAIK3369MoXDrszSCAcCeD/BwQlqhf24rwJOHg6CxjxM9Z8jS5v2mVZEiCByCYAp2u9aBGf6VYCCTFLlCghDQy0K3Xq1FaajNi6y5cvFx06dJDzwz3t2LFjhYrgHOczIFbEdfjwYWU+uOfSnBVxZsOXeP/996U7omrgHh19MkiABEiABEgg0glQoGjxFaZA0SJAVicBEiABiwSQTRCZHFUOPqxcuVIUK1bM5x4hRNREiRAoegpkfYYYUXNLdD7kisyKU6ZMEf3794/q7NBYSN66davL9ezZM69fnxQpUgg4UzoLEpHlk0ECJEAC4UogNjZWdOvWTXn4ECViARXCRFz4bNQHFm9xIKF169bK7fqjIA5ODh06VHzzzTdyMT4cA+J5iBE1t0SzRAXaHEuVKiWdpCDcUM2mF458OGYSIAESCHcChQsXFkiC4ylC0YkYB+BwyP/u3bsBeQnwnQtujZoLcPHixZmMJyDk2QkJkAAJkEAoEsD3QhyEmj17ttI6tZ1z6N69uxgyZIidTfrc1vHjx+X3XogVVaJr165i+PDhKkVZhgRIgARIgASiigAOyGuCRaz/w3FYNbDu3qxZMzF58mQpmvMlcHB6/PjxUbmPjTUhiA+dL+ztO//bbN1IY461E4gIsZedOHFiAdEU9sIhzoLgQRMzVq9eXbpXUrDgy7uVdaKBAL5fqIoZUU7VjRTuodmzZ49TvKg9R5fRaHiXcY4kYEwA92B79uz5/9g7D7Anquz/XxUbClbAgigoIk1ELDRF7KAg1lWxIKjYwF53f7pr773vKvayNuwIihQVCwIWiiJNsYC6KFas/+dzd2/+8w6TZDIzSSbJ9zzPPMn7Zsq9n5lk7txzvufYxYkXSVQQxzbaaKOlRIurr756nF1W/LYkAGOO6Lfffsv0BXE549HtttsudP9IHkYiMeboiEsJaxSa6NWrV0awuPLKK4falOQUCE/DGsc555xzzAknnBB2E60nAiIgAiIgAhVJQALFmKdNAsWYALW5CIiACMQgwORi3759DYEP+ax79+72ITSKUcGKSonPPPNM3s07deqUESVSxc9vZNM+5phjbMArn9933301U1li/vz5dcSIYUSlQcDXX399K0Z0osQ4otO8J1QriIAIiECJCXzzzTemS5cuhtcwhvCQ7HEIE8eNGxe4yYEHHmjFieWuZPTkk0/ae6Czv//97wUJMcPwKNY6CxcuzAgSESaGDUDwCjcQjchEQAREQATST4DnDJ5dslkaKyfSVgLZrrzyyqICxnGOIJEFp3D9+vWLejztXAREQAREQAQqkQCVdBAqkuguKIFQ0n0iYRHJ9NKSsA0xBImJwhhJ/PbYY48wq2odERABERABEahZAsxNT5w4MSNYfOONN0KxQBQXJ4kRwdb4sRs1ahTqeJWwErEF+cSHYUQHK620kllnnXXs0qRJkzrvvRUQGzRokBcLQkXmoVq2bJl3Xa0gAiIQjgACF6+gkYQyVNhiWbBgQeZ92ASkfNezCRnd/9PyPBaOkNYSARGIQ2DOnDlLiRbDxg5kO26zZs2WEi0ypqgVu+6668yll14a2N2BAweaiy66KBKKl156ycaKEqdSiHXu3DkjViRGMZedf/755pZbbilk97YQBwm9SV4hEwEREAEREIFqJCCBYsyzKoFiTIDaXAREQAQiEihEnMghcKBQ0TCskf0IUSKBJDh+clnTpk2tKJH9s2R7gLz88svtA6bX2Pbpp5+2jotqs6lTp9YRJJJdMoohQPQKEvM9/Ec5hrYRAREQgbQQGDRokEEYH9ZatGhhPv744zrZ5Ny2G2+8sRUm7r777mF3V7T1br311sCqCA899JDp0aNH0Y4bZ8fct1ylxNGjR9uMxmGMCWsqRrBUapXIMP3UOiIgAiJQrQR4tsuWTCWt4kQCDkmWE9cJ7j+nq666qiHZD4LEnXfe2ehZrFqvevVLBERABESgGAQIiiUQCrHiqFGjQlcVjNIWRIF9+vSJsmlRttlnn33MhAkT8u572rRphsRLMhEQAREQAREQgXAEqCLmKis60SKVW4Js3333NXPnzrXrR7V1113X3H///aZ169ZRd1HS7aiaNm/ePNtvt/C3EyWGmeNH2BkkPvSKEWu9ylFJT6oOJgJFJMAzW5Bw0Sti5H0YQ8zNbybxPyR58y4bbLBBmF1oHREQgQomQLyGv9IicY1xDH8MCSO8C1UFq9GoML3rrrsa4gyDjEQOd9xxR6yEDu+8846trIhgsRBfWqtWrTJixXbt2i3VPBKP45/78ccfCzo13bp1M3fffbettC2rfAI8p/388882pohX/5Lt/9m2YX9UBOW7wWuU9/m2+fPPP22MM5Wiec31Pux6/n3Vq1fPkNzFu1Ch1P+/Qtap/KtFPRCB2iAggWLM8yyBYkyA2lwEREAEIhAoVJyIQGP8+PFmmWWWyXk09utEiZMmTcq5LhnQECMSvMqSK1CTh9HBgwcHVrbacMMNzeuvvx6BQro2YfL2zTffrLNEycoJV8SIbqF6iR7G03Wu1RoREIHiEXjqqacKrijIPQjxnN+OO+44K07Md+8rXm/+u2cmtc4++2w7ueq3TTbZxN6f02QEKyBKpOIxAaRM+IUxqkghSETAUSnBGmH6pXVEQAREoBYJ9O3b17z11ltLdf2cc84xQ4YMSSWSa6+91lx22WWJtG2LLbawyQNYqOosEwEREAEREAERiE+AwCcS4SFWpNph0rb99tubhx9+OOndRt4fQb48H+cK+GrevLl57bXXIh9DG4qACIiACIiACBjzwQcf1BEsfvjhhxksJFl64YUXTNiKi9l44qe97bbbCkoEXMxzQ8UzxIdBQsRsYk3XntVWW22piof+Kohhqh4Ws3/atwiIQLoI4OcMI2JEBJDNCM73ixb5m1ghXvlcJgIiUH0EPv3006VEi/nGKvkoIIT2ixYbN26cb7OK+HzmzJl2vIkwK8hWWGEF89e//tUcddRRsWNgODeIFVk++uij0HwQo/fu3dsuzMU5u/rqq80VV1wRej9uxU033dS2oZoqlhcMoYwbLFmyxHz33XeGJCduCfM38bB+AWKucUAZu1h1hyb+LUjM2LBhQ8PCs1zQ+6DPFI9cdZeHOpQyAhIoxjwhEijGBKjNRUAERKBAAjys77333mbWrFmht7zyyitN//79s66Pc4YAEYQh+axjx44ZUeKWW26Zb3UzefJkM3DgQDtpGWQEpSBqqDT7+uuv64gR8wk6s/WPh2yvIJFgWJkIiIAI1CIBRPJUKFq0aFFB3R8+fLjhPvfKK6/Y7RB2I0zkt7XcxuTx0UcfbUaMGBHYlGHDhqWiuiNjCm+lxDDcyPxFsCULwkTEljIREAERqAYCBFx4nSq5Mjq69fKtE5TZMV/WRrdN2PXCZm4Msx7OSH8wPUlvNttss4KyPObLAMm9JAmLWz2xSZMmGUEiiQ9UBSCJs6J9iIAIiIAIiEB2ArNnzzYPPvigDUDKNmdcKD+CM0geR7WOtNjIkSPN4YcfnrU5++23n7nhhhvS0ly1QwREQAREQAQqnsDChQutWBFfwbPPPmvCVv0K2/Hzzz/fBoSXwj777LNAESLCRIKHsxlzMc2aNauzULmMYH6EiPXr1y9F83UMERCBGiTAbzDPd4heqKTmXfI99/G75QSMTrTo/tbvVg1eTOpyVRPg98BfaTHfb0Q+IPh4EC126NAhs1Sq4O26664zl156ac4ud+7c2SbPSEqY+csvv9iqiszTFVJgAnG5EysSM0K7KGBRqDFGJekYYkVZ4QTwUZPAhDhW9+oVGeYSHCJQTMooyLHiiitm/Mj53uf7nP25aoTZXr0+73zrBn3OfHJQhUb3v7ivztdPPAGsXVxBvve5Pk/ynPEdDitoXGONNQwVbNdaay37iuBRJgIikJuABIoxrxAJFGMC1OYiIAIiUAABxIl9+vSxGRHDGoNCxHMM3L02depUK0pkyfewv95661lRoquYSFaeMPavf/3L4KzJlt2nV69e5s477wyzq7KvA3MexMmySbBLIQJRb+N5oEY840SJTKzKREAEREAEjBk0aJB57rnnCkbRtWtXOwny9NNPm1NOOcWcfvrpBe+jGBt8//335rDDDjMTJkwI3H3btm3Niy++WIxDh9rnjBkzbJVEhInjxo0LtQ1OQKpJOWEiDkOZCIiACKSFAL+7Qdkdszlh3P+DxIVp6VO1t8PrfCLbI0F0XkdI2EyPPFPmc9h6WfI8u+2222buZ23atKl21OqfCIiACIiACKSWwNixY21VReYDCNKIYyeeeKI566yz4uwi8W2HDh1qg7yCjOrPzBvIREAEREAEREAEkiFAsOatt95qbrzxRsM8UTGMhMDcwwmGjWuId0jcEFQNMde4iCqIXhEiAkT3NwH6MhEQARFIGwF+0/yixU8++STzv1ztRbjiFy0SY9OyZUujyj9pO9NqjwhEI0AsJKLF9957LyNeROwcx4hz9IoW27VrVxFV+hBE7brrroaYzlzGePD666+36yZtJNxiLuuZZ54paNctWrSwY9soxu/53Xffbbp16xZl86ra5rfffqsjOPSLD/nb+z+SuEY1/KX4ZVlWXXXVzHv3v2z/J27IVfFzvt4kno+i9qOWtnOJlr0iRmIdiHvgGZjXbIv/c7aLalw7xKR7RYtOvOh/ZR1iAGQiUGsEJFCMecYlUIwJUJuLgAiIQEgCUcSJ7BqhBoINjCoYTpQ4ceLEnEfmwcEJEhEn4twIaz/++KM57rjjDJUZsxkDTzJYMimQRqNqCKISRIm8fv7555GaiRDRK0hUNY5IGLWRCIhAlRNAXEilwSSMTMBU+O3UqZOh6i8Lk2KlNLKEHnDAAeaDDz7Ietj77rvP3mdLae+//74VJL700ktWcB/G1lxzTbP99ttnRBwKcAhDTeuIgAhEJcDzisvwiHOF6rqIDnNld3Sf4bRLwsiWmC9rY9DnubbJVrUwbDbHMBkg/VkcvZUX82V49K9L5tXRo0dbnHvvvbfZY489bAbJbBkegzI5hsn+mNQ5C3PecYa0bt3ajg9IbsBzKA4RPZ+Foad1REAEREAERKD4BAimefLJJ61YMezzqr9VZI5/5513it/YAo7APPl2221nqILkN8ZbjE9kIiACIiACIiAC8QgQpEkQNcmLovpzC2kBgdMkSwpbNYKktzNnzqyzfPjhh4ZxQjaj6g+iQ6/40IkQqV4hEwEREIFqIcAccS7xIpW9slnTpk1txS3EiizuveZ8q+XqUD9qmQD+Qb9okd+KOMa4yitaZE4mjZUWGTcSR5KtGISXwcEHH2wuvPDCool/KIhBZUXG2vkSgGyxxRa2gnnU8Ti+0Guuucbsv//+cU5zardlbpAFPsQAeyseekWHhVahxD9NTA9+UF5ZeE4JIzhEZCirXQKIYcOKGRctWmTjNrhuec33e+Cnigg5l5iROD9897yWOr6vdq8A9bzYBCRQjElYAsWYALW5CIiACIQgQIXDfv36FVQ5kd1SNZEMQ1T8Q5g4fPjwvEfr0KGDrZbIstVWW+Vd378CD8oDBgzImxXn7LPPNmSQTotNmzYtI0Z89dVXDQPrQo2JTlcZ0YkSC92H1hcBERCBWiPABFuXLl1MoRNtYTnVq1fPtGrVyooWnXBxk002MQhQimEEGzBpmmviFdFklGqRUdo7efJkWymRpAFhAzWZ+CGA0lVKlCMvCnltIwIiAAECrYIyO3pFiF4HTK5gg3xEydbozegY9D7IGUPiFBwwTmCoSW9jA/qGDRtmkweceuqp+dBH/pzzjejRCR/J1Jgvu6M/AyTXT5zrhnFCroyO/s+4hmQiIAIiIAIiIALFJTB//nzz0EMP2eCnQoPPGMPsvvvuxW1ggXt/6623TN++fetsRVAGCfJkIiACIiACIiAC8Qi89tpr5txzz81bCDgWTwAAIABJREFUZSbeUZbeGh/DAw88UCfBL6JDt3gFidnmLUgG2Lx58zrVEJ0oUfMPSZ8x7U8ERKBSCSDm8AsY+Rt/bLbfV6ou+kWLm222mRVtyERABCqXAElO/aLFOXPmxOoQFVmdaLF9+/Y2roQEWOU2KoJfdNFFoZpBH2655RaDQLCYxm8vYkWWIO4nn3yyrXh70kknxWoGsaTElFaSEddLfJATITohovdvkqqEMYSaTmjoFR0Gved/em4IQ1XrJE0A3z5CRbc44aJXxOj+xyuJjcMaQkZi1tzixIve/+Hfl4lA2glIoBjzDEmgGBOgNhcBERCBPAR4iOnTp48hMKNQa9eunRXaffrppzk3ZYIOQaKrmBg1Q8ozzzxjhgwZYgNMcxkPpOPHj7cCynIZIg1XIZFKUmQFKdR4yPcKEsnIJhMBERABESiMwKBBg0om1nMtQ7TiqisiWkRUnkTWYaoT9+/f31b7ymUPP/ywrUpYLCP4kUqJzz//vJkxY0aow7Ro0SIjSuzRo0fRsuyFaoxWEgERSDUBMnZ6HSrerI5+MSKVcAoxnCj+LI/ZRId+sSEOG1kyBHB8ci8755xzktlhkfaCAJZ7lrvvtmnTxjgHMs6KoKyP/gyP+e7Z/qbzrByU4ZH/sXidJFGfq4uES7sVAREQAREQgYok8Prrr5vHHnvMJt/LVWXIdW7nnXc29957b9a+ehMkkBzBJUtwr/7/ef8Oes/+qEbtFle52v83mdG9iZlIikE281zbEbjkr8SdrTI3/8/1mavc7dZjXp6xiltc0o6gv8N+VpEXmBotAiIgAiJQsQRmz55tzjvvPPPiiy+WrQ8kyyL5IgGX06dPzxp0uf7665uNN954qWW11VYrW9t1YBEQARGoBgIIZLgfIFb0LtmeHQlsZw6ZqmluQbgoEwERqFwCJL1EtOgVLsZNCMW4zYkW+c0gFpDEEqU25rimTp0a+rBnnHGGQSRYCmOOjMRiiBWJTcGOPfZYO4e3cOHC2E3Ye++9zc033xx7P0nsgP54xYd+ISI+c+b38hnCV+JzWZyf0e8TR3Co5OH5SOrzSiRAzEg2ESP/Jz7eLWFiuPk+eQWLrvqi93/Mh8tEoJwEJFCMSV8CxZgAtbkIiIAI5CAQR5xIZSgcHtmEjXzuBImIExENRjWClMlOedddd4Xaxb///W8rgiil8UBMQAuiREQbUYwJiM6dO2dEiY0aNYqyG20jAiIgAiLwPwJPP/20rc6UBmvatKmtsMj9jPtnoTZixAgzePDgvFWcilU9kUzR3N9IFjB37txQzWdCvXv37plKicWqKhmqMVpJBEQgFQRwoARldfQ6WwpxLBHgHORcyfY/VS9MxWVgPvnkkzoVANLRqqVbwXMlz3hU/OX5MkqyAZ5lc2V19GZ65H0YYYRrKY7EXNkdETOusMIKacWrdomACIiACIhAqggQxECQkzfwKVsDe/bsaZPRkYjALU6AGCZgKFUdr6DGOCEjiUQQX/oXEo8E/d/7Pz0PVNAJV1NFQAREoEwEEP1fcskl5sEHHyxTC7IfdoMNNrAVu/xiRCony0RABERABEpHgBgpv2jxgw8+CJzbJXmLV7DoBIyIR2QiIAKVSQDxHEULvKJFqlzHMUSKxAyyUGWRvxGaFdOoyF1o0muqKP7zn/80xL6UyvDVXXDBBYYktkkaBSPuueceU+ykHlwvCN6JsfG+UgwEn3m2ar3evuIPxOfnBIi8ev/mvRLtJnl1aF/VTIBnfmJTvKJF79+8D1ORlO8hsX8UoGnevLld3PsoMQXVzFx9Kw4BCRRjcpVAMSZAbV6RBBiYhlkIXMu1Hk5xb3bduO/Jzusy4CbxSilknMrZFrIChv28nJXyKvIiM8YOtPr162c+/vjjSF3Yfffd7cPOsGHD6mxPRQlXLZGKUXGNweARRxxhpkyZEmpXe+21l7n11ltDrRt1Jb4LBKqyINagolUUgw+CRLdwzctEQASqgwAPq96qOmRWC6qyw/+8nzH5RJAbCwHt7n2+v6HGvZB7q1vC/E1glqsc5a8Uxf+z/a8SzhKVA8gu7K0gkIZ2IzTs0KFDQU25++67zVlnnRVqG0SZW221Vah18600btw4M2rUKPPss8/acUMYQ4TZrVs3K+bo2rVrmE20jgiIQBUR8FY+DMrwyNg+n5FtzutUyZXlUQFY+Wjq80ojwByPEzT6hY387XWQMFbMZy7Do7fyoj/Lo5yW+SjqcxEQAREQgUoj4Cpw+1+pdOwVFbr3zM0UWpk7GxOSAzDX4q0eGOdv9uetXOitVOjeu9cFCxaYI4880gY23XDDDTZJkr/yoXcbkgh5KzK699le8S/lW8d9zjgF/9SSJUvqVJGM83cS16GrLOlEi15RIxnkXdVq7ytBYEr6kAR97UMEREAE0k2A+9Ytt9xibrrppsTGBUn2uHfv3ubyyy+3fiCZCIiACIhAOgkgPkGoiFDJvc6bNy+wsc2aNTPEViFG4pVFosV0nle1SgTCECA+iMIGXtHijBkzwmyadR3EzfxGtG3b1goWWfD1JGmMfS+88MKCdslcysUXX2z222+/grYrdOXnn3/eXHrppfY3tVhGsQ0SlkVJMO5tEzHcToDoRIjub3znuQwhUy7xISIozUsV6wrQfkUgmADz7H7RolfQmC/mhe+1V7DofU+ibZkIJEFAAsWYFCVQjAlQm5eFAA5gguG//fZbu7j3Qf/zfs57gtHCKPDL0rEUHxQxBsGpOJHJbOIW79+53tdaRR8qVuyzzz5Zqx+GOdUtWrQwO++8s7n99tsNQY/eaolJCe0QRlAtKqy4BEErFQybNGkSpguh1yFwwlVH5AE46sMvVTe8gkSV+g59CrSiCKSCAPdnqjq5haw6vHev3vcEt1Wrcc/kPstvPwvVXoNe+V85HSncP5566qnUnYbx48ebTTbZJHS7yNZ8/fXXh1q/R48e5qGHHgq1btBKBBIivH/hhRdspUSCN/MZwY7bbrutFSMiSuzUqVO+TfS5CIhABRNAVO93sOBo4fkCB0uYZ1mX3dHvbHHZHpMey1cwbjVdBHISYAyaLbsj/8dxwr09n/FdJNut1zniMjwWO3NsvrbpcxEQAREQARGAAGNQv9gQ4X42IWIUaszTOrGaS+TEKwmjuKcSVIpwAUPcdu2119q5EbcugkTEb+UW/lPtiazykydPtu2pJnNVKhGTIi7Nlggs6P9u/TBZ6YOYca5d4pQgEaP3MwWZVNNVp76IgAjUCgHm1Al+Jgix3IavmwqJVEvk2ZzndUQsLMWuolPuvuv4IiACIlCNBHie9QoWES4iWgpKkiPRYjVeAepTrROYNGmSLcjw3nvvWfHitGnTYiFp165dnSqLiBZJShnHevXqFbpohPc4JNBgfoy5sSRt7NixdmwetpBF3GMzj8N8GmLQXIYIEZ94UDXEXMm+iWnm9x0xJIt7zzif8T1zijIREIHKIkBMjEvWjd+AAkG8uveM/7IZGgZ/xUXnlydRnkwEwhKQQDEsqSzrSaAYE6A2T4QAA0yvIMH7/j//+U8dESIiQ9aPYy67LhPQvHdVBN37fK9uO9bzZtf1Vz30Ztv1fpbr/9mqMHoz7XrXyfV/nPsIMnEse1+D/udfx/3t1g1TOSDXOQkSNPoFF06IwWu5Aw3iXF/z5883ffr0sYGMSRjX2b777mtOO+20xBwjXDdXXnmlfZANE+Ts+nHuueeaY489Nna3GCQidOSh97nnngtdNcp7YLLXIBRBkIhwQ4KN2KdFOxCBohMguM09MLpXfiud8JAg8EKM6oNucdUIvf8Les9vh7cKYtj3tMtbbTHse+6n/OYVshRSVYAxhVe8SAC8m3hzk288fCdt/HYPGjQo6d0msr8333zTBhfkM8ZTQ4cONY8//ni+VTOf0++OHTuGXp8VEeGPGTPGVklElMjYKp+RFGKbbbbJiBKZCJeJgAhUDwHuCX4Hi3O25AvU4jffCRCd4ND7N++VpKN6rhX1JP0E+M46sWI2MWOuXhBs75wi/tdijOHST1QtFAEREAERSJIAYjFXgfvTTz/NvOd/XvGhEwaGPTYZinHmE2DkfeX/iAu9AkT3Pl9lbvwPo0ePNsOHD7dzxiTt6969e9gmlXQ9qicOGTKkpMeslIMxB+IXMDrxIr495ga91azde+bZwhq+I6+IkWcgggX9C9eiTAREQAREoLwE8AWfeeaZZubMmSVtCOMO7gsElJPM0AkQ8ZkoUVBJT4UOJgIiIAJlI/DRRx+ZqVOnWrGSe80mWtxyyy2t/5dXFvlYynbadGARSIQA33mqLTrR4vvvvx9rvx06dKhTZbFVq1YFiRZJTLv99tubKLG3zHkwR7b11lvH6gMbI+akMuOrr74ae19RdnDnnXcaxJok8UZI7haeFfCT54qzpcq5V3zoFSQiRJSJgAjUFgF8G974Uydg5DVXwQvmAxAvMk+w2WabZZa4VV5ri37t9FYCxZjnWgLFmAC1eU4C3opHfgGi97NCqyAx6MS5yA0j6DXXZ4gLa62aXxKXKQ5ilzkXRzJOZRb3Ptf/+KxQw8HsFSw6MaP3f7xPm5M5aXGilxvXPcLHE044wbRu3bpQpJn1qZY4cOBAKxAsxBiYIbCIIh5FaEyFRCpGIdAoRHzj2ojQiMpRrkJi27ZtC2m+1hUBESgBAcTPQQ+A7n9h7vf8/vOb7wKNvO+9n6Xt9z9JvAjH+a12wYKMmYLe8z9+X/MZAYL+bGFu8o6Ju0KNtlGxluOnxRBmkvWY6sPnnXeeyVdpGJHggAEDDJWEwxqVjO+7775Qq3Ofe+mllzKixDDVlQjq9IoSC6kCGapRWkkERKCkBLjneTM8et/zbJzNqMISlOUR4TVOKIT1MhEQgcohwBgApypzBUEZHnMl4GJsEFR1ESEj4zuZCIiACIiACDjxIa9+ASL/yzXu9NLDZ8J9xys2zPW+2MGazHVQQZwAMFltEGCuifOeTcDoFTWG9Tcxd+gVLRJo4hcxKot+bVxf6qUIiEB5CDA/fsghhxTt4MyRkdiH33eEiMytEyyO70O/70XDrh2LgAiIQEUTCCNaJB7KCRWdcDFMYtyKBqPGi0ANEJg1a5aNW6RqIJUWWaIavxPMWTH2ZBzKwvtcApebbrrJXHjhhZEOyTzccccdZ8444wxD7GihRpXZSy65xIwYMaLQTRNfn1jvbPM6JJsPEiHiN5cIMfFToR2KQNUSIJbRX3HR+ejROwQZcwtOsEhcvntfzbGpVXsBJNgxCRRjwpRAMSbAGt6crLo4if0LQVfO+R0mGBuETBJ7RQeIEZwggSy8fiFivqDzGj4tqe16kIDRCS68r+592Kp+BE8gVORBhEkhFv/7UkEppjjR34du3bqZY445xiCWKERwO3nyZCtOjFLd8amnngqdkYcqEuPHj7fVEZ9//vlIp4AgGASJXbp0saJEhCcyERCB9BAgm9X06dNtViteP/jgA/uAl8u4n7vfavd7jbDMOwYo5DctPTTK1xISCHjFi59//vlSY7NconAmT5nk8z5g8z7Xby73nyeffLLknWZMSLsI1HdiRAL0C60uSFDbX/7yF5stsxB78cUXbWa8bEYw3ahRo2yVxJEjR4baNZPUBE5wr+OeJwdXKGxaSQRSRcCf5ZH7Ipkw84kQ/cJxJ0okYFYmAiJQOwR4dvYKF70Ok3ziRcZBOL29GR6ZS5OJgAiIgAhUBwGyqpPkYvbs2dbf4hcg8ne+OXSe+b1Vt5mDcX8zF+MqIMrfUh3XTK30gu+GV8zIeIr5MG9Va/7ONZZyrPgeBFVfZJxFEixV2aqVq0r9FAERKAaB77//3j6v/v7777F3T0Iv5s6Zn2c+fccdd7TjGJkIiIAIiIAIxCWAcOedd96xYiVeiXnwG88MiBU7depk70O8l4mACFQ+AeI8ES1SbdGJFsPGOvt7j7iOuBWvYJH3TljHfvfYYw8rkIxqxPH861//svMVYQx/05VXXmkeeeSRMKuXbB0SjTCuh0/Lli3tK35yVTAr2SnQgUSgZgkQL8hvI0krGANSwZVX/h9kzEN4/fDufbETONbsCUpZxyVQjHlCJFCMCbCKN1+yZEmdAHcG5V4xYpjsu0wMO6Gh99X/PynNq/hCitg1xBaIFXOJGPksXyU+gjD8Yhjv30kFABNQ2K9fv0jCv4iI7GZUVxo8eLA54IADDA+7uYyH1PPPP9/gwC/U9tlnH0M2n2zGbwPCDaojvvrqq4Xu3q5PgAziDMSX2267rbLfRKKojUQgeQIEwSG28AsSszmVswnG+e0l44ys9AS4p/rHcW5Ml02wTvIIJ1r0iheZnB00aFDROrHKKqtkBIhOhIggkUlJKunGNURD+++/v+VRiO2+++5m2LBhS20CW4T4iBLDVmOkXzivEN9z3yPRgkwERCD9BBCEu/uh95XA8CDjd9Sb5dH7nnGvTAREQATyEWDezVUid8JF95ptLqRJkyaBjhJVj8hHW5+LgAiIQHkIMLeCCDFoyZcEihbzPJlNgMiYk/uCTARqlQCJpIKEi07IyGc85+UyBIzMSwUtDRo0qFW06rcIiIAIhCbQv39/M3r06Kzr48cP8jXh/0b8QWUaFgKXZSIgAiIgAiJQCgLfffedFSp6RYskqvQaPmt8vcQ1uVclYS7F2dExRKD4BIhFRbTorbaYb+4gW6souoGYxYkWiZc666yzIsVtumOwz/POO88cfvjhWWEw73H11Vebe++9t/jAIh5hzz33NFdddVXErbWZCIiACCRLAJ+8Eyt6hYtoaPyGODFItKiCBMmekzTsTQLFmGdBAsWYACt8859++smqwflx5ZWgbQLWCdrOV2GNkuFkrghaEH0hQmRSWSYCxSRAFlwGCAQGBy1kz81lXMfeqouIBnB6sOB0DmMEDPbp08eKKctlVBscMGCAFY2sscYadZoBoxNPPNGKJ6IYk2uvvPJKnYAWfi8QI1IhkSxCUYwgbYQZ3bt3tyINnP0yERCB8hJgHDBp0iS7uOqIZCQPMjKJu4k0l9mK77Xu/eU9h4UenYdp7mM8YHuXbIIbHrSjZo1zbUNQ7zLRk92NxYkRiynWw5F04IEHGgLUCjWqAjM2wAhg4x7IffWNN94Itas2bdpYJxUL9z5l4A+FTSuJQNkI8LsYJEYMahCOIHc/dFkeeY4gUFwmAiIgAsUiwDwIY3e/s4QAmiBjHON3luSqmF2sdmu/IiACIlCrBLKJEPl/NiO40VXdxgfjrX7oRIlkHJeJgAhEJ4BPxyti5D2LSxKRqwojc1jZxIsk4JKJgAiIgAgY88ADD5iLL77YzofjV/j222+NX+RBQh0qUm211VYZQWISyQrFXwREQAREQASSIjBr1iwrWCSG4u233zazZ8+us2t8337BItV/ZSIgAtVBAL+LEy2++eabNk7yl19+idQ5fMn4deJaz549baEJb4wocTDXXXedTbwdJKqJe8xCtyexE3OaxJG7V967RXGihRLV+iIgAqUmwJjP74vP5tPBf7PFFluYjh07Zl41t1HqM5bs8SRQjMlTAsWYACtkc8QFToTofc2VhReBAVWQsokQFXBZISe/xpvJA6FXuIj41vt3LlEhE0ZOrMgDIu/dq6tWyCBk7733tiLJtBjZKI8//njrHOf7jnDRP0FWSFupuohTCDEGC0GQUQx2PCBvt912VpCoAVgUitpGBJIjQJYvN4nORDrvCcDxG9WQvUJE9x5Bhqx6CSxevHgp0SKOl0Kyw5EAAPEh1wxBldxHESbyvtRGdcPDDjss0kRs3759zdlnn20FiSxwCGNkeHaixB49ehhVLgpDTeuIQGkJfP/999aJ5BcjZhP4IOZxonx3PyzHb1ppKeloIiAClUSAOQ9vZkf3/s8//1yqGy57r1e42L59+6WSHlVS/9VWERABESgnAcaWJHtiIbmbV5SYK9EPz87uWdkJEt2rKjCU84zq2CJgDAkwnViRV3wj7u9cwX4EpDjxInNjrVu3tski+L9MBERABKqdAL53Et+yvPrqq/Z302sNGzbMCBIRJhK8JxMBERABERCBSiLAc8LEiROtWJEFH5PfSNTuFu53MhEQgeoiQDyqEy3yOnnyZPPzzz/n7eRJJ51kxowZY6ZMmZJ33XwrIPC7+eabbRzm2LFjzcCBA02uREv59lfo58R9NmnSxM5r4kMnlpx5TveqmLJCiWp9ERCBSiDAb73fF49PyJ+Mib5QzMArWmzXrl0ldFFt/B8BCRRjXgoSKMYEmLLNCUTyVkR0YsRsIixEiK5yDa8MGJ0gkWwVMhGodgIMGLyCRYR8bvnss8+ydh/nMt8RHjBL+XBXyPno0KGDDYiJmrWHY9WvXz9y/xhQUSUKUQYCDapVykRABMpHgN80N0nuhIn+ADkmsPjt4OGIwBnEF0woyURg5MiRZsiQIUuBIFjSH/COwB9hO84WFoR65cx+9vjjj5uhQ4ea33//veATSf+454cR+lO5wmXH5L7H/U8mAiKQLgLvv/++dfgwhud12rRpgQ3k3ucVIrrKiC5JSbp6pdaIgAiIQG4CjIH82R1xnGSb8+A3z5vdkWcDmQiIgAiIQF0C/K4SgOgEibzPldQNn4tffOj+VhVEXV0iUJkEGEt5xYve97/++mtgp5gfQ6joBIu8siipVWVeA2q1CIjAfwmQ1NAJEnn1J/hba621Mv4C/AZt27YVOhEQAREQARGoKgIUjXBxGLySGNNrVDhzYsVu3bpZIY9MBESgOgm88cYbdaot+mNK//GPf5jHHntsqd+JODQQJu6///6mV69ecXYTuC0iw8aNG9uYcuJAiYdxFRGJO5eJgAiIgAj8lwAJKxkDvvfee5lXf1wusfh+Hzy+I1k6CUigGPO8SKAYE2CZNie4iOBKfszcQnDRDz/8ENgiMlY4ISIPul5RYpm6oMOKQOoJ8H1CkDBr1qyMaNGJF4OqD6S+QxEaeMQRR5hhw4aF2hIBCoJElq233jrUNlpJBESgeASYCKdqHAtZaoOqJhMA4wSJBB4jxJKJgJ/At99+awYPHmxWX31106pVK+s04VqhIiITkh988IEV+rAQfMB902+sS+a27bff3i48dJfCrr32WnPZZZdFPhRtHj9+fNbtGWN7RYkIE2UiIALpIECwqBMi8hqUWGTZZZc1m2+++VJiRAKnZCIgAiJQ7QQY47kMj07AyByjvxoQ4mxvdkccJ6oeW+1Xh/onAiLgCHz11Vd1RIhOkBhUOY3kbK7KNmJvryBRiS50TYlAbREgmawTLOJTYu6Mcdc333wTCIJ5M79okeA/mQiIgAiklcDUqVNt5RcnTESk6IwxUefOnU2XLl3sqwSJaT2LapcIiIAIiECxCDDv6iqrTZgwwQasew0/O4JF/NA77rijWWWVVYrVFO1XBEQgBQSIoeE34f7777fJJIthzCssXrzYLFy4MPLuiX0hHgh/EGN5fOirrbZa5P1pQxEQARGoZQJofBAsekWLzBf7DYGiV7RIDL6S2aXjypFAMeZ5kEAxJsASbE71M78Ykb/96mqa0qhRIys+9IsQ11133RK0VIcQgdogwMPiIYccktWZXC0UyGJ5zTXX2EmxIMOp1LNnTytI5KFUJgIiUH4CZONyosSJEyfWaRATR06M6F6ZYJKJQNIEEMd6BYu8p2Kx13C6OLEi12Mx7IwzzjD33ntvrF2Tve6cc86xgWTOEC4hRHRLsdofq+HaWARqjAC/MU6E6ESJBIT6jSBxxq3t27e3ryzK7lhjF4u6KwIikJcAc45eZ8lHH3201DZUmvVneGzYsGHefWsFERABEUgzAX7/vBURef/FF18ENrlp06YZMSKiRIJ3CASSiYAIiEAuAp9//nlGrIhg0S1BCTGZt3XVFp14kWdYBS/rGhMBESgHAeJSRo8ebV5++WX76q8czVybEyTySlIwmQiIgAiIgAiIwH8JkEgaoaITLeJL9xoxVwgVWVRdUVeNCFQfgRkzZpgTTjjBkOSjFLbMMstYYSFJwxHILFq0yBB/7rV69epl/OXOb67ElKU4OzqGCIhALRP4+uuvlxItktjCb8QjEpvPwnuKR8hKT0ACxZjMJVCMCTDhzQms9FZFxCnOEmRk4W3Tpk1mwRFOZRuZCIhA8QmQdeb777+3VUu/++47+55XAqHJfsUrzmaybPtFGcVvXXJHQNxMP7AePXpkKiTiGJeJgAiUnwCT2QgSqfDGqzcLN5NOXbt2zSyMGWQiUC4CCIZee+01u/jFswS4O7Eir40bN47VTCpZHH300WbkyJGx9uM2JviLTHN8n5wokeBTmQiIQPkIIBr2ChJ5hvYbjhevEJH3a6+9dvkarSOLgAiIQIUSwDHC76w3yyNzHX5jnsArWuR3VyYCIiACaSXAfCfjyUmTJmXGlT/99NNSzW3QoEEdIaKrkChRdlrPrNolApVHgGBBr1jRvc8mkG7Xrp0dc7lFvprKO+dqsQhUCoHPPvvMihGdMNHr73Zz+syZEzC35pprVkq31E4REAEREAERKDsB5lkRKxLj8eabb9ZpD+N7J1bs1q1b2duqBoiACMQjcOWVV5qrrroq3k4K3JrkvMw1eI3Krd4kvvhvlFSkQLBaXQREQASKQGDWrFl1EgcHxT65WEUnWpRgsQgnImCXEijG5CyBYkyAMTenEhvVjnjgdBl6g3bJA6hXjMh7/cjEhK/NRaBEBBYsWGCmTZtWZ8Gp47cVV1zRkI2Gss0IA3HmkJHSiSF5RQTJ4t4jjAzKrpt013baaSdzySWXmA022CDpXWt/IiACBRJA3PXcc8+ZMWPG2Mz+XiNbv1eUyO+KTATSRoB7mBMrvvrqq1bU7zUCrHC87LHHHoYM8YUYIl2qHL/99tuFbBZq3YEDB5qTTz5ZAqdQtLSSCCRLgMySLrMsr4yv/UaQpquKiFN92mCRAAAgAElEQVRFFWySPQfamwiIgAh4CcybN6+OaJGgGr/De4011shkd8Rhwm+0TAREQATKQeC3336rI0RElPjJJ58s1ZQWLVrYamVOhMir5kLLccZ0TBEQAQhQVcUvXGTM5fcHkZyHubQtt9wyI1pca621BFEEREAEIhFgDm7EiBE2+R/JHLzGMx0JBrfbbjuzxRZbRNq/NhIBERABERABEahLAN82iajd4q2iQ5EKYrV2331306tXL4PoSCYCIlAZBIgDP/744+1zfTmMhPbMExx44IFmq622Muutt145mqFjioAIiIAIFEgAPQCxwW+99ZZ9nTJlylJ7IDaYuRmWTp06FXgErR6WgASKYUllWU8CxZgAC9wcdTNiRCdKDAqs9AsR27Zta1ZYYYUCj6TVRUAE0kzgyy+/XEq06Bdo0H6EGdtss01madq0aZ1uMVl1+OGHL5VVqxh9R+g0dOhQM2TIELP88ssX4xDapwiIQBYC77zzjhUlPvvss4bMKc5WXXXVjCCRDHrNmjUTQxGoOAJMyjrBIq+//vprpg+IjBAq9u7d21A9PJdRAWOfffYxc+fOLRqDlVZayQwYMMDeC5UVumiYtWMRsAJ8npmdKNH/3LzOOutYp4q3QqKemXXhiIAIiED5CJBcyVtlEWcJ1d69JsFi+c6PjiwCtUZgzpw5maqIrkKiX9BDBUSX3KJDhw72vZ7xau1KUX9FoPIIMGfmqlq71yC/Egl7XIVFnp35nZOJgAiIQDYCJNlFlPj888/bhNrOmGtDkOgWkuvKREAEREAEREAEiksAvxhiRaoreoVN+KgRKjqxonxixT0P2rsIxCFw+eWXm2uuuSbOLhLZlphz4lp69uyZyP60ExEQAREQgdIT+OGHHzJiRUSLfsEifi2XTArBopJuJneOJFCMyVICxZgA82zODwKCRCdK9Ga6YdMmTZpYBTMLTnDEifXq1Stuo7R3ERCBVBIgIy5OIDJSUvmJ5ZdffqnT1ubNm2fEig0aNDDnnnuu+eKLL0ran4022shcccUVpnv37iU9rg4mArVGgN8DBIkIE8la6wwn8K677mp23nln+3sgE4FqIkDlHUSKZGhmQYjvjIAqhIos3A+99sEHH5gDDjjALFy4sCQ46tevbwYNGmSOO+44Q/ZKmQiIQDwCfHdxtrLgeEVw7DXufWR33Hrrre1CdRuZCIiACIhAuglQncxld+TVL1iksg+OEuc08SdkSnfv1DoREIE0EeA3ZsKECZkqiUHPhVRGdEJE/DBUR5SJgAiIQDUQwD/kxIokueP9zz//XKdrJJ90FRa33XZbQ6K7VVZZpRq6rz6IgAhEJECCGUSJLPiinFGVFd8TS48ePVSpKSJfbSYCIiACIiACSRAgAdNLL71kFxIwOSOhvBMq8rryyisncTjtQwREICYBnscp/EDsSqmNGFKqnPPs7xIV6beh1GdBxxMBERCB4hOgwiL+MFcIwl/EgYJIzOdQhVvx/fHOhwSK8fgZCRRjAvRsvmTJkowY0YkS/U6gDTfcMCNIZDCowMrk+GtPIlCNBJxQkVcmnBYvXpyabu65557mggsuMFSwkYmACCRDgCx4rlKiN1Nto0aNrCiRpXPnzskcTHsRgQog8PLLL2fEijxkO0Oci1CR6ooEu1NN2Pt5qbqGUPGoo46yQkUqcMhEQATCE3jllVcyWWD9Wb4QJCJEdKJEPTeH56o1RUAERCCtBLyCxYkTJ5p58+bVaSpJ2xAsOtEigTYyERABEQgiQJDPq6++ahhP8uqfL2UOxV8dUUIcXUsiIAK1RGDq1KnGiRV5nT179lLdZ44ZoSKBKppvrqWrQ32tZQIErT355JNm+PDhdZJikm0fQSLBazvssEMtI1LfRUAEREAERCC1BJhbffHFF+3C3Kqz5ZZbzvTp08fstddeVrQoEwERKD2BX3/91Vx11VXmpptuMr/99ltJGkBxCZeIiNeNN97YLLPMMiU5tg4iAiIgAiKQHgIktPAKFqm46GyNNdbIzPcw57Pqqqump+EV0BIJFGOeJAkU4wHEqUPgtFv++OOPOjskE6+rkMjreuutF++A2loERKCmCSBURBQ4ffr0VHAguOfUU081Rx99tLJopuKMqBGVSuCxxx4zDz30kA2u8z4kOFGiMppU6plVu5MkMGrUqIxY0Z8EJMnjRNkXmaW5Fw4ePFgZ6KMA1DY1QYCqDmR5xXk6duxY89NPP2X6jQilS5cupmvXrvaVCjcyERABERCB6ibAnKpzmPDqdZgQWOOyO+IwIeGbTAREoHYJUF0bIaITJc6fP78ODAJwENd07NjRVkls1qxZ7cJSz0VABEQggMCiRYtsZUXEiq+//rrBz+Q1/DxOrMgriSNkIiAC1UHgxx9/tIJEhInjxo3LdGrttdfOVEokSYxMBERABERABESgcgh8+umnGX/bG2+8kWk4CZv69etnxYrEqMpEQASKT4Dn7CFDhpiZM2cW9WDMe5Lcl1e+38SnyERABERABETAT4DiasRjsfjvTTvuuKNNTkU8ctOmTQUvDwEJFGNeIhIoFg4Q8YATJPpFQmTmJSuFEyWutdZahR9AW4iACIhADgJUGZg1a5YhWzhVFam4RsB3OQ0x9hVXXGGoaCUTAREIR4DvMqLEBx980CxYsMBuRDAIme122WUX07Nnz3A70loiUGMEyDo3cuRIc9ttt9XJ9JwGDKuvvroZOnSoGTBggFl55ZXT0CS1QQTKSoCqDQgSESa+9dZbddrSunXrjCARYSJiFJkIiIAIiEDtEiCYxgkWcep7jflWHCZU9WDeVSYCIlDdBBAsewWJ06ZNq9Phxo0bW0Eiy7bbbitHanVfDuqdCIhAEQjwO4tQ0S34mLy27rrr1hEsKmClCCdBuxSBIhNgPs4JE10Vl3r16pnevXubPfbYQ5USi8xfuxcBERABERCBUhH47LPPzLPPPmuee+45450/adu2rRUqsiiRU6nOho5TSwSomkic5M0332x+//33RLtev359065dO+sTQZDI95mxvEwEREAEREAECiGAxmDMmDFWrOhNasE+iNFijqhXr14qvJYFqgSKhVxtAetKoJgf4MKFC+tUSVy8eHFmo4YNGxqyyrmFbHMyERABESgHAQLAR48ebQN4PvroI/Pdd9+VvBn777+/Oe+884zE2SVHrwNWEAEcwwgTmSh21r59e7PvvvvaZYUVVqig3qipIlAeAhdddJG55557ynPwEEflPnjCCSdYoeJKK60UYgutIgLVQ4Cx6AsvvGBFiVTHcobjhGpYbllnnXWqp9PqiQiIgAiIQKIE/vOf/9jqHjhMcJxQ9cPZ+uuvn8nuiINeJgIiUB0ESGbB956xJGJlr5H8xYkReSXRhUwEREAERCA5AlSqdWJFglX422utWrUy3bt3t6JFEkYsv/zyyR1cexIBEUiMwCeffGJ9Tw8//LChspIzgs4QJbIoqV5iuLUjERABERABEUgdAaqmO7Eisa7OqJLzl7/8xQahy0RABOIT4Lt23HHH2eISSRiCxM0228wmst9tt90MPhCZCIiACIiACCRJYNGiRRm/+6hRo4xLZsUxmPdlnMjSpEmTJA9b0fuSQDHm6ZNAMRjglClTMqJEf6UHHDFOkIhDXCYCIiACaSTw7bffmieeeMKKFnk4/umnn0rSzNVWW82ceeaZ5ogjjijJ8XQQEagEAt98802mWqI3I3W/fv3MPvvsYzP+y0RABMIR4P5G4CrVgwmYYvnyyy8NVUm9iUTC7a24azVq1MiceOKJZtCgQcU9kPYuAmUmQBA52VlZyNbqjOo2TpC4ww47KIixzOdJhxcBERCBSiXgFSvOnz8/0w2SQrjsjqpAX6lnV+2uVQJ//vmnrbTtFu8YEiadOnXKVEncZpttahWT+i0CIiACZSHA/LVXsPj9999n2kFyPUSKbmHuSyYCIlBeAkFJMTfddNOMKHGDDTYobwN1dBEQAREQAREQgZITIE4MsSILczDYhhtuaIWKLOutt17J26QDikA1EMAXnkTsB99BfOiHHnqo2XjjjasBjfogAiIgAiJQIQR+/vlng0iRZeTIkZmxIs3fcccdzd57722Iaa716r0SKMa8oCVQ/P8AP/jgA/PUU0/ZhepjzpZddlkrSNx+++3tKw9sMhEQARGoNAJvv/22GT9+vBVfz5gxo07zl1lmmToDjST6RkW4q666yvAqE4FaJUDlj1tvvdUuv/76a2bi11VLVOXlWr0y1O9iEfj9998N97tHH33UCvRdNWGCpwiYwgFDxkhvJqBitcW7X5w/W265ZSkOpWOIQMkIvPnmmxlRIhnanTVv3tyQjRWnCoHlMhEQAREQARFIksD7779vMzziMPHObTDWc9kdmcOViYAIpI8AGVqdIBHHpzeZGj4Xxo8kcCIp5Kqrrpq+DqhFIiACIlCjBCZOnGiorIh/afLkyXUodOnSxVZ5QLDYsmXLGiWkbotA6Ql89dVXtlIiFRO9cS19+/a1STH5bspEQAREQAREQAREgMS/jz/+uHnsscfMzJkzM0D22msvK1RU0jddIyJQGIE5c+aYbt26RYqxbN26tWG8jh+9adOmhR1Ya4uACIiACIhAEQj8+OOPGaEi/jtnq6yyihUqsnTt2rUIR07/LiVQjHmOal2gSICyEyV6KyWSpYJgFidKJKhZJgIiIALVQuDTTz+1zmQWBBx//PGH7RpCxRYtWpjlllvOVqRywo44/Z46dapZc8014+xC24pAxRFgotcJE8k6gpFhBGEiwRoyERCB0hB48sknrcOFICqMwPVjjjnGBml4KzByz6Nih6vIyOuSJUsSaWTDhg1t8Dz3WJkIVDqB2bNn2wrdODN574yAcgIScah06NCh0rup9ouACIiACFQIAcZYCBUROnkr1TOvy3gPp0mbNm0qpDdqpghUJ4EffvjBZusnu/gLL7xQp5Obb765oco2wsR27dpVJwD1SgREQASqjABzZmPGjLEJI3h11VjoZseOHTMV2zbaaKMq67m6IwLpIDB9+nRz1113mXvuuSfTIL5vPP+wqKppOs6TWiECIiACIiACaSRAfBj+PeZonDEfc8QRR5iDDz44jU1Wm0QglQT2339/88orrwS2jdiQxYsX1xmr77nnnoaFJL8yERABERABEUgrAbQCzzzzjHn66adtcQhnm266qfW577fffjUlsJdAMeaVWosCRSoYIUokYJkAFmcofnv16mWX7t27xySrzUVABESgMggQKPT888/bxfsAjagQQdXGG29sK78hNKRSAeLGsLbVVlvZAYtMBGqFAAN1J0wkwwiGIHHgwIGqIlUrF4H6mUoCBEzdeeedGaFikyZNzLHHHmsGDx6ctb1U9/CLFp2Akf8jcAwj5Ccw5KabbkolFzVKBMIQQKyLKJFl3LhxmU3I7IggEWGiKoSGIal1REAEREAEikmAOQvmeREszpo1K3OobbbZJpPhcbXVVitmE7RvERCB/xFgHtGJEnl1idH4eLvttrOiRBZlCtclIwIiIAKVTYBKuMy5sbz00kt15smoiLvHHnvYheQRMhEQgXgEJkyYYIYNG1bH58qcHHPP+HJlIiACIiACIiACIhCWAP5uhIos8+fPt5sxRzNgwAArVqxfv37YXWk9EahJAiNGjLDflbXWWssmSGQu9N133zUuRmzFFVe0gkSWWq06VZMXhjotAiIgAlVEgMTAxP0jWCRG0hlVuElsQfG3ajcJFGOe4VoSKOIccdUSXTUj8CEc6N27txUmLrvssjGJanMREAERqFwCDCbIloVYETGiM6oqMrjo06ePnZjiwZrgP7cwIOGB229XXHGFOeSQQyoXiFouAiEJMNHkhIlOsIRTGGHi1ltvHXIvWk0ERKDYBKgajFDRVU4nQIqKikcddVSkQ/Pdx3GDWBEB/4IFC+yrV8h40UUX2UARmQhUGgECnx555BHroHQVRZdffvmMQ0VJfSrtjKq9IiACIlA7BCZOnJhxmnz//feZjrvsjgrgrZ1rQT0tLQGXiX/48OHG63/p0qWLTWzBsvbaa5e2UTqaCIiACIhAyQi4ZBFUzHXzCBwcUfq+++5r58fkhy/Z6dCBqoQAPlsqJjLOckYgGEvLli2rpJfqhgiIgAiIgAiIQLkIkJz0/vvvN++9955tAsU9EF4hVlx//fXL1SwdVwRST4AxOrHoL774YqatJEvs16+f9aUjUpSJgAiIgAiIQDUQIDmdEyu6/rRv394cdNBBdllppZWqoZtL9UECxZintdoFivPmzTMPPvig+fe//20DhZ0hFkCQiDBxjTXWiElRm4uACIhA9RGYNm2aFSri/HJZs+glVRHd4GKZZZbJdBzRItvMmDHDvPPOOwbR4uuvv24aNGhQfXDUIxHwELj99tvN1Vdfbb799lv73x49elhhYufOncVJBEQgpQSYKEao+Pbbb9sWIr4//fTTzQEHHJDSFqtZIlAaAlS3eeCBB+wz9KRJkzIHpfIBiSpwqKy88sqlaYyOIgIiIAIiIAIxCXBfI7Mjy9ixYzN7a926tZ3XIKiXoBuZCIhAdAIff/xxJuv+zJkzMzvq1KmTFSTutttuZt11141+AG0pAiIgAiJQcQRIZklVaxbEin/++aftw6qrrpoRKhK4KRMBEchOgKTbN910k00YizVs2ND079/fLo0aNRI6ERABERABERABEUiUAEl+ESq+8sormf0OGjTIHH/88ZrXSZS0dlbJBHjWveOOO8w999xj5syZY7uy3HLLmf32288um2++eSV3T20XAREQAREQgZwE0GA99thj5tFHH83osai8TQEjxo3NmjWrKoISKMY8ndUqUHz55ZdtUCWqXWdkkXOixObNm8ckp81FQAREoHYIvPbaaxmxoqs+gLibYD6C+jbeeOPagaGeisD/CFCVg8poCHGx7bbbzgoTu3btKkYiIAIVQoAgKYSKU6ZMsS3efffdzTnnnKPs0xVy/tTM5AgQTM7zM8s333xjd0ywExUO+vbtq7Fecqi1JxEQAREQgTIRoMo188Q4TT755BPbCrIYuwRMCh4o04nRYSuWAEHzJIUkU7gzEr8wdiSxRYsWLSq2b2q4CIiACIhAcgR++OEHwz2DcZhLFMbe27ZtawM48TEhvJKJgAj8lwCJ9RAmOr8TwV18TxAmrrDCCsIkAiIgAiIgAiIgAkUlwJidRKYkfMNIWo9IkWX11Vcv6rG1cxFIKwF85wgTWRYtWmSbuckmm1g/Os+1eqZN65lTu0RABERABIpFgLEiPvcJEyZkDsH8FULFNm3aFOuwJd2vBIoxcVebQHHYsGE2o8vUqVMzZPbaay87GFQ2xpgXizYXAREQAWNsVnQGF15nMoKOww47zPTs2VOMRKDqCfz+++9WmHjLLbfYvuIgPvXUU62wSSYCIlCZBB5++GFz1VVXZSqhnn322Wbo0KGV2Rm1WgQKIEASCkS6zz77bGarrbfe2j4/9+vXr4A9aVUREAEREAERqBwCI0aMsPMa48ePzzR6hx12sE6TnXfeuXI6opaKQIkJfP311zZIDf/LvHnzMkdHkMjSo0ePErdIhxMBERABEagkAjNmzLBCRQSLCxcutE2vV6+eFV4RwKKEEZV0NtXWpAm8+uqrVphIEm5snXXWMUceeaQ59NBDkz6U9icCIiACIiACIiACeQlMmzbN/Otf/8r4D1dZZRUrUjzuuONs0jeZCNQCgfnz52eEiVRPxDp37mwrRe2yyy61gEB9FAEREAEREIGcBN5//31z7733muHDh2fWI5EpPvdK12xJoBjz4q8GgSLZF8lQQWDlggULLJH1118/Uz67cePGMSlpcxEQAREQAT+BSZMm2YA+yjY723bbbW0FOQYZMhGoRgJk/0CcOHfuXNs9rvfTTjvNLLfcctXYXfVJBGqKwH/+8x8rUuTehm2xxRa2miLVUWUiUG0ERo4caZ+fx44da7tGBlREiSxc+zIREAEREAERqAUCBMkzp8H478cff7RdRqjPc56E+rVwBaiPYQm47PmIE51tuummZv/997ffFWUJD0tS64mACIiACDgCo0aNMo888khmXoL/I3RHrIjoXSYCtUJg5syZ5rLLLssE/6+22mpWmHjUUUfZ+TqZCIiACIiACIiACJSTAHNCCBVHjx5tm7H22mubU045xRxxxBHlbJaOLQJFJUCStuuvv97cfvvtmePstNNOVpjYtWvXoh5bOxcBERABERCBSiQwZ84cK1Qkwamz3r17myFDhlRsDJoEijGvxEoWKH7xxRc2qBJxogsi6dSpkx0McmHLREAEREAEik8AQQeVp+677z7z1Vdf2QO2bdvWBvSR9VYmAtVA4NNPPzUXX3yxrSCKbbXVVrZq4pZbblkN3VMfREAEPATGjBljrrzySkNwCIaD5a9//ashM6RMBCqdwBNPPGGfn10l7AYNGthM7CxrrrlmpXdP7RcBERABERCBSAR++ukn6zRhXsMlv2vdurXN7kiQvEwEapUAz0YEob300ksZBFQZRZhI1VGZCIiACIiACMQl8MEHH1ihIsvPP/9sd4cIXpXj4pLV9pVAgDloEuZhK6ywghUlcu3Xr1+/EpqvNoqACIiACIiACNQQgVdeecXOEU2YMMH2muT1Z555punSpUsNUVBXq50AVRJvuOEGK05csmSJ7S4FGvCjb7755tXeffVPBERABERABGITWLhwofW533333Zl76YEHHmiGDh1qmjdvHnv/pdyBBIoxaVeiQPH77783N954ox0Q/vHHH5bA9ttvbweDvMpEQAREQARKT+DPP/+0wXwMMObNm2cbgCP5hBNOsIFLMhGoVAIvvPCCOfnkk82iRYuskxhh4oABAyq1O2q3CIhASALXXXedufnmm+3am2yyibn22msNyVBkIlCJBJ5//nn7/Dx58mTb/HXWWcc+P5PcZ6WVVqrELqnNIiACIiACIlAUAmR2ZG5j9uzZmXkNsjtSZVgmArVCgLEjQWevvfaa7fLKK69sDjroIDu/16JFi1rBoH6KgAiIgAiUkAAJIxAp/vvf/84kDdtggw2sWIukEcstt1wJW6NDiUBxCTzzzDO2auJHH31kD8SzxkknnWQaNWpU3ANX4N7xPeObmzJlinnjjTfs3Obnn39u3n333UxvVl11VRswTqAbSUVJMNqmTRvrz5OJgAiIgAiIgAgkS4BxDD7zTz75xO748MMPt0LFNdZYI9kDaW8iUGICzIXiS0dYge26667m6KOPNu3bty9xS9JxuOnTp9vvN0mFvPbPf/7THHDAAUVt5NixY21BDDQCzkiWd9ttt9kYB2evv/662W233eq0hcTjZ5xxRlHbp50XTuDyyy83F110UeEbZtnCPQOSgJtnwI4dO9oKbdyLlllmmcSOox2VhgBzgSRsKvVvTWl6V7tHoegRv9t33XVXBsLgwYPNiSeeWDHjRgkUY16/lSZQdMLExYsX255TKZGgSgULB18IQQOxmJeMneBde+217QCchaw46623nqlXr17cXWt7Y6zzTTdcXQqVToAqc2RBmDFjhu0KDwMIFXv16lXpXVP7a4wA4w73kLz77rvbiYz111+/ZigQGHL22WebYcOG1ekzos3OnTvXDIdydDSIfbt27eyDW8uWLcvRpJo85rRp08wll1xi3nzzTdv/q6++2gbmykSgUggQVI4zheo32IYbbmirguo6zn8Gf/zxRxvsxDP1W2+9ZT7++OM6wU9McPO73KpVK9OhQwebJZZAKD0X52erNURABESgEggMHz7cjr1xxGMEuZLdcZdddqmE5quNIhCJAEFmt9xyi5k0aZLdnvHOYYcdZhec/rKlCSTpf9l6660NFc6d34V5F+agll12WaEvAYG4QU043BFSeSuO7rTTTlbsW0vV6jWfVYKLtQYO8dRTT5l77rnHvPfee7a3+KQJYMHHJBOBSiYwf/58849//MMw5sKYTyIwq1u3bpXcraK0/bvvvjMjRowwd955ZyZpRiEHYhxLhn7GsZtttpnGU4XA07oiUEQCCk4vItwK3bXi4yrzxFFMBJEiQefY6quvbs466ywrZpKJQKURGDdunI0HISEGxnwcz59du3attK4k2t5ssWL9+/c3VIIvVtX333//3Vx66aWGMYPX/va3v5nTTjutjvgs7lxeosC0s5wEkh4DZjtYnz59zOmnn271DRIqVs5FmdR4kPEJv+nE+aArkqWDwNy5c83tt99uHnvsscy48ZxzzrEJ9dNuEijGPEOVIlB86KGHzBVXXGE+++wz2+MePXpYERdOW1l2Akk6yHNxbtu2rTnllFMMN/kVV1xRpyQGgaRuuDGaEHvTr776ymY6JfCZiQhZ7RLgemaA4bJnkdEGgReZS2QikGYCPLRQNZFrGDv++ONtMGqtmQSK5TvjCugqH/ugIxM48sADD9iPjj32WHPuueemq4FqjQj4CJDNEEEtQX0YQTk4UxAnyrITICv7hx9+aIX5zEGQob0Qo7oDjHHOeDM4FrKPcq87c+ZMWyn6/fffzzSFPuGco3qSLH0E8s37HHPMMeb8888vylzNyy+/bPr16xcIpdaum0p1hFbDHFSxv5UPP/ywndcgmBhDbMKzopLlFZu89l9KAiS1uP766w3ZqTGSERLMjYNQyRdyn4l89+G45xG/C4Ic7rfFCvyJ28Zq2T7uvbzaBIpRfTyaz6qWb0Q6+jFy5EgrVCRpENasWTMr5qKSgkwEKo0AfnOCaknCzfwKFROZf5HVJUAgIfNyxAUVOi+XjSXxCgS/8RsiE4E0EYg63kpTHwpti4LTCyVW/esnNTdZi9+nNFwd+CIRKo4ePdo2Z6+99rLJv9daa600NE9tEIGcBBhr4vu899577XqbbLKJGTJkiCFxvey/BJ5++mlbOMhrJO6lYEXr1q2LgiL9IkYAACAASURBVIn40kGDBtnq6c7wuROr4/fJxJ3LK0oHtNNAAqUaA3JwEi3yvM2cumIbKuOCTGI8SLLxiy++2Dz44IOmFJVeK4NsulpJIrqbb745M27cfvvtbdEUqp+m1SRQjHlm0i5QnDx5srnssssyznGyVSNMROQiy0+g2A5yfwsQKDJ4JzBTFo1AEjfcaEeOv9WSJUtsEDTfWSb5ay07cHyC1bsHnEkE9BGogREgf+aZZ+pBoHpPeUX3jIlUHlbJkIXonvvaHnvsUdF9itp4CRSjkou/nQK64jNMeg/33XefueCCC+xuCUzH4UIGd5kIpI3AVVddZTMXYsstt5wddx199NEad+U5UTiwqTbJM8z3338f67QiCCU7HwKtSgskl0Ax1qm3lTbJ8I+go1ROj3zzPsyjUXGACqpJGllML7zwQiuGDjIJFI3561//ahP0pNkqeQ6q1FxxaDGvQUAxhviXINfll1++1E3R8UQgMQIzZsywwsQnnnjC7pMqb1zbyngfHnG++3D4PeVec8cdd7QJB6iuKCsOgbhBTdUiUIzr49F8VnGuz1rfK4lRqM5CzABG4ArJBHv16lXraNT/CiDA7yLCRJf8juuW54jGjRtXQOtL10SSho0fP96cd955mWreSR6d2BXmMPr27atqikmC1b4iEYg73op00JRspOD0lJyIFDUj7txkLX+fUnQa7bwSPvQffvjBjnEQKe65555paqLaIgJ1CBD3gZDFJcRAyIQ4UVaXwBdffGHjDMaMGVPnA+JkipUUOUgUma1qY9y5PJ3v0hEo5RjQ9Yok9Hy3lYCxdOc56pHijAeDkhxJoBj1TJRmu+HDh9v4kgULFtgDUjSGebM0mgSKMc9KWgWKv/76q31gceXgeYAhK+J+++0Xs8e1tXmpHOReqog4GIhqYj3atRbnhhvtiPG3wmnw7rvv2oc3gjExAvclUIzPtpr2gBOO34a77rrLdqtJkybmrLPOMgceeGA1dVN9qXACzzzzjBUnMnnapk0bK07cbLPNKrxX0ZsvgWJ0dnG3VEBXXILF2X7ChAk2g8/nn39ukzFcc801pmvXrsU5mPYqAgUSGDVqlL1vTZ8+3W55wAEHWGeKnsvyg0SUxwQ1z89JGpVuOCdUIaoUk0Ax2pnyTn67854WgSI9wtlKQqkkjXvhkUceaV555ZXA3UqgKIFiktdbWvaFgP2mm26yol+sadOmNrh47733TksT1Q4RCE2ABHPM02HLLrusDTZBnLjSSiuF3odWNHb8uNtuu5UERcuWLc11111nunXrVpLj1dpB4gY1VbpAMSkfj+azau2bU9r+Evh86623mrlz59oDE/RMUpCNNtqotA3R0UQgJAHEtVyjc+bMMcsss4wNuPJXIAm5q6pe7bfffrMCTubd8yUN23rrre28PFWmScyGfffdd1bAPGnSpJxVF6mkgQBy4MCBClKt6isqvZ1LaryV3h7mb5mC0/MzqrU1osbH6fuUvitl/vz5VqTohExUQCM5gEwE0kSAODDiFB999FHbrJ49e5pTTjnFbLrppmlqZmrawm8tSZH932Wqpd54442mYcOGibYVX+tpp51m7r///jr7zebjjDuXl2jjtbOcBILGgLvuumvkee4PP/zQsLz11ltZj8vzH8kZ9913X52dlBOIOh6kW0G/AxIopvyEG2PwIRBvSUVerGPHjjauqkOHDqlqvASKMU9HGgWKY8eOtRO0H330ke3dgAEDrFigVMFdMZGmavOgH2BKbRM4E4UnTlYmd99///2cE7xU6CCjb5RjpApgGRoT54ZbhubaQwY5nSVQLNfZSP9x33nnHRsA9dprr9nGEsDLRJWqUKX/3FV7C5988kkbjIe5isC1Xg1DAsXyXfUK6Cof+3xHXrhwoQ2WQJBBlVWCJyRSzEdNnxeTAM4Ugp0efvhhexgCdHCmdO/evZiHrZp9Uzn5uOOOMxMnTszaJ4KfcE55HVQEP5GkBUHoJ598knXbSkvgI4FiYZf2H3/8YcaNG2fIwshcCVZqYV4YYQRjXOZouG8lZc8995w56KCDsu6u1ByS6lfU/VSqI7QS56CinqMkt5syZYrN7vjGG2/Y3fbu3dsm2ltnnXWSPIz2JQJFITBy5EibZI4xEMZvOfcJXb/RcCfpf2FMyXnJ5Xvp3LmzwcFOYL4sWQJx7+WVLlBMysej+axkr0vtLZgAySIIhmQ+BIESCSN4rpeJQJoIkMT3//7v/2yTttlmG/tegc9LnyHEiSSBIWA1SJxIUCn+OoSdW265palfv37W08y+iC/C13fLLbcExrIoSDVN35Laa0tS461KJqfg9Eo+e8Vpe9S5SX2finM+ktgrY6ArrrjC7oo5DO7zlZTEMwkG2kc6CSCeRZw4b9486ys799xzVSgnxKl6++23zcEHH2yopuiMeWRiZDp16hRiD+FXwed++OGHZ+at2XKrrbayCSM33HDDpXYUdy4vfMu0ZlwCQWNA4lvOOOOMWLv+5ptvDIUoiEMmxsFvmkuPhbdkG0cdD9JACRRLdpqKciDuMcSwzJgxw+4fDQEJstNiEijGPBNpEyjiHL/hhhtsrxjEnHnmmalTxcZEXtLNg36AkxCO/fLLLzYDAVkGXMU8b8eY3L399tsNwZiywgjEueEWdqTk1tbkT3Isa2lPZCQigI8MOI0aNbIDDLLsyESgHAS4lxFEjRGYd/LJJ5ejGak7pgSK5TslCugqH/uwR2bCjHsZmeEefPBBGyAhE4FSEyC5D4JZMrFjCBOpfiMLR4DfWhxQPLv6jefmY4891go9cyXeQaD28ccfW4FotuAnKlkSiJakOCxcDwtfSwLFwpgFBaKXWpgXRqCYy4FXWI//uzZzQn//+99tcEE2KzWHKP1IcptKdYRW4hxUkuct7r7I5ItQkUDatdZay2Z3TLpaadw2ansRcAQWL15sK8Y89NBD9l+bb765OfXUU22wmCw6gWL4XxijPvXUUzagLyiwgvOGGKdevXrRG64tlyIQ914ugeJ/kWo+S1+uUhEggdhVV11lhg8fbg9JTAH3ORIMyUSg3AR4Xr7ttttsM5hbIhG3bGkCVGRhfh0+QeLE/fbbzwasIuykAmUh9tVXX9mYI0QS/n0zR8Jc4MYbb1zILrWuCMQmoJgaY8XIxId4TcHpsS+tit5B1LlJfZ/SfdpJWs+8BYkD1l9/fetH2HbbbdPdaLWuqgkwx8Y8PsZcKM+OLVq0qOo+J9W5bFUNuZ8ff/zxBY/Tc7WL3wp+O7zG8wDCUlc9Pal+aT+lJVCsMaDrxWeffWarbz777LNLdYznwsMOO6y0HdbRCiIQdTzIQSRQLAh1Kldmbohk4MRdYn379rW6pDTEVkmgGPOSSYtAEUcrk48u4zyZDk888cSYvdPmxXCQe6kuWbLEPkjyA+G3/v372zLfuTLZ6QxVBwFN/lTHeSxHL8gMzkPryy+/bA8/cODApSaly9EuHbO2CJApy1V/IZCayQ3ZfwlIoKgrQQRyE2CS6+mnn7ZCewJ927RpI2QiUDICPGsRjIfh2MOZosCawvCPHj3aHHrooXUClUi2c/rpp9sAskInvT788EObZIn9eo19kkmyR48ehTWwDGtLoFgY9EoRKNKr++67LzHhFBlmeXbLVXlUAkVjq9vGzf5Z2BVZ+NpxnD6FH606tyA4nnnRF1980XbwqKOOstkeZSKQJgLeDOG0C4Hb0UcfnaYmVmxbiul/mTZtmiHRhf9+26pVK3P33Xeb1q1bVyy3NDY8rkAxjX0qpE3y8RRCS+umiQBjMOZGZs+ebZvF3AgJCGUiUA4CP//8sw3Sfe655+zhL7zwQrP//vuXoykVccypU6faxKGusrdrNPNoJBQbMGBAwXNz3o6TVOyRRx6xCd38IkUlfKiIS6TqGqnxVvEEiu5iUXB65X1tos5N6vuU/nP97bffWl8biVYxBCIkH5CJQKkJEI9OkllM8ejR6Af9Vu+888426QeJG5MwKuGdcMIJNvbGWbEqNSbRXu2jMALFFijSGp4r+Y7759IplnLjjTfaxPOydBKIOh6kNxIopvOcRmkVSTvxr3/33Xdmiy22sMnhN9pooyi7SmwbCRRjokyDQJGqRQwGeTjBuUoAjzKnxDyx/9u8mA5y10IyZVANggx0XmOQyACfHwtZdRPQ5E91n99S9O6uu+6ylQYwArevu+4606RJk1IcWseocQLcJxEn4jjmlcy2sv9PQAJFXQ0ikJ8AE6WjRo0yG2ywgc3oI4FYfmZaIx4BBFFMrjqnnjKxR+OZ7R6HyITvddSKNNkmvyslgY8EioVdT2kVKFINYNGiRWbWrFmZDiUpGMRBeMghh2T23bJlSztZ/MUXXxTleIWdlfKsXamihjhOn/KQTu9R77jjDlsJAGMu9OabbzbNmzdPb4PVspohQHZwsoRjXbt2tcKNcjv1qgl+sf0v48aNs8Jn7z0WfsXIUl5N5yVKXyr1Xh6lr0HbyMeTFEntp1wELr74Yivexvbcc09z6aWXJhYoWa4+6biVRYD5gYMPPthQMYggXRKLMfaSBRNgDgHRgsuQ79ZCnMj4FWHnsssuGxvfb7/9ZoNRGQN7TQkfYqPVDiIQ0Hir+AJFTouC0yNcnGXcJOrcpL5PZTxpBR4anxsJPDGCzpnjkIlAKQh4/ekkpCWxzS677FKKQ1fdMYKSliadnJd5uX333bdOYhEJy6rnUiqFQJEqbPfcc48ZOnRoHXBt27Y1xCVvuumm1QO0ynoSdTwIBgkUq+timDt3rk2w+v7771vtAL72cs6tSaAY8/oqt0CRC+iCCy6wvejdu7e57LLLzAorrBCzV9rcESi2g9wdJ1uGu1tvvTVTlUpnpXoJaPKnes9tKXtGBhMq11FVsWnTplakWM4BRin7rmOVh8DkyZOtw5hMTPvss09GJFue1qTzqBIopvO8qFXpI4AzhcBRBBoEVay//vrpa6RaVBUEqKKCIJFKfYyXyCZeCVX50gif6goItqZMmZJpHqKuO++802y44YaxmhxUmbFSAp8kUCzs1KdVoEhl0AYNGthJW2ft2rWzDhjuVXFsyZIl9reH+R5nPMc988wzdrLYWZKCyDjtLdW2lSpqiOP0KRXbSjrOpEmTbKDN9OnTTePGjW12R81rVNIZrK62/vDDD7aClKvuqaQWxTm/xfa/ZJuXOfDAA21gFcFAsmQIVOq9PJneGyMfT1IktZ9yEnj22WdtAsLFixeb9dZbzz4PKSFyOc9I7Ryb6nwkwMTP2b59eytOVEKI3Oef7ysVvf2VDeMmDgs6Kj7AE0880QwfPrzOxwibqXgpE4FSEdB4qzQCRQWnl+qKTuY4Uecm9X1Khn+p9kLBC5c8i8T1VEmWiUAxCTgfMP70Zs2a2QQYjNNl0Qj8/vvvNgmQS9Do9nLGGWfYOM/lllsu2o7/t1W2/VN59bDDDou1b22cDgKlECjSUzQM+Mi9CXz5/wsvvGA6d+6cDhhqxVIEoo4H2ZEEitV3QVFk5pRTTjEvvfSS7RzVevv06VOWjkqgGBN7OQWKZHklYxnG5J9fvR6za9o8yw/wTjvtZKsdrrnmmokxYvIY5fJDDz1UZ59Uw2QwKqtuApr8qe7zW8reff311/bhFZEHmTEJoFUGo1Kegdo61g477GCzKO6xxx52Qkq2NAEJFHVViEA4Ar/++qsZNGiQeeONNwy/Lf7Mz+H2orVEIDcBJmConEig3dZbb23vXYgfZNEIBE1WMi9BMGPcpEkEPlGFkSpzXhs2bJhNipBmk0CxsLOTVoEi4sBdd93VZiP2Bvv985//NAcccEBhnfSt7b9GEPaeeeaZhiBCCRR3q7g5sThOn1gXUhVvjOOEOVInCmPum8y/MhEoJYE5c+ZYceK7775r1llnHTu+6dmzZymbUDPHKrZAEZBBv9UIbqjcusEGG9QM62J3VALFn8zZZ59teGZxVgxfYrHPo/YvAp9++qm97+FjWmaZZWxilb59+wqMCBSNwC+//GLFia+99prZbLPNbAxGo0aNina8athxtuqJ+Oquvfbaosx3Mkd3yCGH1MGniizVcDVVVh8UU1MagSJXhYLTK+e7EXVuUt+nyjnHrqU8ayJwwkjm0L9//8rrhFpcEQS++OILQ2IvYsG22WYbm+BL/vT4p27s2LG2AIDX55jU/OTnn39ujjzySPPKK69kGppUUuH4PdcekiBQKoHiV199ZeO2xowZU6fZlRCjkQTnSt1H1PEg/ZVAsVLPev52e6tw33vvvWbnnXfOv1HCa0igGBNouQSK5513nlW2YmRJkXMg5onMsnkpHOQcmixUPEi6h0nXHAaPCFFXWmml4nRQe00FAU3+pOI0VFUjcCA7cQdBtHvuuWdV9U+dKT8BrrHbbrvNdOjQwQZ6yYIJSKCoK0MEwhNgMpYgCia9edYhIFgmAkkRePLJJzPXFNmhcN7J4hEImuhMMsHOTTfdZM4555w6jeS3gWxfaTYJFAs7O2kWKJ500km2QoDXCZNEVUP/dwdhL8EEVD6QQFECxcK+QdW9NpUU77//fttJZQav7nOdtt6RNGXw4MFmwYIFZvPNNzfXXHONrbwtKw6BUvhf3nrrLdOvX786AUBJVUYuDpXK3KsEihIoVuaVq1ZnI8Dzt0uqy7iM5C0yESgGAYKfCdbdeOONrTiR6p2y3ASCgpupCk3A2Y477lgUfMzZM0b2zpGQaPC6665TtcuiENdOgwgopqZ0AkUFp1fOdzBqQLq+T5Vzjr0tJU4YsRjGPThuMsXKpKBWF5PAt99+a8WJU6ZMseJEknvFTUpbzPZW0r6zJee97777Yle2Ckomgj/9b3/7W87qjMWYy/vyyy9twiMS0LzzzjuGeVlnzLVTiZOEXttvv31BiWmC7ls8Az322GMFVfZDaIf/12uFxud/8sknmeTrbj+wPu2002yip2JYqQSKQX57+hM3gW+xrot8rH/77TebhJJrEr/Pe++9Zzh/GNcP12SbNm1M165dTffu3a0Yu9BzmGRsSNRxXSHbZTvH+VgWcg3kOt8tW7Y0rVq1sgnlt9tuO/uboPtMPvrRP0d7dM8995h69erZed5u3bpF31mELSVQjADNu0k5BIpk4aQqlnvg2H333WP2QptnI1AKB7k7dtBAIongt3Ld4F2/3I2ezOfwnDRpklm0aJH9mBsNk9dUwSArIhXfsKBBZdhg10JuuPmufDIQMmB+9dVX7YCZAYvLZEJ25datW5stt9zS3ix5rV+/fr5dZj4Pame+jaNm3IXn22+/bcaPH2/74T0H9IMbPX1g/wwC3HnI156gz/398l7DS5YssW3AQYLzhOuAgR6DPALFO3XqZFZeeeUoh9U2AQTcAIOPylmqWSen+gjggCSjLcbgtWPHjtXXyYR6lFaB4h9//GF4SOZc8hDOe+5xmPchnMpBZO1affXVEyLy3924sQnVzJgAcMfmnkQmL+4JHLtBgwaZ4/rHZPmCCYPY59uGg/nvY0H3XsYHtH3kyJFLtT/Je2qi0CtkZyNGjLBiEOzll1+240OZCMQlwHf18MMPt7thgvn000+Pu0ttb4x5/PHHDWN9r4VxdoSF99xzz9mKl/x2L7/88mbdddc1ZGbfbbe6Aqaw+yvVeklOQpeqzeU8TpoFihdeeKF18jNX4yzMWCIXz6DxCYlleA4fMGCABIq+73fYeaByXsNJzkGVsx9pPbY36IZKIH/5y1/S2lS1q0oI8NzJdUYlH54FESeuuOKKVdK7dHajFP6XoPEZcx/Dhw+3/olc5m+fd46AuZWJEyfauW6eXwlu4J5OABfjVua8vfMaYc9Auf05tNPNGz3//PM2gMPv0yFhGQmGunTpkpnPjxvUFDQujOoP8bImOejChQttFnnmcj788MM6wVFcA/SHeahCz1kxfDxR57PCXF9efxfnlOQYzlfngkMIUkDcsskmm9jAhTgWZi6P/k6YMME8++yzdQLX1lhjDetz69y5s83ujB8pbnvi9KVWt6WS9Q033GC7f+6555pjjz22VlGo30UiQGIqAkSbNWtmg595leUm8Pvvv9uE1965CrbAp8J3NmlfjmsN91PmSKikQ+IH7p/8VhcavOntXSnGPGm+F5Wj/8UayxJwz9iCOBAEDYyLGYM7w/eHCJkxF2ONQvyOxRhv+b9lXN+fffaZHStyzXj9lqwbZ7yY9G9aJQen5woQL+bYr9gB0kn6A6LMMxayTTG/T6UQACT9farU/ZHc8/rrr7fPRy+88IIVVshEICkCxO/yjE7My5133mkaNmyY1K61H2OsSGTIkCF1WJC0m6RAUeegswn3HnjgAdOjR4+c3OPO5Xl3/vHHH5vLLrvMzrd6q0RmawBzszxXnHnmmaGfA4P4XXzxxYZEsGEsW/wewjSS5RCLEMaYB6btzuhLGN5h9p1tnVKNAWfPnm3jPxjTe424jSjCplJcF0HMiFFHuHv11VfbyuBhjedqYomYhwz7rFvusSB9K2Q8WEyBYqHnm7bzrMh8I9ddIdqLsOdU6xnzf//3f/YawVfFb3Qpx44SKMa8AkstUMQRwI0Vu+WWW4qWBS0mlqrZvBQOcmD9/PPPhsArBjteO+usswxL2BteqQd+uU40Tmyc15SKZUIynyG0xRHBDR4eCHFxSjgLG5hWyA03W5vICHbzzTfbhy3noM3XfibNBg4caINo11577XyrBw4M8m1UqEP+xx9/tAz5rXDZH/IdAyc8g38ylUQRKmYTKHJOCfD0X+Pe9jDgp61yQOU7S+E/pzoQGSwI6maAgVNfJgJxCTCJQTDPCSecsNTkSdx9V9v2aRMo8hCOKJHgXgT4YSzKxFCu+ytjWe4F+SaluK/y4O8eQsM4kr3HjRrQlUug6O6rVC8PMz7wjm2ijOXCnJ9qXIfsYo888oidMHWZ2quxn+pTaQgQFEGmR55NEP/wjCFLhkDQszJJTxCTpDXbfSkCf5KchOZMlTtAphgB3UFOlHxXZRLJm7IdI+hadsd78803zcEHH1xn3FJIhkD/MadPn24F0wT0Yc7pxbgoaYFiqQPQvX0th6jBz7pU350k5qDyXf+1/vmtt95qRWLYbbfdZvr27VvrSNT/IhFAqEPmeZ719ttvP0PiL1nxCZTC/0IQwqGHHmpmzZqV6VDYpAPZBIok2UMEwPxKtvmNjTbayNx9991miy22CAWyUAd+kvM1roHcw0nWyO8uAdr5DFEbvgR+mydPnrxUMpGwPh2Ok7RAkbEA556+PProo/m6Yj9Pg48n6nxWrg7Onz/f+gi4HsPMZ7Gvtm3b2ur1BOZEDZLLNZfHHOVTTz1lg9e8AoZs/cCvQUW/qH6rUBeAVgokwHiXQBaM83XYYYeJlAgkQuDhhx/OVK7gfdj7ZSIHr+CdfP755zYBG8J7r+F3qZTvZynHPGm8F5Wz/y7WJImxrBtrMSYm+Defz897vRYyji2moIo+kEAVnx99CGOFjhfD7LOQdSoxOD1KgHgSY9FCv2uchygB0kn6A6LMMxayTTG+T1HOL6yjCAAK+a5U+7o8a/Ocy3MSyV5kIpAEAZLSMHdAwiLiZZs0aZLEbrUPDwG/j5CPws5RZgMZtM+wyUuSEChyH0A4yFx62Dknb18YW/GbxrNMvvmnoDle4kCoLMv4Mp8FVT5km7CJ7FiXhDHEPyN8c0ZxHnxX66yzTr4mRP68VGPAoGqcJBohQR/js7BWyuvC3yYSjxATRJx0FON6oMomMbFhCu2UeyxIHwsZDxZDoIhPgWqmxHhG+R2gDySp4zonqY0seQKcG+biKRoS9tk3iVZIoBiTYikFik888YQVP2GIThhMyIpLoBQOcnowb948K24j467XcHD7q1Lk63E5b/Cubdxo8onRgvrBoJMJQLLvuqyJbr2wzuxCbrj+NjAJiQOeQUYYp2hQH3DKk7mQCd5cYoRiTP649tAPAikRt4YRhwb1g6ANnI6FPnAGCRQRGlxyySU5xYm0IW5WmHzfjVr93Ak9CIph8F3oOa1Vbup3MAECQRAe4CzGaSzLTSBNAsW5c+cafg+iPmgUMjEUdH8lsI37UqH3VzJPcQ/BkeStmpVvoi5qQFc2geIPP/xgJzEK5cfkBe1H3KBM7+F+MXBkMxb84osvbPAZ4wOZCEQhQIY3fje4ppicJnGKLDkC2Sbx4cyEbZp+8woNRigkSMZPNKlJ6HIHyBQzoLuSBIokJzj66KPNiy++mDnVccSS/uyeruoov1dJCRTLFYAOoHKKGrzzIaUMLoszB5XcL3L17wlxCUJFDAdKvopn1U9EPUyawJw5c2zlRMY3vXr1sqIzWWkIlML/4s9qTc+Y1yKxX4sWLXJ2NEigyO8RWbF5Xs1lYYOB0uDPoR88NxFcQ0BNIQHmbItQAn/IQQcdVAdJWJ8OGyUpUIzTF9pCkCdj1nz3m2L4eKLOZwVdi1xbJIBiPjBqcAjJty644AKz6aabFvyjkE0UQoLPKP5DGsDc3IknnhgqQKjgBmuDrAT4vcTviVGxhaoaMhGIQ4AgWubsfv31V1uds3///nF2V1Pb8tu677771rlXRwkYLQe0cox50nQvSkP/Ga8lMZaNO9Zy1x9iMPxne+65Z9a4mmKMt+KOfdmemCBiaRjzR0n6HfU7WGnB6SQ8htOIESMidTnKWLTUAdJJ+QMAFGWesZBtkv4+lVoAEOkiqtKNEMgwJp8xY4aNKXWFTqq0u+pWCQgQS0gFK+zBBx9U8YMiMWc8yPOP83W4w8RJNsLzOnHOXgu7v7gCRXyoVH+kGElcO/XUU81pp52Ws4La4sWLbQzCk08+mTlcvrgxb7uC5ojd52Fj9L/++uul/MbO17vccsvFxZB1+1KMAUl8i4iJ3wCv7bXXXjZRX9iKqqW+LrxtXbhwof0+JCHeDxvzUu6xYKFjyG+++cb+DrlimzmVNQAAIABJREFUR5z3t956q845p8CUv0AT8//E8fmNmBKSJsC9UJ+Cf1+I5ygq1apVq6J9l2p1x8y/7b333jZmd/Dgwebvf/97SVBIoBgTc6kEih999JHNDMkXmpsaF4ms+ARK4SDnnBKkNnTo0DodIqtCoRkDy3mDd43nRs9gJU4WArJqIKwjo6uzsM7sQiZg/FcQ2QYJgg9bbTDbFchkKg8TVEPIZgyEXDVBJsnI4Ow9LkIQBtFUvnPGfhnYr7766ln3y/X0+OOPGwbuUZ3Obuc77rijFUPj2Ahrfv44lSiBzn5yGdc7gR2dOnUKeyitVwABBNCIb3E83HfffQVsqVVF4P8TeOeddwyOAIyqZh07dhSePATSIlDk+0/wTqHiwKDuMTHJw2r9+vVDnf8k7ks85FLJgopDzvJNNEUN6AoSKCKsxEk6evToUH32r4TQBWFv0MN6pB3WwEY4K7lmMSqZrLXWWjXQa3UxaQL8blBBkQAHMufJkiWQzYnCUXi25TscprJ8sq2qu7dyBP4kMQkdN8gnboBM3OPnC+iuJIHiSiutZJ9lCaAOOwbJdk0zX4Nz7f7777erMD7gGZiKwUlcN+UOQI9z3SQhaoBpnDawfZTvTpw5qGL+/lXjvvkekqW1TZs2ZtSoUSUNAKxGnupTXQJu3Ij/hUzhstIRKLb/hTkJ/72c3oUNrPC3j4zYu+66qw3+y+dwZw42X5LRNPhz4EE7CBx2/oooVwDz+yQa8lpYnw7bJCVQjOufcu0vl48n6nyW/5wleW0xRrruuutMt27dCro0gkQhJCjF78fcclRDKIcfL1eC0Kj71nbZCRCMRpDjCiusYMdiUUSr4isCjoAbexFYz7y7LDyBoADksOOa8EdJfs0k70thgpddD9JyL0pL/5MYy3711Ve2yk2ce7n3CmPMxRiUihlBVoyYmqTGi8ztkbSEOIxSJeurpOD0pHzT+INJXLXNNtvk/XEqR4B0EvO6rmNR5hkL2SbJ71M5BAB5L4AaW4HYHcZUGM9YzFXIRCAKgQULFlg/1bfffmvOPPNMe1+TFY/A2LFjbXJz77wisbXMX4aNwXKtQ2iEYM+bZD1fHJW3Z3EEisxfMccTFIPBGInYQhKrkCQOXyux0egfmE8gHj4oNjuMIIykSRS98RqCut69e+c8adnmiN1G+CmJV6etueztt9+25887B0qMfM+ePYt30RhjE6nRPq8VMu+ar3G//fabFSEGJeQrZB6uXNcF/UO8Tx+IZ/Saux4pjsBcVqNGjezH9JlYtOeee84K7Pxx9l4/fi5+5R4L0rZCxoP+vgT9DuAjc2OMfNcOmgeSPfsLc1Fxk30whqcyr3te+vLLLw0aDZi/9tprS+0+6u9hvnbqc2PPkUsQRgxrPt9VEswkUIxJsVQCRcoYc4PWRG3ME1bg5sV2kNOcbKI4boo4/XKJ0bzdKecN3rUjlyObyUUyUe+yyy72pkMmMSpZjBkzxt4kKcPtjBs8JZK5ITkLO6iKesNlMhUlv78ykms3ASo4Yt1AlOwBEyZMMFQ2Dcr4VUj57iCnM0IyJmPXXHPNgq7aZ555xlaoChrId+3a1ey3335WOOkGW/lu+ogpyBLSuHHjUO3w8+c49M89WNEvBvVkPMAY6LENgxAG04U+bIVqlFayAR44qJgoJICm0MqsQigCECDb9h133GEYk/CbLMtPIA0CRQT/Q4YMsb+3fgu6N3N/o+oMkyjc34IC7vgdJ3t6mN/sXOJ/JqXI0NKlSxfToEED8/PPP5spU6aYxx57bKlj+wPd8k2sRQ3o8t/HOE7Tpk3r3OvdgzSBWc2bN7djGu6nCBgJmvaOaRzzQsYF+a+s2ljj+OOPtxWrVEWxNs530r287LLL7BiW3znG6/zGyJInMHnyZEPl9aBnDxKuULly//33N+3bt7dBjKW0cgX+xJ2ELneATFLHzxXQTVUe9wxNtjbGKN5Jf7YlSY43+ziJbBD35XMMRbnGguZ9vFUSg6oTFDIx79rE+IDvCxP1mHdsEPe6SfJ6jxKAngZRQ1LXbqHBZVHnoKJcq9rG2HsKzyp8l5hDkolAEgS4lgh25P7DczC/A7LSESi2/wX/w1FHHWU4jteY42JskU/g5G+f329BYgaSieI7YLxLoA3XEfd2AmaYy8hmafDn0LZcAShuTI+vyvl08s1/ePsb1qfDNkkIFHONSegLvhHmohC7M65081AERgUl3MSHgbM+TALHpHw8UeezvNxzXVus55+PI0iMSrIEkft9dW6/YQSb/mvd//2BI3NqVEP27he/IYFcBAnhJ2JukrYwxxYUqEIWbQJwW7duXbofKx3JEiBYle8Kc6IEEslEIAoBxBH4F0hqRQWLUs8XRWlzWrb55ZdfbJZ7xhheK0XFjjgMyjnmScO9KE39jzuWZdxInEFQIHquAFSq6OXyOYYNQk1ivMWYkzEqScP85saLBLjjG2Rc8v/YOw+oK6qrDR9FFFSKCKKoNFFBFAQFFQSU2Bv2FluMvfeWmGKJGk1RY40txhor9qiggiU27IIooCgiImKJxqDRfz0n/9zMN8zc6Xfm3vvute4i8Zs55Z0zc/bZe797Rwlcxg+Bnhl2tkjzHjn31ktwejXftLNWsI12797dTi0s9ipqNZUiAqTT2nXd6yKJnTHJPfSZ5n0qigCQxTvUaG0QUwhBiHfEG+vYaHPVfPJDgFgMbB/YCohTluSLAMQ2bInESzuStCK6H1mOhE4UP1liiSVCJ5KUoFgtIQA6EWvK2eP9BoH9DiIZ680djxYl8bufzzbKeciv+qJ7bMRS802lCEs18RIk11tvPRtHid0sT8lTBwx6HsyHJCL4xKs9T2feRa4LxvDee+9ZgrWbKIdOz9mF51RNV+e8gs3LW7QgyvtUtC7I3JPqg9ybhqDIM+ed8MYQH3vssdb3Us3XRuLl6667zn6v3N8BFTnK80ti7PeK7wnk8QcffDDfzozhvVsk905SdFDqwTGvWhAUcbRAOKJyCIztqIS1FLjr1v9HIE8HOU4/SKd8oL0VjaIoXO6HVPQG74wFQgHVMrxkBhwNp556amAFDRQdlDwCiYMyD0d1ZifdcDms77XXXi3WPgG1bIJdu3YNfCd4jjhUCWrwBuZGyZJMw2mMP+6BvfXWW+awww5bKCMByhaZ5sl44w7ydN9bbT1CbCGDcpTDix/+Tj8cQCAb+LWDU0VOqHw/vaxxlD/wJyNPjx498u1QrTcUAnwjCPrg0E6VVpwHknAEiiYoBmUvRM/gcM3+HEQyRLcg+Bdnox8R/6KLLrJk1WpniSDyP4HvZHciaYHfvuT0jbM9qGphrQiK7qeMc5Iq0ZAWgnBDjyG7GQGuXomqF4SvrOa4Aj2ZjG98e5JWr2wOpDRLLwKc4SA/IxhYqlU1F3rpEKgWzOz9fm6++eZmk002sQbgbt265ZpVusjAnzRG6KIDZIoI6PYLRHeTA9Ot0Gh3hxEU582bZzP/QZp3JMkYvVUOTjrpJGvra9WqVaoKikUHoJeB1FDku5PUBhVtdeoqLwJvvvlmZY/HKUqVZIkQSIMAgSB77LGHbQLb9IgRI9I0p3sTIJCn/yVIt4nj5PYbnzPNn/70p9Z34OdoJwkDAc1BNpOy+HOYC+dtiN9ev0xYQFGWPh3GkZagCKbXX3+99U95hfec7OpBwTTVfCNUaeLesKo4Wfl40hIUq62t0aNHW2LLgAEDAtcmzxW9lSBXb+ZwvpEELXKeiyLV3h/eG+yS+J4gKflJUKAK12JXxNdU8hiHKDDV1TWsDwjLBH0dffTR9jwjEQJxESDwmYo/fFv33XffuLc39fVBQbWXX355RactG0BF6zxF70Vlnn8SXZYEAgT9uivGsKdTpWS//fYLjSUheQiVcbwkd/RzEkYQJFlN0upb1WxY6JDsbUF6CePC50nVV2/VcQLSSawwaNCg3F/BeghOD/JNgxMxR+gSQXFHvDMkskXH8CaZCUvwX1SAdBp/gHfBJLEzJrmHftO8T0URAHJ/weq0A855s2bNsmQfqpVJhEAcBHifnSrGxPwSgyPJF4Gg/Yq4LOwcUQWyOJXt3Ikco1Z8c/pISlAMSghHbDj6FEVpwgRb3G233WYgF7ptkmGJ3/0InsQfYK+CWxEk3iSy3oIrYEdCjSFDhgS2wTixE7orifPMsLXlHfOcpQ6IDkByCEh5JA0KqmgZl79Q5LrgocGrcXw9zkOME6PnF3cfFpdIP0XrgowhqT7IvWkIin42CqryoZNE4TgFnc+iJpcM+87o7/4IUHWb/Z+4XxID5ykiKKZEtxYERQwZbK6Qtzh0S2qHQJYOcj6oKCqQ2J577rnAMrXMLg4hjOuL3uAZg58CyH+PqnxWM9DSTp4ERb+Mg2QYuuaaayKRuILGHjVoMY3xx3kbcNZSzeriiy9u8YIQCEwmiKiZOgj2Yv25s0nEOcAEERRxMnEwilJtq3ZvePP1BEERoiKkIvYUiRCIigAHbDKc8G288cYbo97W9NcVSVBkb8Ix7Q0UYT/AgUYwb5QgHoKRIJiTMMMtUQ7iBIaxp7iFNcS+FOZo5J4gJxZ/C+s/aUBX0D4GbpdeeqkNWA3DjWAdcPdiVivjVCO9eGTQ//DDD61xUiSzRnqy+c4FPQeCK9kHMWpL8kWAbx7EbL/M2UE9c77A4UV1daq8U8EkK8N90YE/SY3QRQfIFBXQXQ8ERT9nYZge4l37XqcV7wDOXsfxm3TdlCEAvWhSQ9HvThqnT75f58ZtnTMGpIRaZXdsXCQ1MxDA+fbkk0/ahG8ET0hqj0CW/hf36DlHEthDoLBXotrsuS8oqB2bO3b4aokNq6FZBn8O4yMYhURMN998c4vhQhzD1xBmy8/Kp0PnaQmKfkGytBvVP8W1fA/IjO1ORBm1Wl8WPh7GkNSe5TzAoLVFMk72z2pB904bPFeSc2AL9iblxEbI95IkG2ES9P6gC//+97+33+CghJpO2+h6JAEjAadbxowZY4Nd2rdvHzYM/T1jBBxyCs1SrSEqYTXjYai5OkXA8TP17NnT/P3vf6/TWRQ3bMhRkMrc1VYYDfs4Fd/KKEXrPEXvRWWdfxJdllgUiIj4Hd0C4ZBEk2HJHJx75syZY/2G3m8ASYh23XXXqss4rb710ksv2cQcbv0GvQSf6Z577hlpDuBAlRDm7ZaoVSDTvqdlD04P8k3H8Q2DEec54lqouusWzmD4f/ykqADppHZdvzkksTMmuYe+07xPRREA0r4/jXo/+hXnNM6uXh2hUeeseWWHAIk0sZ2R+JeYTkltEJg8ebJN1gIhypE4pB7u8YvTjttGEoJiEMEySVxwkM2n2n4PMRMbEXYlR6Iku/DulyTXcAo0OO1QFRu7cZB4SY5cV6uzmJ8OmOdqjasjF70uwMJb3TKuLz9oDmHPuGhdkLkn1Qe5Nw1BkXMVNopnn322shyjcjycG/xs+rL75vl2/3e9kDimb9++lqScp4igmBLdvAmKTvVESIpu9n3KYev2iAhUy6oWsYnYl6GwYdCiSk8UKcMGzzj9KhCSlYBMq+3atYsyFVMtsCzq5pVkw/UzVsUJVGByn332mTW+goMjUct4pzH+OH35lW1H0YJkiSEijkyYMMEceOCBLbLfRTWq+uEfh+AYZ5y6Nj4CKMVOhYFJkyaFlqaP34PuaFQEyLb29NNP24N+3tkzGgnDIgmKQYkDolQ+9D6DIKJgtWzlfvsi+wEGTjL5RZVq1YGvu+46QzVGP0ka0BVEUIwTgMV40CF5b9zZvnD6krkrSqagqPg0+nUYAS+77DLrmL7wwgsbfbqaXwYIOFVwllpqKeuIU7BiBqBGaILADIjEZDPzVtmIcLutOkNGRBIyjRw50iy33HKhZPCgdosO/ElqhC46QKaogO56ICiy1vzO21ECp5x1Subv3XbbrXLG9joJk66bogPQy0BqKPrdSWKDivJd1DXVEaASO+u/Ftkd9SwaFwECYglEILPyE088YVq3bt24ky3xzLIiKGIDQA8l+d5DDz1kk0P66aXYyakO179//0ioBPmHqgXKhDVcFn8O42TtE4zttl3ErZKXhU+HsaQlKPolyUrin4LY6k2+EhagxPiz8PEEtRMnoMYPh7jPlHEEkU/jJPYMen/i+t78dGUSFfAu9+7dO+yV099zQICKAffdd5+tggmZWSIEoiLAnkPwE99aVfiJitr/rvP7HvJX9FonAVL8VvO7oww6T5F7UZnnn0SX9Vt/SXQMVhx7+DHHHNNi8eGDC0s2mEbfCiJYYs8mKUNUgiWD9ktSWqt4mLIHp/vZmCENYEfF7h9H8A9TsfP111+v3FatqlJRAdJJ7bp+WCSxMya5J+35pSgCQJz102zXUqF6xowZNikiSUElQiAqApATPv/8c0sI79OnT9TbdF1KBNAlIOK7iwOwX950001mnXXWidS6X5x2tfgtv0aTEBTnzZtnDjroIJvYypE01aT9dAeSbGGbQ7/yEz+ifDXbnR+pEayxI7sTYmHjAMM2bdr49uvdc+PYyCI91CoX1VIHJAYP8hK+7LDEYs6Qy7AuvBjFfaeYC+/EySefbFZaaSUzcOBA06tXL3vWrlYYqGhdkHEn1QedORPL6JaoMRB+cyf53xlnnBFYMd27zDnjcSZD98d3g60XrhTfwqCq62nfJ91vjONnv+eee6pWjk2LlQiKKRHMm6DIAZuXj4oEfPQltUWglgRFlCqnykeQguU3+zJs8EGKM+S44cOHx3poZMNCkZ04cWKL+/IkKPo5v+NmFcHIjHI8btw4q5xwiKMSCEpK2PNMY0wFJPrmG+HNIkt2Gzb9sEpP3gfkZ6BdZZVVLKkkLHjDT+Gh4tFVV10lMlysNyG/izHuY1wgO+Fpp52WX0dquWEQIAvQJptsYrOmk/UkqwpHDQNQlYkUSVD0M8rE3dvcU/OrjlPNEeQX5BY3AMnZ4wiuOuqoo1ogHRaclSVBMawvvyUwe/ZsG6RD9n1HqBTGftipU6dmWP6ZzPHdd981GEPQZcgk16FDh0zaVSONiwAGa74/VHSgEo6ktghAFqFK9913390iyDnuKHCmkvyFs2RUw7ezZ+Ac5+zollplbaTPJEboMgTIFBXQXS8ERb/EC3H0Gm/QhtdJmGTdsN6KDkAvmtRQhncnjdMn7rdR1/8PgVtvvdVWbujXr5/hnCIRAkkQIDECNg4yhZPlVVIMArX2vxCssvPOO0e2l/uNL6qdPAjRMvhzGBvBOfgPCN5wS5KA9bQ+HfpPQ1D0S0CZNEjcL4s95wnOOW3btg18UdL6eJyGk9qzuN8PB/77DTfckMi/HJSMIuoa8Xt/vJXEo3x5vNXIuSeJrS5KX7omGgL4C3bccUd7sRJhRsNMV/030S/6O4IOpiR+8VdFvREUy6DzFLkXlXX+SXVZP59j3CB4Z9UnCYbn3jT6lt/7QxwPwbfdu3eP/UL6JTMjBoPg2iiVpmN3+P83lD043c9ORkwKQe5xA4yDSL74HjbeeOOFICwqQDqpXddvDSSxMya5J+37VBQBIOl70wz38UyuvvpqG3P6q1/9qhmmrDlmgICT9Jf41rFjx2bQopqIg4AfwRA9AuJiWJyvn28MYg+FkJwzV5SxJNHJnn/+eZtw2J3sLGrRE78xJYlR9ktKUM1n69XLHZsSezjJzRypFt/sp4fG8RNHeR7VrqmFDkgxJZJDEGPTuXPnWEMuw7q48847F6qAufXWW9uY+m7dusWaT5yLi9YFGWtSfZB701RQxM4Dz4OkSY5g+6XCKcVP4sT5xMFc16ZHgLO8E4t76qmnpm8woAURFFNCmydBkUxAMFX5QOZdSjMlDA17e60c5BAGTjzxRDNgwIBQJdMLdhk2eL+NNiybRdCiCTI05UlQ/Oabb2wQK6QBt5Cp7fDDD49tLIv7QqQxptKX32af5ODhHrffQShKpmA/hScsw0hcvHR9OgReeOEFw+FwtdVWswH8EiEQhgDvNUQP9ioObpLoCBRFUPTLAMWoowYQ+c3QLxgoKKgoiDgf5DQKQ9Qva1ZYIFLSgC6/fSxKIJp3Dn54Kbt72JP2/zs6JdWRMChtsMEGyRrRXU2BgDvQiTOSqicW99jnzp1rE2JAIKECc1KBqEg1BvTWKFKGwJ8kRuiiA2SKDOiuF4Kin50iTBdx1qyX3OiXsTHJuik6AL0MpIai3x2ecRqnT5Tvmq4JRoBAQqqjYdeIuk8ITyHgIPDBBx/YrKBkQ+asIUdpcWujVv4X7BfnnHOOrRYYpzqK3/hIonPllVcmJlaUwZ/DE/fzKSTN/B1kB4rq02E8aQiKkKX23ntvM23atMpiTpqkC3sOTvmPPvrI+uucRJQEeFX7VqT18TgDT2rP4n4/HKolF4vy5uObJvDMLVEDsPzeH8ZD4GycQCc/OyfvNHZGvuWSYhDAd0rFBILkeP8kQiAMAcfPRNAn3wFJfASyJigGtRdnZNX2hDLoPEXuRWWdf1Jd9p133rFnJyp0vfLKK4YzFQkcklTvnDp1qq1mj+7iSBS9MY2+5RewTLKaU045JRGh0C+ZWS2Sdpc5ON0v5ipp0hBnXcQhghYVIJ3Erhv0nU1iZ0xyD/1n/T7VggAQZ39qtmudGDCKKaTxyTUbbs0+X8hw6OUUvqCasKS2CGB3glQMUdSRqDYcv+RacauW0WcSgqJfJewo8cTV0PVr8+abbzZbbbWV721+e9h6661n17NfpbuXX37Z7LbbbtbWh4wZM8b86U9/MhAd3fbEarYmP1Jk1CpzWaysvHRAqiWOGjXKbLbZZrYCb7t27RINtwzrwu+9YDLMkXMrtmJ4OHF8A1HAKFoXZIxJ9cGg70DUtR0UK0C7JIkEd+zrituKspJqew36Is8n70TAIiimfK55EhQvvfRSG4zHywpjVVJ7BPJykJNxgM0dxZINns0vLPtF0OzLsMH7ZUz7zW9+Y8l9ScTPYBvFKJlmw/WrPEB7VDuCYIdxleeW9DlVwyGN8Yd2/RzPSQmizjj92uR5km2pWvU0P4UHoicZ4yTlQQDHPQGtzzzzjOnZs2d5BqaRlBIBSIlUiD300EPNMcccU8oxlnVQRREU/ZwwSbOiurH1Vv/hb37GJr+A+WoGobDn5+fUCiMFJA3o8tvHouog7nkk7T8Mi2b8O1niSJzAWsNwKBECQQjcfvvttkK0Ap3Ks0YIVP74448NgQS8xxMnTrTG/jiCI4Fg8m222Sb0LFaGwJ8kRuiiA2SKDOiuF4Iia9YvICaKgd57n+P4chvjk6ybogPQy0BqKPrdSWODivMd1LX+CBBEeNddd9nqBEntj8K2eREgmzRriODciy66qHmBKMHM8/K/uKdG0ovTTjstUXJIv/GlTcZXBn8O+PgFhidJ0ORg/dRTTy0UOBTHnpKGoOjnn4qadT6r1yCtj8cZRxp7kp9ulLaSj18AVtTge7/3Jyq50ftc/AKxyM6dhBSR1TNv9nZuu+02q4fh42ZflQiBMASOOOIIc8cdd9hK6CRRlcRHoN4IimXQeYrci8o6/7S6bPyVu/AdfjatKHpjUn0rKKlr0qSqzMivTZKSkbCPZKV5SZmD02fPnm3jqp588snK9KPqjUF4+bXpZ1t1nolfhXj+lmeAdBK7btB8kwSXJ7mH/pO+T9xbFAEgr/eqUdolBhXyDe8gcSESIRCGAN9GbDnoLBCTJLVFwI/YE5XY7xfjXI3QFzSzuATFIJ3qiiuusLaBpEL8wD777NPi9rC4c7/9L0i38+rljs3w888/X6j6WxDZ0mt7DItXS4pF0H1+OiCYDx8+vGpXb731VmB8BpUSKVaBDptGyrIuqMYJ14bCDUFC3MmIESMsWXHQoEGma9euqZNXFq0LMtek+iD3pqmgyP0ksYHoWy0GiDMBhdrgylB0qW3btmmWnO7NAAHiuEjMiMyaNSv1exA0JBEUUz6sPAmKEIzIAk3JU7LNSGqPgN8HmI/kDjvsUPVDiTOVzKKvvvrqQoNmkzvjjDOsYSptduaybPB+hIU0Bj0/p2cUo2SaDXfmzJnmwAMPtJtukMDoJ3Blk002MWussUZm7P40xh/G6pfFlpLbJ598clUyYbU3as6cOVYJffbZZyuXBRn73O2kUXhq/4Y3b48824ceesicf/75Zq+99mpeIDTzSAgcddRRhoADkiVgpJJER6AoguL06dNtphMyQTkC4Z5KwZ06dYo+Ac+VfsFmfoFOfvt4WuK8V9cIM/gkDejKah9L2n/ih9PAN1544YWGxC3HH3+8gawoEQJBCJBl8J577rEBcsreX8518v333xvOGRgqx40bZ+0dGG3DBIcMDgH0kGoJY8oQ+BPXCF2GAJkiA7rriaDol4AhLMDar/Kin1Mt7rrhnSk6AL1oUkMZ3p00Nqiw757+Ho4ApATOqiRCwQYpEQJxECDg4ZFHHrFJEHbcccc4t+rajBHIi6BIZmTsIPhxqAqYNDNy3ECdMHjK4s9hnGkJhd65+ukzUX06tJWGoOjnn+JsUMv3O62Px8EzjT0JX/Kvf/3rFo8mSkKNauuW8eBnchPQoiZBy/L9EUEx7OtS+7/PnTvXJohq1aqVDULKI7lr7WelHvNEQAHQ6dH187vQKnadsMBUv97zrKBYFp2nqL2oEeefZgVjHyMAfMqUKWbChAmG8zzVvtwSRW9Mqm9RIRv/0i233FLpskuXLrbKzlprrZV4ajfddJNh3G5JQg6IM4AyB6f7EU9JFsOYk1bj+frrry3GbrtPtYS4RQRIJ7HrBj3zJD7qJPfQf9L3iXuLIgDEeVea8VrivkjiSTLXJHpBM2LW7HMmfpkKyffff7/p06dPs8NRyPzjVAp2Bujnq4xaedE7ybi6clD8Wx7gkVyQX5CtwU/v8EtW5jdmJ6bdT2f3S+bhdx1Jdyj2sOSSS+Yx/YXa9NMBo+jPNPTdd9+SwbdrAAAgAElEQVRZkiJ8hUmTJrVom2I9Z511ltlll13MEksskWguZVoXEDIhXnrPGkETc3wIEBYHDx6c6HkWrQsyt6T6IPemJSiyvqhISgGjKELcDwnnqJAKyXbFFVdMzaGJ0q+uWRgB9AAn2TwF1vIQERRToponQRHlgY8mQZaQ4iS1R8DvAxw1wB9D23vvvWfI0oQhyisoNKeeeqrp3Llz4omVYYP3U8KqlbyOMlm/TPxRlaqkGy7Pi4M61cEwUkYRh92PYY3DWtJAhzTGnyAlI8r4417DNwlDbbU164d/3obYuPPQ9cY4ZA+IHhjkJUKgGgLbb7+9JSsTiKKs1PHWSlEERb+A8bAA+igz8zPy+LXrd13arKzeIHwRFKM8sca4hszaVLvAKKbqJo3xTPOaBYZDjI0EBqyzzjp5daN2M0TAISyS0RVnwOOPPx54FiOj3V//+lebzc5PyhL4E9cIXYYAmSIDuuuJoMi6i5swYd68eTb75qOPPmqXbVAwd9x1Q1tFB6AXTWoow7sTZI9JSwTI8DPb0E198MEHlny00kor2eAbiRCIgwCOz9dee81W8eFsKSkOgaQJIr0jxh9BQAFJmXr06GEDYLMgy/iNLyyDdzU0y+DPccbnZ8e//PLLzR577JFoQfjpdVF9OnSYlKCIXwcfHD+31Lq6XlofjzP2pATFvHAIOmdFwTduoFu1hSeCYqLXMvebCHz+5JNPbBKitBn3cx+sOigcAXzq06ZNs2Q6VfVJ9jj89kpaSnoGzZOgWBadp6i9qMzzT6PLVlu56CJffvmlmT9/viWuk0iVWCn2CAKh+e/VJIremFTfCnp3kr2J1e9Ko09HGU+Zg9PzSj7jxaV///7muuuuM6utttpCkBURIJ3Erhv0rJPEuiW5h/6Tvk/O2IsgAER5R5r5GuK+7rvvPksS2GmnnZoZCs09IgLY0fCz4FtPSiSP2JUuC0AAIj5xmzfeeGPlChKtXXPNNda+6Sd+pEaKDRx++OGxbaFxdWU/cmReDzcsvs1vLH6FV7xJXryJDrxxaH7Vn6lOS6Js4hgcCaq0mBceaXRAZ0zo45DI3EnInL85yeKTEC7LtC6YD5Weif+vVqTI7znhXyA2noR3+I+ifheL1gWZS1J9kHvTEhRpg+QVl112mS2UE5V34TwD9iLiksGdin5pC37l9Q42Yrvoi6+//rq10wXFYKWdtwiKKRHMk6DIwRpjydNPP22WXXbZlCPV7UkQSENQdPrDCEKQLGRE7wd49OjRNptCUkN8GTb4pA7Tas/Dr80oRsm0Gy4BsgSmnHjiiaFGUu/4CZiF2c9mGTcrc1rjj19AaZL1HnZPGBkkCP8ozuqwvvX3bBHgcEtmlH333Xeh4I1se1JrjYAAWWJmz55txo8fbzOXSKIjUBRB0U9/CTPgRJlV1IN1XENWlL69bYbtSUn1kzQHd/c8kvYfBYtmuwaCNBVOVB2n2Z58/PkOGTLEQFaACIRuLqk/BDDwQ0LkfOMXtFItG2FZAn+i7pXO0yk6QCavQOaoq6/eCIpUp95tt90Ma9WRaoGA6C8Ydx1bUFBF6bjrJq/nFicAvWhSQ9HvjvP8s9Ido74zuu5/CCxYsMBWOmjdurWZOXOmoBECsRAYMGCAofITmYOXW265WPfq4mwRyML/ku2IWraWhYPe3WIZ/Dl57WF+c4vq02FMSQmKRdnevOsurY/HaS+pPSlPHJKSA7O0DyYdQ57fB7VtbJXaN9980zz00ENm4MCBgkQIVEWAWAgCcAmoJfBPEh+BoG89QabHHXdc7AbnzJlj4yI4W0WRWbNmmSuvvLLFpUF+p7LoPEXtRWWef1JCq3eNEFdDRUTIMCSf492OG4zqbjOK3phU3wqqPhpl3ce9Jso84rbpvr7MwekEtiZNdhIXk2rxR7UOkI5r16021yR2xiT3MIak75N7/LUmAMRdJ812Pd8HCg7wHTriiCOabfqabwIEKMTx1VdfST9PgF2Wt1x//fXmyCOPbNHkDTfcYEjM7BV8g8SZU/HOkaDEqFHGGFdXrqVfLkp8mzde2g+Lxx57zJKfHPH6ab3J9/2K8nh9vWkwj/Jc/K7JQgekXfT1X/ziF3a/8Mqhhx5q/xaXpFi2dcG8sD1QUId58ozjCrFGxx57rKE6cVhlyaJ1QeaWVB/k3qz8H3yfwJpECffee2+isyHfPdagXyKSuM9Q14cjsPPOO9tErpzp8yoAIIJi+HOoekWeBEVIABh2eHGTVmZLOb2mvz0rBznP8bbbbrPGYa9hjmpUfJhhg8eVMmzwSR2m1eZaFEHRGROBTZdeeqm55ZZbYhMVaWPYsGHmV7/6lRk6dGik7CRpjT9+SmjctRTl+jAySJDCI4JiFHRrew2KBdlPyB5DJj+JEKiGABUpCFZGKV188cUFVgwE8gwOqjYMERT9HStJ97EkDts89KMYS6+hLiXT7pZbbml69uxpnnnmmYaamyaTLQLdu3c33377rfarbGEtpLVXXnnFnHTSSQtltqMiQ1CFzLIE/sQ1QhcdIFOUruIsrHojKPqtsyAnmZ+j8OKLL7ake6/EXTd5Preowd9pnB1+H5a4pIai3x1nDlnjUMhHt447JYHFZ599Zvf+zp071/FMNPRaI9CtWzfDdxpSRatWrWrdvfpzIZCV/yUvULNy0FfTffIae1ggT9Z7WBqfDhiIoPjflZDUnlQG/dC7luMGulV7F6LqqHm9T2rXH4EDDjjAkv0JnqSytUQIVEOAADOqq1H9vH379gIrIQK///3vza9//esWd5OM9rzzzjNt27ZN2Gq02+L4ncoQw8KsitqLyjz/JP4u9woh7mnChAl2zZFoP4lg43Un/6KNKMS+pDE1WVQLjTrPKPOI2pbfdWUOTvc7X6SZa7V7w+KPahkgHdeuW21eSc5oSe4JOnegz1111VWmU6dOkR9dLQkAkQfVpBeec845troogf2QTCRCIAwBp8L5gw8+aHr37h12uf6eEwJUnN5///1tJUtHgmx6fpX8qiX3DRtyXF25LDquMy8vcZD/7tV1vecnbzVxP9+kuzoiOgVESHQ8R4KS0YbhnebvWemAjOHjjz+2FQbvv//+hYbEWROSexyuStnWhXtSFJZ69dVXze23327uueceW+k9jkQhbRatCzKfpPog92bt/6BNkoOOGzfOxvU88cQTcSC3HJoLL7zQDB8+PNZ9ujg+AiNHjjQkrmL/yatgjQiK8Z9LizvyJCiuvfbadgHwkmKkkdQegSwd5Gx4EBHJYueVrbfe2qDcxM3YXIYNPqnDtNrTTOPMTrPheseEowTnGtXmKNMdJ+vbMsssY373u9/ZioqLLLJI1cWb1JjqNCqCYu2/DfXeI+XaOXThQD7zzDPrfToaf84IbLDBBubdd981MkzFBzrP4KBqo4njKI4zq6gH67iGrChjUAXFKCg15jU4uw888EDD4fjWW29tzElqVpkg0L9/fxvUSmDEsssum0mbaqQ4BN566y3rkHn99ddbDMLrOHD+WIazMWOJulc64y46QKYoXaXacwsLps96VcbVm6699lrruHEkKAGC11G4+uqrG85h/fr1W2gKcddNns8tavB3lrYXAIlrByr63XEeYtY4ZL2+G7099n7srZxXw7KYNjoWml88BAYPHmxmz55t7b0rrLBCvJt1daYIZOl/yXRg/99Y1g76suisTC/rPYy9/OSTT7b6jiNxArRFUPwvakn9bWXQD73vYJb2wag6ah7fAbUZjMB2221nOLs/8sgjhnORRAhUQwDbLuc4EqgmSdosdP+LgF+FMhK3UBmCKg95Shz7SVl0nqL2ojLPPw1BESISVXuIgYkjxM2MGjXKbLTRRmaTTTaxgcEkpXRLFL0xaUxNWWxIcTALurbMwellIii68cs7QDquXbfaOkhyRktyT9C5IwlB0ZlPLQgAWbxDjdwGPgvieSjGQKVziRAIQ2CnnXayPnWIrcSESYpBgGIBVESESOdIkD/R7ywQVG0xymzi6spJbVZRxpLkmnnz5pmDDjrIPProo5XbDz/8cFtUhuILxHlTvIMCNQjVEakgTzEhRyAgnnvuufbniNtP7UdgDIpVSDKHqPdkqQPS50svvWT23nvvhQh7YASHgcpqYfHuztjLti6CMCXRyqxZs+x6wS8EJ2f+/Pmhj+CMM86wpM2gRJdF64JMIKk+yL1Z+z+8gHKGnDRpkiUsgj2E0TBZd911zZVXXmmoVirJD4G+ffvaRK4ffPBBbolcRVBM+fzyJChuuummNhjvzjvvNARcSGqPQNYOcrJ6H3300ebuu+9eaDIOUShOmeQybPDffPONzRJBJiW3hGWtqvY0wQkFkjYciWKUTLvhVhvTggULbEZ2NksUlCeffDJ0QeIIABe3Yut3U1JjqtNWGiUjdBIxL/AbS5q1ELN7XR4RARwHKHKnnnqqOeqooyLepcuaFYHddtvNZsPEaYUTWRIdgTyDg6qNYurUqWa//fazVbgdySLYn+zG22+/fQvCvl+7Ua+LjqSx+jB9ORJWDTGpjpTVnpq0/ziYNMu1ZFUiU9dee+1lzj///GaZtuaZAAGcp1TBueuuu8waa6yRoAXdEgWBr776ypKFIYNwPuI8iEEWPSHLAH+/jISMj3Pz2Wefbdq0adNiuGUJ/IlrhC46QKYoXcV5ePVWQZFxo1/htJk2bVplDfpVRsRusOeee1b0pmpZTOOumzyfW9Tg76x0JgfEuKSGot+dMtpjonzDG+kanM/Dhg2zWd3d555GmqPmkh8CBMO+/PLL1nE7cODA/DpSy6EIZO1/Ce0w5gVZO+jLZCvw28vdGcJjQuVbATGqT4e+khIU/QK5aK/WPom0Ph63ToTNnqQYUW1gXOcXUJUFDmn8f3ED3aqtuag6atx1q+vTIYDvk2Augou6dOmSrjHd3fAI7LrrrjYpMEQ6qrVIkiHgV2GFlm6++Waz1VZbJWs04l1xCIpl0XmK2ovKPP+kBEUCS08//fSFYoLcy4eA5gEDBphevXoZksJgo+/Tp489t7ursCR9Lkn1raR6ZsRXo6aXlTk4PelzrSWAeQRIx7XrVptvEntrknsYQ9L3KcrzyosAEKXvZr4GX8SLL75oYypENmvmlRB97tgeICdCvDnyyCOj36grM0fA60+kA6/f8d///retkHr55ZdX+if5wxVXXJG48FHcvdvPRoT+Rxz8kCFDMsclrEE/myDJMIiHJZm1d4/mHEoctzeewUv8dF/n9QlTZIo4CQpP1VKy1gGxI1JVEHK7t2AP5DDI7hBlo0jZ1kWUMXMNyRU+/PBDS9S+9957A4sXVUtATDtZ6oLeJMm0H+X8llQfpP2s/R9h+EP6JaYLsiLfDvDzk5NOOsmccsopuRHnwsbZ6H9/9tlnzT777GNWW2212FUu42AjgmIctHyuzZOgePDBB9vSsrD699hjj5Qj1e1JEMjDQU42ycMOO6xFaW7GliQDQVk2eD8lKI0hnAzWBJ66SYBRndlpNtw4awSDDc+SjAooKe5S6+52opRST2v88ZI26J9Knccdd1ycKWVyrQiKmcCYeyOQfFCwObiOGTMm9/7UQX0jcOKJJxqyLvFdwbApiY5AnsHj1UYxffp0S+Yj4NKRNFkPnTb8MnL57c9+B3C+NVSSbt++fXQAXVdGrVbk3JLUAZyVHpG0/0TgNPhN6JkErpx22mkyjjf4s047Pfaoxx57zFx22WVm9OjRaZvT/QEI+GUKzMsY70d433fffc15551n2rZt22KEZfnuxjVCFx0gU3RAdz0SFL0ZN1mI3nM/uJJtkz3MkWoOhLjrpgwB6EWTGop+d5znmpXuqE0nPgIk9SPLMwGPJBOTCIE4CDh+F4I6+IZLikMgD/9LlrPJ2kFfFn8OGPnNDac/v6gZst1Yp/Hp0E6avZ0s8yQ2cgt2pB133DHL5VC1rbQ+nrT2LO73wyFKEEu1ifmd/8KShjntxQ10qzYOERRrtpQjdwRJarPNNrO+7aBgosiN6cKmQIBkqbfddputtrv//vs3xZzzmKRfYDL9HHLIIYbKDnlWlo9DUCyLzlPUXlTm+SfVDag2w3vsDWAm0T4JU7fZZhuz3HLLtSAiBr0DSZ9LUn3LLzk6QeXoi717987jVc2tzTIHp/vZ8oOSDeYGUMyGswiQjmvXrTbEJEHpSW2TSd+nmBDby7MiACTpu5nucZKHPPPMM6Znz57NNHXNNSEC2NRJEM1eTtyppDgE0FUgihJ/7Mjuu+9uq1Zz5kb89pu0BJ4kOtkll1xi43bcQuxpUdwGbwybO2bB+7cgvcSLrbvSondv3nbbbW3cW8eOHWu6YLLWARl8tQQkxGPg545aaKls6yLJw/nyyy/t+YA4FO+Zp5qd2c8mnqSARJDvP8r5Lak+CE5Z+z/iYE9Si1deecXaMsaPH9/i1s0339ySjWv9rsUZfz1fyzq/5pprLI+JRER5iQiKKZHNk6B44403mhNOOMEa+MmKIKk9Ank4yKtlIMCxx4sfNQMBiJRhg/cjyKUpZw2hgopdH330UeWhl42g6F6NPFOccWeeeabNLuGWKMbNtMYfP7yCAnfzfotEUMwb4fTt47wieyFCRoplllkmfaNqoaERQAfhm/7Tn/7UYOCQREegKIKiX/DQKqusYv76178mrsrNXnfBBReYs846qwUAftn1/Zx96623niWZUV04rlDFmIQd6DyOhAVDJSWqpDm4u+eVtP+42DTD9Ti9qXwA6YwKnhIhEITAH/7wB0sG4hyBEUuSDwJBFTSiGEfjjsjP2eJ1yDhtliXwJ25AQhkCZIoM6K5HgiJrzuuQ8mZP9DojwvSWuOuGMRQdgF40qaEM7w7PISvdMe73Udf/N4MwjmDHUSpMhEAcBHh3jz76aDNy5EibgVZSHAJ5+F+ynE0eDvoy+HPAaOrUqTaY3F2FNkjXjoJpGp8O7achKGadwJEAJnStrl272iqrVAEi2LOaTSutj8fBOI09yS+xGEksf/7znyfONu2npwZlnPeukySBbkFrTQTFKG9hba+5/vrrzdlnn21tddjsJEIgDIGxY8daEt3QoUOtn0KSHAEClwkmdwuBuMSYDB8+PHnDIXfGISjSVBl0niL3orLOP4kN1y9onmfMeZwkEXFjDZ566qmFKn5GiQVKqm/5+RgZP7pTnu9MHi9jmYPT33//fRtLQDUOR6jshG+4c+fOecCRaZtJA6SLDkpPaptM+j5lAXpSAkAWfTdqG3xXSQDRr1+/hQL8G3XOmlc2CKy66qqWiPPwww+bHj16ZNOoWkmEgNfv6E0OzBncXemSv990001mnXXWSdQfNyXRlUkW7Y3ZiVK8JWiQxKGhN1NJzbHDMbdhw4bZStxh4qd/EMOGzdMb3+YX20b7fvF1XIudlEqjPBtHsIMcfvjhiZK7hc2l2t/z0AHpb9q0aeaggw7yLcwDOWzXXXeNNNei1wW6xWuvvWbjoCdPnmz/ZQ0QNxRHSKpAfCzkYLdUO6uksWm7+/BLkMzfo5zfkuqDQd+BKH2iO7N+pkyZYjGHaIhceOGFsXV//BOQOikW5UhYbEWc56prF0Zgiy22MDNmzMi98rYIiilXX54ExZkzZxqCuWHlU+kqz4xnKWFo2NvzcpBz2CdDMxu5V+JmICh6g2f83nLW/Lc0zmy/zFBRjJL0G3fDRdGlXDOZ19ksX331VTNv3jxz/vnn2xK2cYR2UNomTpzY4jaC6nFgB0la44+f0SusvHTYvF588UVbxhtj4VprrWUPARxq+LVu3TrwdhEUw5At/u8PPvigfbZDhgyxVXolQiAMAcdxrIQJYUgt/PeiCIpB1ZAI4qVEexLxc0C6M0e52wzqH6PSxhtvHLt7v30u7DCaNKArrh4RZ28PG3NsYJrkBioeoGvef//9ZvDgwU0ya00zCQIYHdmr0FsnTJiQpAndExEBvwCbNM6HoG79zpnVMs6VIfAnLtGsDAEyRQZ01ytBEdsBthu3odytZ3ntNGGVDOKuG96ZogPQiyY1lOHdSWKDiviZ1WUREKB6Ira8G264wVAtXiIE4iDA/kN2cIQqD+3bt49zu67NEIG8/C9ZDTEPgmIZ/Dng4xd8k8an4A2Uoo+oPh2uTRPM4UeOHDNmjCWyx32//RJ0Yf/CpoU9PY4diP3pqquuMp06dYq8JJPas+jA7/xEUPgVV1xhCO5KIn4kmKhZwJMEugWNUQTFJE8v33sgIDz55JP2PUMvkwiBMAT4vhFgShAbfnQqrUmSIRBEFqNqCfEN7dq1S9ZwyF1xCYpl0HmK3IvKOv8owabepeCna6XxdyWNBUoTU+PXZ5qqQySEJrEq2Kywwgr2fNm9e3dLeOzWrVsu7yCNljk43S+oGj0a8sSoUaMSYUKSeKp6LLbYYnYPgTzD2iP2yl3Rp8gA6TTnGDcoSYPSk/q1k75PRRIAEi2iJrmJBNMkgCDpL2QaiRCIisCxxx5rbrnlFktCoiiHpDgE/PyOTnEYKt1R5IhiR45k4ZdPoiv7EQLTkCWDYq2jxpb57WcQCEnYxY94R8RL+HQ/aT9bILYvYsAhhb7wwgv28qD4uFqsmrx0QMYeVCk9TqGloteF33klzDcf9Nz8znFxCYpJCjj4fQMYY5TzW1J9kPaT+j/8/PRJvwV+enCa82Yt3sl67uOuu+4yp5xyiundu7chyUWeIoJiSnTzJCgyNFjcBFeefPLJNtuJpLYI5OkgzyoDQdEbPE/Eb5NIuuEEGdWjOrOTbLh+gawEOFGWO44EETLyJigGBeYlzdoRlA0iSrZdERTjrJhiriWrJsFXGKlwIkuEQBgCc+bMMVSDRZ544onEAS1h/TTi34siKIKlX9A6+xpBIx07dowN9/jx483ee+9t93xHqmVM9zu0JzUA+AVDhR1GkwZ0JdEj/MBM2n/sB9PgN0yaNMkQWNGlSxebREIiBMIQIABg+vTpNgCTQExJPgiQzGTPPfdsUfGe8x8GUioRZSV+3+Rf/vKX1qHgJ2UI/ElCNCs6QKbIgO56JSj6OQOdQO3FF1/cnrWouuNImH0hybopOgC9DKSGot8dnm9WumNW381maYekBDvvvLNZaqmlzDvvvNMs09Y8M0YAojnZwTmnEowjKQaBPP0vWcwoqYO+Wt9l8OcwPidDOX4XtyTxKaT16dB/msBeEk4SNPToo49WppLUP/XRRx+Zgw8+2Dz++OOVtqJUDEwa4OtdK2nsSX76Ge2H6aJB65Xg4xNPPNHcfPPNLS4JyjjvbSdJoFvQWERQzOKLll0bPFv2UYgBL730UmwicHYjUUv1hgDn5oceeshWdsXXIEmOAMn82Pvc/hpao5rdEUccYck8WUtcgmIZdJ4i96Kyzj9KgKt37fglN2MfOO+880zbtm1jLTU/mxoNRIkFSqNv+dk/1113XVt5NEnFKL8qH6ussoolCDnJcGIBE/Hisgen+8VdJfUNc14hCQqEK7f4JcovMkDa7xxTy6D0pLbJpO9TkQSAiK9JU142evRoM2vWLHPfffelqqbWlOA1+aTxTTl+XQockLhKUgwCJD+g2M3ll19eGYCTfIv325s0NYlOl4Xdhtjoc8891yZNcAtVFamcFicWjfhk4tfw/bslbrIt716IHQ971mmnnWaTeSGbbLKJLSS07LLL+j5gb4wBeznxdZxdHQlrI8+Vk6cOWK3Q0gEHHGDJy+7EEH7zLHpd+Nlz+Z7hR46rm/vpVtVsoeAHt+cvf/lLBZq4STp4F/7whz/Y+AKvRHnXk+qD9JXG/+GXsPD444+3714cm4SfbT+KPT7Pd66R2956662tb51KocR85SkiKKZEN2+CIkZajLUrrriiyrCnfFZJbs/bQR6UgQBj2KWXXhpJ8S96g3dw9dtw4laDxMjEholB3StRjJLck2TDhXDDx9ZtxE+SZdDPiBPFEJnU+OPGyG8OK6+8sjWCDho0KNbyJ+sphkIM545EVZxEUIwFdc0vJusBZHcqY1Jae9FFF635GNRhfSJAYA4GKYL2+D5IoiFQJEHR7wDOqC+66CJbRXGRRRaJNgljzMcff2wrr+L0dku17KJ+/Schr0CQJSsVZH+3iKAY+fHV9YUYYW+99VabIfX000+v67lo8LVBACM2AbVUtiAIU5IPAgQgH3300baKiFswZmGgzSILvl8fYWeSMgT+JCGaFR0gU2RAd70SFFn3XhuIo5uwTnHYcK5GogQ7JVk3RQegl4HUUPS7k9QGlc+XublaZQ/CZo79kABciRBIggB2/x122MG0bt3aJmMKCk5I0rbuiY5A3v6X6CPxvzKNgz6o77L4cxifX2bmuMEb6AS33367tRt5SRJRfTqMJQ1BMUgvieufCtrbo1TXycLHQ/9pCIp+Oir/bcSIETYIK041n6DnGqfKZpGkkLTvvu6vjsCBBx5okysTdEQVB4kQiIoAPiZ8TdiNIIK3atUq6q26zoNAEIkcmwQJk3bZZZdMfcDz58+3wZJUBnZLtaq6ZdB5ityLyjr/KAGu3hfOL/4jakVlb1t+yVC5Jkqi7DT6VhAxEv8jvqclllgi8neGtrjH+z5kUckobBBlD073O1/wXUIXxXcQR9566y3rG3SqFjn3XnzxxdbP7ZWiAqSLDkpPEh8XdO6IUgG+SAJAnPXTTNdCtIYwPnjw4IViOZoJB801OQJU3bzuuuvMdtttZ6txS4pDwEuSc2KOSRyMzuJIFL9jlFkk1ZX9EjXQH2c94nvY+8Okmj0xbkybN6Er/XMegpzmCFUVqX5Nklk/IQE2+i1+R4Q2SMQxd+7cyuVR7INh80769zx1QMYUpHeBA7EfJAwNizEscl0Enb0o3HLGGWdEWpPg4BcbGVY5068CJ21F5R5UexdoJ8r5Lak+SPt+3wGnemvYevXT/eErwHvBHh22Zmg/aP5Jz5thY272v8MlwY8nhnAAACAASURBVLazxhprmHHjxuUOhwiKKSHOm6DI8DbffHNbMQRFg4xnktohkLeDPMh4xQyjZiDg2iI3eOdpBBEhombqY7OZOHGiNTK5iXFO+1Gd2Uk2XL+xJzHg+xH7omTP8DOmxs2qFeSIWH/99a2i2K9fv0gvTpDCGVVpEkExEsyFXURGOTLakikmqPJMYYNTx6VGgAzkZLTt1auXDQSVREOgSIIi+yrZtSjL7pZlllnGZkHZcccdIx0GcTyTscqd7Yf2ogSs+TmD4iRhILANA9bVV1+9EOAiKEZbg/V81TfffGOGDh1qyBaHMbZv3771PB2NvUYIfP/99zY7KPo9Wfq22GKLGvXcfN0EZWonQ+I555wTK/jVi15QxsSwSsBlCPxJQjQrOkCmyIDueiYo+hndcRJQ9Zf3wJEwpxfXJVk33Oena9UyAL1oUkPR7w7PIIkNqvl2jGxnTGAaQX8EM+OY79q1a7YdqLWmQgD7OzoNdk8CFCS1RyBv/0vaGeVBUGRMZfDnMA7O22TBJsjXLfgksR0RUBAmfj4R556oPh2uT0NQDNKn+O9R/VNc6+cbiVqJMQsfD2NIS1CcOXOmgTzG2nUL+imBhlGSyXA+wBZMojqvry5OFuykgW5+a04VFMPexNr9/d5777WkxPbt25tJkybZitYSIRAHgZ122sk8/fTTlth+6KGHxrlV13oQqBZESlIX4orCKl2EgYqtFUIy+ynvvFfCggaL1nmK3ovKOP8oAa7e50wC5K222qrFf05if3rzzTdtzJuXcEbDYWspSE+KE1PjR44kJoi4Cb5HUUiKQXZr2iHYkypmeUrZg9PBh4BmzhJuWXXVVW3M0vDhwyP5poMS51Zbd0UFSBcdlJ7UNpn0/FIkASDPd6te28aXTqUx4jkgKm655Zb1OhWNu0AEPvjgA0skYT0Rm4PtXVIMAn7xyyRmptKVm2yXFVEuqa7MXkDSaNaLV4jNoHragAEDAvd87JG33XabrU7I98stxAKgM1B4I6oQV4a96pZbbgm8JUwHDmsjLIly1LEmvS5vHbBaUSFi/Eg2AWG2mhS9LoLOXpAriXns3r171fFTPIE17V1HUaqD+hUWorMw0i5+bpKekGjAm/jPGWzY2uW6pPog9/p9B6ImJQ/S/fEpkNAF7KqdsbA3kMiKb4G3kFKSBCdJ369muQ8OGuRthMr3xA3nLSIopkS4FgRFAnKdUppkIl1rrbVSjlq3R0WgFg5yjMdUNHv99ddbDAvFhowQGOrDpOgN3hlfUEXIo446ylbYCFIeUTypvoEz3I+cSPtRndlJNlyULAL7GKdbeAaUYCZYpZoBn/ufffZZq+x6nyNlzak2Vi0jgJ/xJ04GCmfMrFfG6sUQgx/zINtN0KbPHMgCApHF67xGaUAZguwYJiIohiFU3N8vu+wye4hjPaAYR8lSUdxo1XMZERg2bJiZMWOGzc4ycuTIMg6xdGMqkqAIGEEOnCj7G/sChxMcSX6kVLIM4eCuluX4k08+sYEGBK64BXIhGVlGjRoVmMWXgCqc3ui+fiKCYumWe+YDwvCDoQiDOPqFRAhERQC9FYNXnz59zF133RWYCS9qe7rOHwEMppwdvAR2riZTKwZc3t/FFlssFoTsHZBLOQt7z2ZRDJFFB/4kJZoVHSDjN27wzzug2y8QfcyYMdaxRcBrLcTP7hMlKMqPHEdCjzZt2lh92ZGbb755oSAu77ySrpuiA9DLQGoo+t1JYoOqxbpu5D722msv8/zzz1sbHtmdJUIgDQKceSFiITj52YMktUWgFv6XNDPKi6BYFn8O2ASRG/AF4NtYe+21fe3IBBBg78Gngy7jJ1F9OtyblqAYlKiLtsP8U8wFeznBEF7/TtSqOln5eNISFKtl3SZgHjJ2tSAxdFyC3iAzeoPEogYkOWshaaCb31oSQTHNlyy7ewlcJbiIhKnYhiHDSoRAXASonEhyCPzuZGvv1KlT3CZ0vQuBaokC0tjn2BuJfSBozevfcT+AMPtJ0TpP0XtRGecfJcDV+5IRe0L1EdaEW/DfkJgrjNjHenrkkUdsvE+Q3hi2lug3rb7F/dissTF7he8SwfTVApfRk7BZYrv2BhAfdNBBdm+k0k6eUg/B6dOmTTPg4SWikkAXMijPulrs1bvvvmv1cu+3Jyx+rsgA6SKD0pPaJtO8T0USAPJ8v+qxbfxo7NXEXFQj5tTj3DTm2iJw66232rgehNhfYnEktUfAL6Esz+Lzzz+vxAJHTaQVZfRpdOVqRXnoG6LiDjvsYAYNGmQTuyKzZs0ynF9I6sBe4pU48cnee/kWosv5iVOJsn///lVhqdbGhhtuaGOnV1hhhSjQZn5N3jogA64W+xFV1y1yXVQ7e6GHYs+iWjR20Xbt2tlnhH1rypQp9qxCbKLXFsqapDAEz7+afPbZZ5YbAf/BK6w74gewy/IucDaCdEyffHvdcf68M/x/tx4d5fyWVB9krEExIoybxAcOViQaGTJkyELzC9L9uZA4Y0jH3EdBlEUXXdTOn/gGCuyAOQmsvBKnsFfmL1sDNwghkW/vvvvua/0+tRARFFOiXAuCIkPkAE71GKqIsElLaoNALRzkWWQgcJQEAnFRhvykFopfNaMeG/Zuu+1mNt10UxsszIZDGWwUz6DNxj2PqM7spBtuEImCMbDhoqSwaa622mqVIFsUZz7aBD77kTeiZhOgDz9FEiMbz80hJROgCYZBGUnDSj4zj1133dVmJnM2fRQtiIk33XRTYFW0KCQU51mJoFibb1PcXqgq4BDd2UOo7CkRAnERgOBK1ha+bb///e/j3t6U1wcRFDm8r7jiiplgsvjii9tkBkGVQ9in6M8bYEXnfnsz+wJBmhyc2dv8svTEOQwGkefp39FNNthgA3uoxXnEOB944AHfw78bMBEUM1k+pW7EqfqLc8XJ4lPqAWtwpUKA4PLnnnvOfh8hWkvyQSAomNnpjfMTyXg4A3bs2DFwEI4hkrMEiWP8ktZENXwXHfiTlGhWdIBMUQHdfoHoUY39Wa3qpARF+veefznDE4iErQOJ6rBKum7KEIBeNKmh6HcnqQ0qq/XbbO1ccMEFlgCMQxnnXd6Bf82Gb7POF58LvhfsrZyDwzLpNitOec27Fv6XNGPPi6DImIoM2HBjEuZTwC+CTwKiIokYsBs988wzVg+CWFJNovp0aCMtQTEMU8cGtvHGG1d8PGG+EUia7DtRvwtZ+HjSEhTBgSQS2HGDzsJeexznMZLSUR2J5xoUJBYlIMe9HtIEunnXlQiKab5k2d0LIZFKagQX+ZE7sutJLTU6Avvtt5/5+9//bu1FkH0kyRFgH7/zzjttEmVvMKXbPsdeTmIO/EjEaPgJbZH0kuTpJCTzCxR03xeWzMC5tkidpwx7UdnmHyXA1bs+giqmcR3EPpJB9O3bd6G19cUXX1hSI/FLfrE07n4IksQHHXbOT6tvBSV2ZSxObA76rxO47OhJvBdBduu4SRySv/H+MUVxdO4ofWcRnF6NPO2nl1O1iwqbxI1BTPTzTUfxDxQVIF1kUHoa22TS96lIAkCUNdws1/CeQR5HeHeIA5QIgTQIUPiCvY44HCpydujQIU1zujchAthkIDOxp/lJlkle0+rKxFqjh2RBkEY/+MMf/mDjWZMU3GAuxIX46RBRMUPfQw/0k+OOO876EKol8E/4yCPdVguCIgMJSkKAnhwlkTRtFLkuws5ekcD+/4uY8znnnGPjraMk5K6m/0bpl7VHcnDeKbfNPcr5LY0+yJmN4hRjx46tOkzszCSn8ZO0c3e3id2Caux8EyTZIcD3i8q18FAefvjh7BoOaUkExZRQ14qguGDBAsuiRvmAKV0rBmtKeOr+9lo5yHGEki2KzPpeiZqhtegN3hk3Rj3m4pcRIMqCYHMhIJ0MrW6JalhLs+GGBdhGGb9zDYZINksc91EEMgYG3Gqy3nrrWaJytQ0YcgcHRSpdBJV+jjIe5xqy0ZPhIcwY7FwvgmIcdGtz7ezZs62y/OGHHxqcfijPEiGQBAFI2Tgc+c4QGEoggqQ6AkEExSxxCyPq0RcBRnzLgzKTxhkPTkL2GDIMRZEoDvKwdnCeO9WWnWvD5p00oCuNHuGeR9L+w7Bolr/jsEYXROeBZCYRAnERmDx5stlss83snkWyDb4jknwQiLrHUMWbwA6SpjjGe4cUz/PyIyU6I46T+IV7wozPeSbvSUo0Y9xFB8hUwy2vgO4gXcnJZNizZ0+7DFZaaSWz3Xbb5VIRNQ1BMSiroLN2TzrpJOtMCHNYpVk3RQegl4HUUOS7k5XumM8XurFahZCIkwzBiRKWsbSxZq/Z5I3AoYceam3Z/fr1s5XDop538x5XM7RfK/9LUizzJCgypiIDNtyYcG4igSG+gKQ+BXRsqqu5E2RF9ekwliwIilliGte/Q99Z+Hiysieh23MWvuyyy5Iu/8p9SYPE0ga6uQcugmLqx5i6AapkEXRItQD0smWXXTZ1m2qgeRHA14Tdjm//scceaw455JDmBSODmXMuJ4AR+0OYD4hvOjqvu2oEcUhUL3jttdeq2uecoRKoefDBBxuCdPnfUaQonacse1GZ5h8lwNXvmVYjfnE9Zyj8dq1bt7a3Y+v1W49cR4Um7MHuYHaqmeAXCquqmoW+xVxOOOEEM378+CjLt+o1SXTGNJ3WS3A636X77rvPni+q2f2jYhHHN11UgHTafpMGpaexTaZ5n8J8MFGfLdfFJQDEabtRr4UUSxUcdCpI4rxrEiGQBQJbbbWV1QupdkV8aliV5Cz6VBstEeD7ip5y4403+kJz8cUXm3322ScT2LLQlbEjUuDgiiuuSGxTJA4RHWfgwIGJ5zVv3jybuP/RRx9dqA3OSfzCiI9BVcNpkJh+3o+ipFY6IDocRGX2Fq/ESeRW5Logcc9ZZ50VWOQpyjPk3EwbxCYEJfjxtpNG/4UrcfbZZ9u+KBhRS4Ii86ByLs+8ml8AcuKvfvUr31iNODaJaviDA/bsoAIdUZ6drlkYAdYW7zVndYioVLatlYigmBLpWhEUGeYrr7xiWfpkD+KF99sIUk5Ht3sQqKWDPIsMBAy/yA3egQ8jKxtS3GqfBK1CvsUAARveLVGd2WkMMM57RhAhzz6pQCYmwxvVFqNKtQqOThuUaae0cxjpkUxuZBY788wzQx0RQePDOEzmAyouRskC4bQjgmLUJ16763784x/b0t8Y9m+44YbadayeGhIBCNB8jwlAuP/++xW0F/KUy0JQZJhTp041VFoOy1JabV8gAQGVsKKS1p22nIM4xMYwB7m3fw7fZP/F4EKgqCMiKDbkJ8ZOasqUKYYsZgiG7yINfY2LcnPMDMM9Bnzk0ksvtbqQJB8EsFWkPUMFjcwxyHbu3DnW4IsK/ElDNGOCRQfIZIVbnOCcSy65xJx22mlVn2/U7JaxFsn/X5yGoFhN18OuQaD/qFGjQoeVdt0UHYBeBlJDUe9OWhtU6OLQBRaBF1980WYEd9452cS1MLJGgO8oCS2wn7GHcfZcfPHFs+5G7fkgUEv/S5IHkDdBkTGVwZ/DONL4FIKCaaP6dOg/K4JiFphCtsS3Ese/Q79Z+HiyIigyHhJZEHxAEEJQVa2w9wIsyLBMduW4kkWgm9OnCIpx0c/2evDHRkegFD5KJYrIFt9mbe3BBx+0vgYEUtKIESOaFYrM5g1Jgf3LLyF2Vp2QuBQ/EQTHsABfb59F6Dxl2ovKMv+kBEWe58svv2z9dZybkgh6BTZA1g8VcvAZOrLKKqvY2CKS21WTLPQt2p8zZ459X+LGM7nHxvtAYuhaVveop+B0fMMkIIUQMGnSpCRLxsaNQWglYVVU33RRAdJFBaWnsU2mfZ+KIgAkWkwNdhO2UapRb7TRRrnu+w0Gm6YTAQH2R/yyxGugn6OnS2qPADG/e+2110IdY7cmZq9Hjx6ZDCorXZk9kLj3P/3pT4GVkP0GjA5F4sCf/OQnZskll0w1J6r7QiiDLOmVqOTCIJ9vlIIyqQYf4eZa6YAMJatCS0WuC+zcEyZMsPH7Tz/9dASE/3sJ8fIkxjjwwANt8uQkMnPmTBtzH+VcDleC6rUQISGE+9nHo5zf0uiDzBE/P/EarLMgkmKUWA10S+Ky+E7FsUUPGzbM6vzoNSLGJ1l1wfdQYIvqpwi8gVrHzImgmPJ51pKgyFDJYOOUaCcrGdnJJPkhUEsHeVYZCECjyA3eeRo4P1GYUfxQQsOE6oEYJLt3727JgUURFBknQSkEopBdNk5GLwymGMdwyCdRnAlK5P5q5MioSjPzYNP/y1/+YucSdR4Y+Rg/yg/PIq6IoBgXsfyu5/B12GGHmccff9ysvvrqNgNChw4d8utQLTcNAmRjIksyhw8OJ5JgBMpEUGSU7M0Yq3H8RXUGcQDHCMn3JMm+4EaHgzgGACpThGXkdx/EMR6Q+U8ExeZ42zD4oAvtvffe+sY0xyPPdZYkTSFjHwEzGMIwbknyQQAjI1kb4xocg0aDU4Is+jhgkhoiiwj8SUs0A4+iA2TS4hY3oDssAzuY5On8SUNQZGx+Z2D+O0Z0vj8kGgqTLNZN0QHoRZMainp30jp9wtaG/m7Mm2++aQOX2WdIonXhhRcKFiGQCwJUY4WkSAAO5HLWWtQAyFwG1CSN1tL/kgTSWhAUGVcZ/DkOPthu0OtJtBBmu8FmBEmBQCISq3ozPBdFUGQu6CbPPvusDa7ATxVFsEXhcyXhXxL/Dn2k9fFkSVBM8kydezg7EySGny7peSyNn8/7vERQjLKC87nmoosusu8Rct111y3ku82nV7XaLAiQtBidq2PHjoagO0hLknQIJA3EDOsVIhYJ1LHPRK0g4ddmrXWesu1FZZh/lADXausBuyXJD6iyEaYruvUKb8CpX+W2qBWB0upbzrh4X5566ikbTB8nuSsxQcTq8V4k1ZPC3rmgv9djcDqxV8Q4kewgStyYM/c0hGjaKCpAutZB6Wltk2nfp6T7ThYEgKTvUb3fB+mBOEAwJO6jliTpesdO44+GwLvvvmvjg9577z0zcuRIG/fbrl27aDfrqkwQmD17trWxUZ3XLegfJJFq1apVJv1kqSs7A5o7d655/vnnbQU4fDuvvvpqRWd0qrkPHjzYEmDXWWedTO3vjz32mI15dktY4nsvkH5JdatVjsvkQURopJY6IMOhkirxWt54c+LKSfBB8Z44UtS6QE8hDuGZZ56xMWgUdmB9OuJUgadqLMQt1mZSm7AbD859H374oT1jUNXztddeq2CJ3WPo0KFm6623NhtssEGLd6AogiJjZ8zgc9ttt9lYczdO/J1kZZDWV1hhhdBHD8mV+7HNE5s6efLkFmsJDLDD8x3YZJNNzIorrpjKzhA6oCa9wEk4x/SxA2yzzTY1R0IExZSQ15qgyHBxADjl2SEzHXnkkSlnoduDEKi1g/yzzz4zRx99tA3c9wrZyCDwxalmRxtFbfDO+BcsWGAznT/88MN2o3cUTxQWFE02Lz5+ffv2rWw0frhzyEbhC5O0Bhh3+ziDqQbCeNg033rrrRaVn9goIX4NHz7cKl59+vSJ/Xy888FAR9ZInOZkn/Mqen/84x+twz+OOPMgMwTzcG/6PAc2/TXWWMMGbHO47NKlS5zmW1wrgmJi6DK9kWcOmYgsIGT0wEDFM5YIgSwQmD59ug24/vbbb835559vM7lI/BEoG0HRGSXZb9555x0zfvx463xz72/OvsABnP2NvSFLgyOHWgI/MZhzqEUvcKoqsq9yEN9ss83s4d/p1w/HMKJC0oCurPSIpP03+7vEofiCCy6wzpQnnngiU4Nks2PbzPMn8QZVIzAmQp4bNGhQM8OR+9w/+OADG3BAVYW4VXMZHAEe++23n9l5551Np06dUo+31oE/WRDNmHTRATK1DuhGH8EWErRmIPmxptZee+3Ua8LbQFqCot8zpw+chFRxjVJRIKt1Q79xSAUOFlkEoDttxek/S1KD03+t352sdMfMF3aDNDhjxgxLTsSRR2Cak+WxQaanaZQQAdYcJEXssQQvkNwnbaKeEk6zVEOqtf8l7uRrRVB0j6tof44zFsaB3QZfhdd2gz9hyy23tLYbR2f3C6AokqDozMMJCME/NXHiRKtvMh/EsYGtv/76di5ZBUal8fHkaU/C/0hgCFh4g8SwyfFcsbdh9+X/pyGggG+WgW4iKMb9emVz/emnn24TsiCQN3baaadsGlYrQsCFwCGHHGITrOKbxjbcr18/4ZMBApyNiTPgHb799ttjVS9wusdGR5KYHXfc0drro9g34gy9FjpPmfeiouaflqDIM/b6+dz6FX/Hv0glanSsjTfe2DfglDMXifnRTRzZaqutDMT4KLEqafQt7zp19EXiKghs9wYuOzFBzItYGnSmuDFbcd6NatfWc3A6vmkIitiBvb5p77pBN+/WrVsm350iAqRrGZSehW0yi/epKAJAVu9WvbRDbI5T0Y4YMGIqJEIgDwSIKyVxPT5f4mKpwMR+KBECQkAICAEhIATKjwBco/vuu88OlMRg2HaKEBEUU6JeBEGRIZO9lEWEkDGBLKUSIdAoCGCQwgDpliyMpY2Cj+YhBKohQOAeewKOp1VWWcWS2iHPSoRAlghA8CDIaNlll7XZU8hmIhECeSFAcBYEIwztjuCcwgCfBXklr3Gr3XgIvPzyyzYYGOEbQ7CjRAhkhQDEJxy1BA6Q6dFbrT2rftTO/xAg4AC9lCATssLxI2uxEwzMlU5AcK9evWzAClni+N95BXjUIvAnS6IZGBUdIFPLgG6C2u+55x4bBM+6oVqaW0jkRFBT1pKWoEjlwl/84hfm8ssvrwyNtU0medZ1FMl63dBnrQPQvfOsNanB23+t3p0sgoCirJFmvIaMpti+582bZzNokpVVIgRqgQDZwQmU53zStWtXS1KEtCQRAkJACAgBIdAsCGCLPfbYYy1Jg/P5ZZddVkiW7WbBW/M0lqRENTXIKMQDyKeZ7aogmTRJKqmCgQ2ExEKvv/56C7sLhCsqIay11lpW9yXBG7pwWrJ6tjNRa0JACAgBISAEmhcBihmglyPESFB5SSIE8kRg1qxZ5tBDD7WFMKh4DkmRIiQSISAEhIAQEAJCoJwIzJkzx1BtF95A+/btre4Yt+JpljMTQTElmkURFBk2wU5UUEQI0j7vvPMyrXCTEhrdLgQSI0DFDQJB3EKlpajBfYk71o1CoM4RgNx7yimn2OpkZBmFnKhM73X+UEs8fDJmPfLII7YC7tVXX206d+5c4tFqaPWMAIQWghTI3O8I1YTPOeccVdir5wfrGvuUKVPsM+ZZ823hXCMRAlkjAMmBRD8IJHvWmkQICAEhIASEgBAoHwIQkklQghBsAwE4L/J6+WavEZUBAYgZBOBgj0Z+9atfmT322KMMQ9MYhIAQEAJCQAjkigABLOx7JFGBrHTFFVfYSlgSIZA3Ao6/CZ8m1YHWXnvtvLtU+0JACAgBISAEhIAQqAsELrjgApvEAbn00kvNDjvsUBfj1iDrHwGqo2IjJbkogq/9oIMOqv+JaQZCQAgIASEgBBoMAWK4zzjjDMsboPox5ET4A0WKCIop0S+SoMjQCdSmGgSLikpZ5557riHDmUQI1BIBgjZ++ctf2ux7AwcOtISoNddc02bXW2KJJWINxa/6AG1BtFK5+FhQ6uImQ+CGG24wZ555pp01VYEoz9yhQ4cmQ0HTrSUCX331lQ3QI2MW335Iiu3atavlENRXiREgE+/Pf/5zqxP079/frLbaajaoYOWVV4496hdffNHsueee5qOPPqrcS9snnHCCWWSRRWK3pxvKhcCMGTMsOZEsfFTQ5lsiEQJ5IYATjwyPCOvupJNOyqsrtSsEhIAQEAJCQAgkQIAgeKodIwcccEDFzpGgKd0iBFIjgK7oVO/cfvvtLWGjbdu2qdtVA0JACAgBISAEyogAlVgghiHrrruu+dOf/mR69OhRxqFqTA2IwA8//GB9AMS+tGrVyq5FVQZqwAetKQkBISAEhIAQEAKREfjuu+/MiSeeaCtNI8SA7brrrpHv14VCICsEfv3rX9skgsjGG29sY4RJaCMRAkJACAgBISAEikfgt7/9bSXWctNNNzUXXXSRrX5ctIigmPIJFE1QZPjvv/++JSk+88wzdjZUz6KqjEQI1AoBCIqnnnqqufbaaytdrrfeevajF5eI8NJLL5m9997brmtHxowZYx1hlJ2VCAEh0BKBzz//3Jx99tlm7Nix9g+HHXaYOf300wWTEKgJAvPmzbMkxddee80MHTrUfvcXX3zxmvStTsqNAARFyNJu+c1vfmMOP/zwWAMncQHk64svvrjFfVRbhswmqW8EPvzwQ0sSmz59uhk9erS58cYb63tCGn1dIMA6g+CMEHCHEwUStUQICAEhIASEgBAoDoHZs2cbAh0ee+wxOwgSksQ9OxQ3evXcyAjccsst1t/C2bRXr17W5jZ8+PBGnrLmJgSEgBAQAk2GAHoYdtuHH37Yzvzggw+2pHyJECgCAWx2jo1YFVqKeALqUwgIASEgBISAECgDAu+9954lJ77yyis2wPySSy6xvnSJECgKgfvvv9/GBs+dO9euyV/84hdKKFLUw1C/QkAICAEhIASMMW+++aatmgjnBmGfPuqoo0qDjQiKKR9FGQiKzhROPvlkc/3119v/u9FGG9lAjrjksJRw6PYmRoDs5gQSuQUm9j777BO5uhGVQI855hjDocYtkBJoRyIEhEBLBHAYn3XWWWbOnDm2WilOZDKMSoRALRGAYARJcerUqWbkyJHmz3/+cy27V18lRQDCGQkzXn755coIR4wYYa688krTrVu3SKMma/Ltt99udYN//vOflXvQc6mssvzyy0dqRxeVEwEIzpATJ0+ebAN8IZ22bt26nIPVqBoOgSeffNIaZ9555x2blR0n5/SZIAAAIABJREFUyu67795w89SEhIAQEAJCQAjUAwLYAXGgfPbZZ2a55ZYz55xzjpKR1MODa6IxYu+ApOgkiMQGQsB8u3btmggFTVUICAEhIAQaEQHiCn73u9+Zb775xiyzzDLm3HPPNdttt10jTlVzqiMEqA7EWkTQu0gQgf1OIgSEgBAQAkJACAiBZkCAitI/+9nPzCeffGLWWmstW9BBiVab4cmXf47E9Z522mmVuF4Sih933HGKTy//o9MIhYAQEAJCoMEQ+MMf/lCpbrz66qtb3/oGG2xQqlmKoJjycZSJoMhU7rnnHmukRSFs27atzaby4x//OOUsdbsQCEeASkk77bRTCwIBBFnW4/bbb2/JU0ECAeGtt96y1UseeuihFpetv/76luzSvXv38EHoCiHQJAgQtPfHP/7RkjkQMmVRYax3795NgoCmWTYEIKPhKJ45c6ahVDilw5dccsmyDVPjqSECftWV6X7nnXe2+33Yvs79f/3rXy3xev78+S1GTnDCIYccEjkBQg2nra4iIjBr1iwb0EsWn3XWWcfuZwrujQieLssMAargQFJ09CkC8HCirLDCCpn1oYaEgBAQAkJACAiBYAS++OILgwPlpptushdtvfXW1oHSpUsXwSYESonABRdcYEkcSOfOne2ZZscddyzlWDUoISAEhIAQEALVEMAmR+LZ5557zl42ZswY689dccUVBZwQKAUCd955pzniiCMMMQSrrrqqTcxNzIBECAgBISAEhIAQEAKNjMD5559vrrrqKjtFyF+QE4n/lQiBMiFAUnLiePC1k0gE//oBBxxQpiFqLEJACAgBISAEGhIBChph050xY4adH8VDSAK82GKLlW6+IiimfCRlIygyHaqR4ES466677OzWXXddW3lmyJAhKWer24VAMAJffvmlJcQ6Ab7uK1mD2267ra2O06tXL7PooovaPxOcPmXKFEtK5OeujsTfl156aVtpiQAliRAQAv9F4MYbb7TkRAL5EL73hx12mOARAoUjQNlwSIokScBhTGApGd0kzYvA+PHjzd57773Q/k427s0339xss802ZsCAARViGpm63377bfPss8+au+++27zxxhsLgUfSAzIod+zYsXmBrfOZT5gwwZLCyPq45pprWt2R4F6JECgKAUgRrMkFCxbYpCo4Ufbbb7+ihqN+hYAQEAJCQAg0BQK33XabJSdix0ZIYkISEokQKDsC2D4IwBk3bpwd6ogRI+zaxf4tEQJCQAgIASFQdgSw3V9xxRXmhhtusEMliRzVWVQ1sexPrjnH9+qrr9r1+cILL1gAICweeeSRzQmGZi0EhIAQEAJCQAg0NALoPWeddZZ55ZVX7DxPOukkc+yxxzb0nDW5+kaAmF9iwu644w47EeJ+0NVHjhxZ3xPT6IWAEBACQkAIlBCBd955x1x66aWVKsb4JIlzGzZsWAlH+98hiaCY8tGUkaDoTAmC4nnnnWfee+89+58gDaAILrvssilnrduFgD8CVEGEKOU4CtLgBDmRg8yee+5ZSnZ3mrnpXiGQBIHnn3/eEhOd9wtyz8knn2z69euXpDndIwRyQYDsHCRFIPMyZHS+4xDKJM2JwHfffWez+hFsnIXw3aNaBRWaJfWJwLXXXmuogIlsscUWdl/r0KFDfU5Go24oBDgzs2eNHTvWzmvQoEGWqDh06NCGmqcmIwSEgBAQAkKgaAQgd5HZceLEiXYoP/rRj6wDpX///kUPTf0LgVgIkEAMouKnn35q74PYAVFxlVVWidWOLhYCQkAICAEhUAsEvv32W3P55ZdbciL/G2HfOu2000zr1q1rMQT1IQQSI4DOdfHFF9v711tvPbtu+/btm7g93SgEhIAQEAJCQAgIgTIhcPXVV5vf/va3dkjEf5199tlmgw02KNMQNRYhEIgABUnwsU+dOtVeM3r0aHPQQQdZX7tECAgBISAEhIAQSIcAyeYo8vXXv/7VNkTSffzqBx98cLqGa3C3CIopQS4zQZGpff/995akeNFFF1UW54EHHmj4tWnTJuXsdbsQWBgBDhxUdOMAklSovEXwOkFKiyyySNJmdJ8QaAgEJk+ebJWMBx54wM6HjLannHKK2WGHHRpifppEYyJARV0nCzPGp+OPP74xJ6pZhSLw73//21x//fXWkD5//vzQ64MuOOCAA8zPf/5zQ/VFSX0iwPOjUg5y1FFH2QOzRAiUDYH77rvPOlGmT59uh7bTTjtZw06PHj3KNlSNRwgIASEgBIRAXSFA9WwC4jkbIMstt5zVB3ffffe6mocGKwTcCHz11VfW7+L4Xvjbvvvua37605+arl27CiwhIASEgBAQAqVAADs9ehgBLci2225rjj76aCWIKMXT0SCiIjB+/HhbTfHdd9+1t2CvYx23atUqahO6TggIASEgBISAEBACpULg6aeftsl8naqJP/nJT2xMheIkS/WYNJiICFx44YU2qQj2UoRE9sSKKZlbRAB1mRAQAkJACAgBFwLffPONtefCG6BACLL33ntbW9iKK65YF1iJoJjyMZWdoOhMD4LLBRdcUCG4dOrUyZIU999//5QI6HYhsDACX3/9tbn77rtt1aQ33ngjMkRUROLATSBH586dI9+nC4VAIyIwc+ZMq2A4ZA6q0R1xxBG2aiL/WyIEyo4A69epnAfhHMKHKqWV/anlM74ffvjBZkwjaBP94J///Gfkjqiyx7dv+PDh+vZFRq1cFxI0QvD5pEmTbMAIjpadd965XIPUaISABwH2LHegOWcUAp9EktZSEQJCQAgIASEQD4EFCxZYB4q7Wg/7Kvphu3bt4jWmq4VASRF4//33re7oJGpimHvttZfZZ599lOiipM9MwxICQkAINDoCBK6QWZvkEB9++KGdLvZVglhGjBjR6NPX/BoUAeIPzjzzTHPdddfZGRJXwJqGdCsRAkJACAgBISAEhEC9IEAiN/zlTiwYBC6S1G+zzTb1MgWNUwj4IvDZZ59ZkuKll15a+TsJCiFU9OnTR6gJASEgBISAEBACIQgQU4uv8S9/+Yv59NNP7dXbbbedOfLII82aa65ZV/iJoJjycdULQdGZ5pNPPmkVwQkTJtj/tNJKK1lnOb/WrVunREO3C4GWCOAAg6D41FNP2R+Eq1dffbVyEZUSe/fubdZdd10zcuRIM3DgQNO2bVvBKASaGoFp06ZZx/HNN99cwQEyOUrG8ssv39TYaPL1h8Djjz9ujjnmGDNnzhwblHfCCSeYzTbbrP4mohFnhsDcuXPN888/b8aNG2feeust8/rrr1cqKy699NJmwIABplevXmbjjTc2w4YNM926dVOWwMzQr31DOFZ++9vfmi+++ML069fPOlt4xhIhUA8IoJNxdr711lvtcNu0aWNJilTEWWKJJephChqjEBACQkAICIFCEcB5AjFx3rx5dhwEDmPbWGuttQodlzoXAnkhgN2bAJyxY8dWuiA5C0TF1VdfPa9u1a4QEAJCQAgIgQoCBLFASuQ3f/58+98HDx5sK1eMGTNGSAmBhkDgH//4hznvvPMM/yKjR4+2fijpWw3xeDUJISAEhIAQEAINjQD2UirNOVXmjj/+eBtDIxECjYQA8cH42N3J3PANQFQkNlgiBISAEBACQkAItESA2Go4A+yd//rXv+wfR40aZf3qJJ2rRxFBMeVTqzeCojPdhx56yCqCVDJBOnbsaEmKKIL8b4kQEAJCQAjUFoFXXnnFKhn33ntvpeNdd93VKhnKJFTbZ6HeskVg1qxZ1jlMkgSErB4YWkW4zRZntSYEyoQA5NPf/e535oknnqi895ATlYiiTE9JY4mKwEsvvWTPzg8++KC9pX379vbczPm5U6dOUZvRdUJACAgBISAEmgKBb775xto2+OFMQajSc9RRR5kNN9ywKTDQJIUACfuuuuoqc8stt1TAIFnTLrvsYpP0SYSAEBACQkAIZI3A22+/bSuw/O1vf6sEsRC8csABB5gtttgi6+7UnhAoBQJUUoSoSKUWhOosrHkqK0qEgBAQAkJACAgBIVAmBO655x7z5z//2UydOtUOa+uttzYnn3yyobCDRAg0KgLEjFx99dXWV+AIyUXwsdcr2aJRn5XmJQSEgBAQAsUgMH36dLtP3nTTTZUB/OhHP7KJ8ynuUc8igmLKp1evBEVn2gRZoghS3Q5ZbLHFrBJIZl8dglIuDt0uBISAEIiAwGOPPWYr8/CvI3yHUTL69u0boQVdIgTqA4HLL7/c/OY3vzHffvutJSlBUoTgIRECQqCxEPjTn/5kyVxIly5dzGmnnWaDQyRCoN4RoCrwZZddZiZMmGCn0qpVqwpRUYFP9f50NX4hIASEgBBIi8Ann3xiszriRKFyD7LuuuuaQw45xAbcSIRAMyKAYxGi4rXXXluZPrY+iIr8VJW7GVeF5iwEhIAQyBaBcePGWWKi279EEAskrY022ijbztSaECghApATzz33XEM1Ikd+8pOf2Hegc+fOJRyxhiQEhIAQEAJCQAg0EwKPPPKIJSaSsB7BLnTccccZqslJhECzIEBSe+LT+S1YsMBOe8CAATY+nR8+d4kQEAJCQAgIgWZCAFvu7bffbh599NHKtMeMGWM5A0OGDGkIKERQTPkY652g6EyfqkYogVRWdATHBUrgpptumhIl3S4EhIAQEAJuBL788kurYOA4njZtmv0TQUn777+//a200koCTAg0JAIzZ840Z599tiFDHLLeeuuZE044wRqfJEJACNQ3AhMnTjQXXHCBmTJlip3IPvvsY372s5/ZanMSIdBICJDc55prrjEPPPBAZVqcmwkyX3vttRtpqpqLEBACQkAICIFQBND9sG9ATvzhhx/s9aNGjbIOFNmUQ+HTBU2CwNy5c2320xtvvNG8//77dtZLLrmk1R9xOPbv379JkNA0hYAQEAJCIAsESAxx7733tvAvEdC55557mh//+Mdm4MCBWXSjNoRAXSFAdZZLLrnEvhdI69atLUnxwAMPNEsttVRdzUWDFQJCQAgIASEgBOofAfzmJK36xz/+YSfTo0cPc/jhhyuBd/0/Ws0gBQKff/65jU8nucjHH39sWyKWZKeddrIx6n369EnRum4VAkJACAgBIVBuBL744gvrU+fncAYYMfZc/Or9+vUr9wRijk4ExZiAeS9vFIKiM6+XX37ZOstvvvlm891339n/3LNnT6sEkr1l+eWXT4mYbhcCQkAINC8CfGPvuusuq2Q439jevXubPfbYw1av7dixY/OCo5k3FQJ33323JSp+8MEHdt4HHXSQNci2adOmqXDQZIVAIyBAsC0VE6kGjKy55pqWmKgs7Y3wdDWHagiQ7RQnihP4xLVkssKJssMOOwg8ISAEhIAQEAINjQBJ7rBtEGzjCJUSSbo0bNiwhp67JicE0iAwduxYS1R0vzskudhuu+2s/0UJXtKgq3uFgBAQAo2NANVXICb+/e9/r0wU/xJBLJAT5V9q7Oev2UVDAD8sRMX77rvP3kBSCN4RfiussEK0RnSVEBACQkAICAEhIAQSIvDwww9bu49DTOzSpYuNgzn44IMTtqjbhEBjIoBvgRj1Z555pjLBjTfe2Gy//fZmiy22aMxJa1ZCQAgIASHQlAg8//zz1qbL3vef//zHYtCrVy9rz+XXqVOnhsRFBMWUj7XRCIoOHDB1HaLi1KlTKyiNHDnSbLnllmarrbYSiSDl2tHtQkAINAcCM2bMMA8++KD9ub+nm2yyiSUm8j2VCIFmRGDBggWWpHjllVfa6Xfo0KFSRXTxxRdvRkg0ZyFQVwh8+umntoocP+cAfdJJJ5ljjz22ruahwQqBtAiQ2QpnI0l+PvvsM9tc586dbZIffiuvvHLaLnS/EBACQkAICIFSIEBiijvuuMM6UJwqcJzdcJ5g3xgwYEApxqlBCIF6QIDgeRJd3HnnnRUdknFDUuRHJVKJEBACQkAICAGqVd9zzz02iMWpMAEq+JVIkCT/ktaIEPBH4Omnn7ZExfHjx1cu2HXXXe3ZpdEy0msNCAEhIASEgBAQAsUjgI0HX+HkyZPtYEgeAikRciKVnSVCQAj4IzBp0iTrY+fnxJxA1Nhmm23sb+DAgYJOCAgBISAEhEDdIUDRFpJn8Xv77bcr428mzoAIiimXbaMSFN2wkN2Fg5STaY6/cXiCqMhv9OjRKVHU7UJACAiBxkJg/vz5lpD4wAMPGDIgOEJ2TjKi77777qZv376NNWnNRggkRIDscX/84x/NE088YVvA2ETVDX6tWrVK2KpuEwJCIC8EIGA5xMRvv/3WdkMA7XHHHae9LS/Q1W5dIPD9999XkvzgTHGEaqI4UHhPJEJACAgBISAE6hEBqvVgF6ZqoiME9UJK5Lf00kvX47Q0ZiFQGgQgKfIbN25cZUzLLbec2WyzzexvvfXWK81YNRAhIASEgBDIH4Hp06cbfPP83njjjUqH/fv3t6TEHXfc0XTt2jX/gagHIdAACDz33HPmuuuuM3fddVdlNuhXVFRcf/31G2CGmoIQEAJCQAgIASFQFAJff/21JSVSAOTDDz+0w+jZs6f5yU9+Yvbbbz+jpNxFPRn1W48IfP755+bWW2+1ejuJ3RzhHOyQFbGXSoSAEBACQkAIlBUBYsYcUqITB81Yu3XrZu25JLhfffXVyzr8zMclgmJKSJuBoOhAhCI4duxYm6nxqaeeqiBHdQinquLgwYNTIqrbhYAQEAL1icAPP/xQISUSvOdImzZtLCmR349+9KP6nJxGLQRqgACZbC+//HIzceJE2xv6hUNUXGSRRWowAnUhBIRANQSosH7ttddacuI333xjL916663NIYccYtZdd12BJwSEgAsBsrST6ZEKU460b9++4kBZZ511hJcQEAJCQAgIgVIjQDA8ThSq9VA50RH0P6qOKGFdqR+fBlenCMycOdMSFe+++27z1ltvVWax4oorms0339ySFQcNGlSns9OwhYAQEAJCoBoCZNX++9//bkmJ7mDMZZZZxvqWCGIZOnSoQBQCQiAhAmSrh6iIfRt/LoJexbvFb7HFFkvYsm4TAkJACAgBISAEmg2B119/3dpv+P3rX/+q6BWQEqnYLBECQiAdAq+88oolKvL7+OOPK42NGDHCbLrppvZH4nuJEBACQkAICIEyIABXwPmRwMKRHXbYwfBj32pGEUEx5VNvJoKiG6p3333XEhUhLL755puVP/Xp06dCVuzdu3dKdHW7EBACQqD8CEDYploiv3/+85+VAaNY4DgeM2aMrTorEQJCIBoCjz76qLnssssM5A6EbNAQFTHoSoSAEKg9Al999VWlYqJzkN5iiy0sMVGVPGr/PNRjfSFAVW3HgfLCCy9UBk9WLLI9oi/26tWrvial0QoBISAEhEDDIkCmbxwo999/vyEIwJE111zTOlD4rbDCCg07f01MCJQJAcgpvIv8ZsyYURlajx49DBW6N954Y7PBBhuUacgaixAQAkJACMREADL6448/bn+TJk2q3L3UUkvZpGD8IKdLhIAQyA6BTz75xJIU//KXv5h58+bZhqkID0mRCqV9+/bNrjO1JASEgBAQAkJACDQUAvj7ICVSodkR7DPEsUhvb6hHrcmUCIEHHnjA+tpJpuiWUaNGWT87716HDh1KNGINRQgIASEgBJoBAQqxkGgOv7qbM0CCOcen3uz7kwiKKd+EZiUoumF76aWXLFmRn1Oynr9jwCVzBT8FL6dcaLpdCAiB0iBABSkqvE2YMMH+6ziwGCAVpCAkQkxcbrnlSjNmDUQI1CMCZIymouI//vEPO/xll1224iQWmaMen6jGXG8IUDXnjjvusD+nYiJG3kMPPVSBsPX2MDXeUiBARlXHefnRRx9VxrT22mtXHCjdu3cvxVg1CCEgBISAEGgeBNiTnKyOzz77bGXiVOtxHCiqlt0860EzLScCBL5BVCQghwpbjnTs2NGSFZ1f27ZtyzkBjUoICAEhIAQqCPBNd0iJ06ZNq/x3klw6pET+XWSRRYSaEBACOSPwt7/9zdxyyy3mmWeeqfQ0bNgw64fadtttc+5dzQsBISAEhIAQEAL1gAA6O6RE/OUkJUXatWtndt99d7PbbruZ/v3718M0NEYhUPcIfP7559Y2SvEI/BlugSg8evRoA2mRBPgSISAEhIAQEAJZI7BgwQJr033iiScsMREOgSODBg0yW221lf2psNv/kBdBMeUqFEGxJYCPPfaYJSriMP/yyy8rf4QJ7JAV+ReSgUQICAEhUC8IkMnWISW6A/YYP5VjISTyoxqORAgIgWwRwMAEUdGdie5HP/qRzWbLvxIhIASyRQBdHieLQw6mdd41KiZuuOGG2Xam1oRAkyIACd8JMqdKqSODBw+2mR4hA6+00kpNio6mLQSEgBAQAnkjMHfuXOvEx4HiDsZdbLHFzJZbbmmD40m+JBECQqB8CGAbefTRR+1v8uTJlQFCZCEIh0SR66+/vlljjTXKN3iNSAgIASHQhAjMnj3b2tj4Pfnkk4bqbY506dLFbLLJJpXf4osv3oQIacpCoHgEqB4PUfHWW281//rXv+yAOnXqVCENE2gmEQJCQAgIASEgBJoHAargQITCj+f2l5PEDVIi5ETsqBIhIASKQQCyMO8oPypYuQVfOzZSfv369StmgOpVCAgBISAEGgIBkvw6pESIif/5z38q8xo4cKD1qUNKXHXVVRtivllPQgTFlIiKoBgMIGQeCIv8pkyZ0uLCddZZp0JYXHPNNVM+Bd0uBISAEMgWAZQJvmHO77333mvRwciRI42TgWe11VbLtnO1JgSEgC8CkINxEvNzpGfPnpaoyE/JD7RwhEByBN5///1KtcSPP/7YNrTUUkuZPfbYwzpZlP0xOba6UwhUQ+CHH36oOFBwojjVSrlnwIABFQfKWmutJSCFgBAQAkJACKRCYOrUqTarI7/nn3++0hakJpwnjhNFFdhSwaybhUBNEeC9dsiKbrIxg4D0AlGRH6TFlVdeuaZjU2dCQAgIgWZFgGBmh5DIv2+//XYLKAhYcUiJVGqTCAEhUB4EsMs5RMWXX365MjD8wCRx4dzUvXv38gxYIxECQkAICAEhIAQyRWDcuHEVYiL+O4QkIrvssoslJg4ZMiTT/tSYEBAC6REgCdBDDz1keH/5ffvtt5VGiSdzyIrDhw9P35laEAJCQAgIgYZH4I033qj40922ISY+dOhQW+CBpPN9+/ZteCzSTlAExZQIiqAYDcDp06dboiJZK/jXOchxd7du3SpkRZTBJZdcMlqjukoICAEhkCECH3zwQQtSImWZHenataslJDqkxKWXXjrDntWUEBACcRD49NNPK0RFd4DHDjvsYImKMgzHQVPXNjsCZPqhWiLVcxxZe+21LSkRcqIytzf7CtH8a4nAd999Z6gaDFERR4qbrEg1RRwoG220kSFRhkQICAEhIASEQBQECIp3SInTpk2r3LLooota5wkBtvxITCERAkKgvhGgMuqECRNsda6nnnrKkITGLb17964QFiEtdujQob4nrNELASEgBEqEAIn10Lv498UXX2wxMvSsDTfc0OD/5l9VcCjRg9NQhEAVBKiqePfdd5uxY8caKqE6ArFY5ygtHSEgBISAEBACjYMAe75TLRHbiiP448aMGWO2335706ZNm8aZsGYiBBoYAciJJHNzyIpUvnKE93iDDTYw6PP8q2pXDbwQNDUhIASEQAwEKOJAAtCnn37a/jtnzpzK3cRMQkgk2Rz/wiGQREdABMXoWPleKYJifAD//e9/V4iKEBZnzZrVohEqRVBh0fl16tQpfie6QwgIASEQggDBeTiLnZ83cGfQoEEVQiLfI4kQEALlQ+CRRx6xZEWMxo4QdEewLT9VfSvfM9OIikfghRdesIREfu7gCrI/QkxU9vbin5FGIAS+//77ivMER4r7zExCH0iKjgNFmdu1XoSAEBACQsBBAIe740CZOHGimT9/fgUcqqnhPHF+qpSodSMEGhsBqitCVHQIi59//nmLCZOYhsqKTpVFiMsSISAEhIAQiIbAm2++acmITqVEd4IhWiDYEUIiP76zEiEgBOobAWxzkBX5/ec//6lMxglQ49/27dvX9yQ1eiEgBISAEBACTYQApET2d34U3HCE2BJIifzke2uiBaGpNiwCzz//vH3PKabz2muvtZjnyiuv3IKw2LFjx4bFQRMTAkJACAiB/yFAcTXHl86/VEx0C/sDiSocf/piiy0m+BIiIIJiQuCc20RQTAmgMebVV1+tVFd87rnnFmpw9dVXb0FYXGGFFdJ3qhaEgBBoOgRwGrsJiWQ/cAuHTTLYOpUS9a1puiWiCdcxAu+++665+eabze23324+/PDDykxWW221ClkRfUIiBJoVgZdffrlCSnQT8vv06WMgJlItkaB1iRAQAuVEYNKkSRXCIo5Tt/AeuzM+inBSzmeoUQkBISAE8kCA4Fi3E2Xy5Mktuunbt2/FgcJeIRECQqB5ESBRjUNW5F+3tG7d2hJoSNZG8siBAwcqyL55l4pmLgSEgAcBglbwY/PjPA4x0etbWmONNVpUSSSxkEQICIHGQ+Drr7+uVFWkcrVb8C1DVOSn4ObGe/aakRAQAkJACNQ/AvjZnMpqxJY4svzyy5ttt93WkhKVuL7+n7NmIASCECC5Izo8iR35uStkcQ820XXXXdf+hgwZItuolpIQEAJCoEEQwLaLf4wfxHX+pciaI0sssYQZMWKE/ZEoHt+6JBsERFBMiaMIiikB9NxOlklIijh4+JffggULWlzVs2fPFoRF/r9ECAgBIeBF4KWXXmpBSPRmCsfQNHToUPsjY/iaa64pEIWAEGgABDAmUVGRnztYhEARp7LiKqus0gAz1RSEQHUEXn/99QopccaMGZWLe/ToYbbeemuz1VZbydGiRSQE6hCB9957r+JAwZHi1XEhoPDDgSJnah0fpZffAAAgAElEQVQ+YA1ZCAgBIRCCAJl+caBQsQdy4rffflu5A5I6zhPHkULCFokQEAJCwIsAzld3dUVIN15ZddVVK2RFAnT69esnIIWAEBACTYHArFmzLBHRTUr87rvvWsx9pZVWqhASqZKoZJdNsTQ0SSHQAgECmh966CH7e/zxx1v8bdSoUTZRDBn3u3btKuSEgBAQAkJACAiBghAg5nT8+PGWmOhO4LviiiuaLbbYwmy55Za26rlECAiB5kOAc79DVvQmHwGNtdZaq0JWxOfeoUOH5gNJMxYCQkAI1CECEBIdIqLzr5eDhM/L8aXz76KLLlqHMy3/kEVQTPmMRFBMCWCE2x2iokNa/OKLL1rcheOHwEsUQ8gH/JZeeukILesSISAEGgUBKqZRIZEfVaKolAjh2S2QmR1CIv8SaCMRAkKgsRF47LHHzP3332/JivPnz69MloMGmWyHDRtm9QeJEGgUBMj0Q6DpI488Yt5+++3KtHC0QEiEmAgpXyIEhEDjIMB52cn4yP92C0QVd7ZHERYb57lrJkJACDQPAg4h0cns6LWLrr322i2cKM2DjGYqBIRAVgjMnTvXEp5J9kZFAf71knGoBkZlRewpTpXFLl26ZDUEtSMEhIAQKAQBfEhuIiL/m6oKXiFzNlVm+eFbWn311QsZrzoVAkKgnAh88sknFbLiuHHjWgzSOa+RSAYdSiIEhIAQEAJCQAjkhwAJPSEc4TPj544P6d69uyUl8iPJp0QICAEh4CAAcYWEkO4fBBe3UPSC2DLHNtqnTx8BKASEgBAQAiVAYPbs2QZfOnZd/oU34E7uyxD79+9vYyXXX399+5NvqzYPTgTFlDiLoJgSwAS38yFxV1h0V0dymuvdu3eFrOiQFpXJIgHYukUIlBABMls5ZETnX5w/XsFp7CYkrrzyyiWcjYYkBIRArRB4+OGHK5UVv/zyy0q3HDogKpIdj391CKnVE1E/WSDAnkggKT+Iie61vdxyy1UqJW644YZZdKc2hIAQKDkCOF9xuvJNwIkyZcqUFiNu06aNGTJkiCUtDh482DpR+G8SISAEhIAQKAcC//nPf6wDBXIQWR35ufU7RonNE+cJZxeyOqLzSYSAEBACWSJAAI6brMj/njFjxkJdENznkBWd4Bxlms3ySagtISAEskZg+vTpleqIVEt44403FuqiU6dO9rwMGdH5V/7lrJ+E2hMCjYvAp59+asmKJBCkYpM7Sz9JtyEqOlXvl1hiicYFQjMTAkJACAgBIVAjBEjY6xAS8Yu5ZbXVVrNVjSElEjsmEQJCQAhEQQBii5ew+P3337e4tX379hWyokNc7Ny5c5TmdY0QEAJCQAj8X3t3/iNHcbABeIzvC2MMGGyMHTsQAYmUkCgoSn6I8o8nkRJ9SkIOAYHYBOQDBxxjY3xi4+PTO1Gtant7jnbvMcdTUqt7jp7pebp3p6er3qqnFKg7myuhxAxs1CwJJJYwYub+Pz8leM/VBBR7Agoo9gRch9XPnTs3yEgR+YdTpmYPv3mbkydPrgktpqJJIUBgdgXOnz+/JoxY93JVtvzIkSPDnmoypTfvXFwSMprd/WrLCGy1QEZU/N3vfje8WH3hwoVVm5Oer0pYMT9SFAKzJJCLoQkillBiPUpitjM9uKeBw29+85vBr3/961nadNtCgMAWCFy5cmVVBUozsJhNSoc+pUF5zqVTYasQIECAwOYIJPBTenQso/c0e+Y9c+bMqkqUV199dXM2zrsQIECgEkgnkc3Q4u3bt1cZbd++fZAO43I+md+mmWdyjdahRIDAZgvcvXt3kLrjTGfPnl1ZvnHjxppNSX1SHUY0CsJm7y3vR2BxBdJeJSHF3/72t8P5xYsXVz5szpvS4Uw6nkk9lJFZF/c48MkIECBAYH0F7ty5s1Lv9Yc//GGQTkjqUurJU1f++uuvr++bezUCBJZSIG103nvvveG10X/84x/D+eeff77GIm3TS1ixzHfs2LGUZj40AQIE1kMg13ZLEDH16BnMqFnSsVyu7Wb68Y9/PPjpT386SJZA2XoBAcWe+0BAsSfgBq1egooffvjhSmjx/v37a94tjXrKCIupLE+jn1OnTm3QVnlZAgRGCaTCOBeOMn388ccrocSbN2+uWSWjA5QwYoJEWU6P3QoBAgSeRiCNVEqvepnXPdru27dvWEGcKT1mv/nmm0/zFtYh0EsgPbr/9a9/XRklse6dLT2zlV6XM89FT4UAAQKjBNKwvPT4+Le//W04ckSzHDx4cKXypAQXNSp3TBEgQKC/QDpbaoYR2zpgynXKVKKUnh0FEvvbewUCBDZGICOPpUFOCS62dYaRd07vtHVgsQQXd+3atTEb5lUJEFgqgXT4UMKIZZ6OL9vKsWPHVoURc861Z8+epfLyYQkQ2DqB/B4sYcV0vl2XjK5Y9+7/8ssvb92GemcCBAgQIDBjAqknT93W//3f/w3+8pe/rNq6XHNIGLFMqeNSCBAgsNECGbGrhBXLPAHqumzbtm3YSXAdWjx9+vRGb5rXJ0CAwFwKpC1TCSOW+a1bt9Z8lnQ2lyBiCSXqgH12d7eAYs99I6DYE3ATV096Ov+46tBiQlHNkp4rElTMCWGZyu3du3dv4hZ7KwKLJ3Dt2rWVIGLCiJ9++unw9uXLl1s/bCpkmmHE48ePLx6MT0SAwEwIJPhVhxXT2K4uBw4cGI7Smh86mbKcnlgUAuslcPXq1WFgKBcxM2W5Ds3mfdLbTwklGuVzveS9DoHlFMj/l9KovFSe1L25F5UTJ06sqkBJZcrOnTuXE82nJkCAwBQCGQWx7tExy83evPMyueZRenQsFSn79++f4h08hQABArMnkMrihBTT+VymsvzNN9+0bmxGKSthxTLqolD27O1XW0RgVgTSsUNzRMTcvnfv3ppNzMhk6WguU0Z2LcsCP7OyN20HAQJpePf73/9+kJGfMqWBc13yvyvX/n/xi18M58LUjhkCBAgQWCaBf//73yudbSaUePv27VUf/9133x386le/Go5GnGWFAAECsyCQtul1vXuzvVm28fDhw4O33357OMJrroeWuTbps7AHbQMBApslkMzAJ598MrzWm3nqky5durTm7TNoUQkjlrn/l5u1l/q/j4BiT0MBxZ6AW7x6Rk0qocXyz65tCO6ymfmH1xZcfO6557b4k3h7ArMlkL+jMiJiHUS8fv1664YmGJwfXWmYksriMjKiCuPZ2q+2hsCyCSQ8ncDiH//4x0FGmkqP3M2Si0YlrJh5/o8pBKYVyEXKEkTMvK2H94w0kVBiKloSTDxy5Mi0L+95BAgQ6Czw5ZdfrvT4WCpRmpW/edHS22PCiqVhec7pFQIECCyjQBmtpw4lPnz4cBVFGpTWPTpmOQFwhQABAosukIrlOrCY5dTLtJWMdJBzy1xbOXny5KrJiIuLfqT4fAT+J5C6pQsXLqxMuR6b/xn5rdpWEmyuQ4hlmScBAgTmSSD1BCWsmHkzfJ0ObX72s58N6wkyNzrUPO1d20qAAAECkwRyvp9REjO99957a879U1f+y1/+chhITH15OpVWCBAgMOsCGVGxdBCcOvcsNzsmKZ8h7dHrwGLa0H7ve9+b9Y9o+wgQIDBW4MqVK6uCiCWjc//+/TXr5TpHM4woOzDfB5iAYs/9J6DYE3AGV8/JYXrjSTI783o5Iyu1lRdeeGE46mIqzVMZlhHeyvTSSy/N4Ke0SQT6CaShXYI7ZUqlcZZLKLGt19q847PPPjtsYFLCiGWevx+FAAECsy6QhjC5MJ6wYrlI3mx4nB6vMrJiwtYlsCG0OOt7duO379GjR8Oef8qUBgcZHTHnnXXJiDnvvPPOsKFBmXJMKQQIENhKgTQiLxUnmX/44Yetm9Ps7THfg8I3W7nnvDcBAustkMrj0qNjqUTJPOd6zZKGM/XoiAl0KwQIECDwP4HvvvuudbTFVFiPKql3aYYWy+2MlqYQIDA/Al988cWqEGIdSHzw4EHrB8k1s7ZREXUgOz/73ZYSIDC9QDrNLIHFBDWaJR39lrBi5jo1nN7WMwkQIEBg6wVSx1TCiJlfu3Zt1UalnWWCiGVSz7T1+8wWECCwPgJpX5u2Qv/6179WTU+ePFnzBnv37l0z0mLq4l988cX12RivQoAAgXUSSNvHekTE0jZy1GBGGSgsnczVU677KoslIKDYc38KKPYEnKPVcyLYFlpMgLFtRIny0TKkbB1YbC47aZyjg2CJNjWN6+oAYnM5FcjjSnovqIOIZfmVV15ZIkUflQCBRRfIuUEJKpbQYv5fNsvOnTtXwooltJi5TgwW8wjJMVCHEcty26dNr2dpQFBCiRquL+Yx4VMRWDSBu3fvrvT4mLB1KlHyW7mtpCfbElyse34Uvl60o8LnIbBYArdu3Vo5n6sDid98803rB805XSpRci5XQomHDh1aLBSfhgABApsgcPXq1eFoi6lzyahp9dTWUKdsUiq0R4UXt23btglb7i0IEGgKJHBcBw/r5W+//XYkWOqQcm5VT2mgYuQAxxgBAssqkHYof/7znwd/+tOfhlOWm+dF6SAn9QzpPDOT/5nLerT43AQIEJg9gXRun3qkTOkAM8H7XHutSzokevfddwc///nPh/N8rykECBBYFoG00W0GFnM7Yca2koF06jr3LOfaqA6cluWI8TkJbJ1ArulevHhxWH9Td+Sb+9pK2gQ1g4i5nUGOlMUXEFDsuY8FFHsCLsjqOSHMP93z588PTw4vXbq0Mn311VdjP+WePXvWBBiPHTs2yMlkwouZMnytQmA9BXJcpsFH5v/973/XhBFHDSlftiENO9JLVT3lolGGnE8Y0Y+e9dxbXosAgXkSyDlAwoq5YJRGdZmnAc6oC0d1aCMXjfJ/VZh7PvZ4Od/L/i0hxDRgH9VwPd+PaVBVfnynwcDRo0fn48PaSgIECEwQyCgXpfKkfP/ldkYfbivp0KQtuJhQv0KAAIHNEkijzroCpSyPq/gt53L1ed2+ffs2a5O9DwECBJZSIP+vm4HFcjt1MqNKrmEnuJhOI3OtJVPOQ+u5/+FLeUj50D0F0ngunVjm917bPNfK0nP2qJJO25ohxHI7IyUqBAgQIDBaINfgSlCxzO/fv79qhYyoWMKK6Ugny/6/OqoIECBAYDMEPvvss5VA4vvvvz/45z//ueZt066shBETSBSs34w94z0IEJg3gRs3brQGF0e1R0oQqO7ErSxnruPgedv7tpfA1gmkc4kEDnN9t8zL8qhBjdLGpw4iprOJ3E69jLK8AgKKPfe9gGJPwCVYPaNL1IHFslyCjNeuXZuokBBjCSuW4GJznsdz3/bt2ye+nicspkCOtTp4WAKImdfLec7jx48nIiRw2Awh5na5X+/TEwk9gQABAkOB9AJYBxbLci4otZVdu3at/P9t+1+8d+9espsgkP3W7HiiPqcb9V2ac7LSYL1uuJ7zOYUAAQLLJpDfu3WvjyW8OKqxasLcp06dWlOB4uLlsh05Pi+B9RVI4/m2ypQEEtvO6Xbv3r2mR8ec1+lcYn33i1cjQIDAegg8fPhwZHgxv+EnlXS0V0KLbQHGPKYTjUmKHl80gXRqOS6AmNERJ5WEY0roMA2Q60CiTlkn6XmcAAEC3QQSVMyIVOk8M1Nbh2H5TZugYgks5hqcQoAAAQIE+gjcvHlz8MEHHwwDiQkjZn79+vU1L/mTn/xk8M477wynBBPT/kEhQIAAgacTyPXOuu49nainI7eMvD6q5PpnOnGrQ4u5nUl48en2g7UIzLNAQogJHdYhxFKPPqoD8nzeHTt2DK/xnjlzZk0gcZ49bPvGCAgo9nQVUOwJaPXhyWEztJjR61IBWKZxJ5BNwlT61aMvPv/888MhcTMdOnSodS7UOHsHYoZDzsWc9HqSeb1c7muGEbseJ+mltkxtAZhnnnlm9mBsEQECBBZIIOG3cuHo7NmzKz/+8v0/ruR/dwmQp6Fc3WlBljMdOHBggaTW/6Pke7X+Hi3LaXxVzsvaKlDqLUlYplzAq0fSyf5RCBAgQGC8QEa6qStPspzvwlEl4f1RFSfCi442AgQikAqTtt4cc18qWkaVVKKUnhzLOV1GeFUIECBAYP4FMppQGuikvuXy5cvDeXPKdfhJJR0RNUdgTD1MptS/lGX1LJMkPb7VAuksLZ3IZMp1r8xzDtUcCTHB30nl2LFjg0z5PVaWyzydzqTxm0KAAAECWyOQ38ElrPj3v/99uJwRqeuSUaTffvvt4fTWW28N50KLW7O/vCsBAgTmQSB16xkNMdNHH300nKeep1ny27mEETNPODGdwSkECBAgsLEC6Uwq/5dzLbQ5T+fso0rak9d18GU5bYlzTVQhQGA+BZIxSF1IcxTEXC8Y1/lcOmtMCDHXd8u8LOf/g0JgWgEBxWmlRjxPQLEnoNWnEsjoEiWsmJHw6vBic7l5cXmaN0iIYVKIsYQbM2pTpowC1JwbUW8wSMVtGjWk8Vtznv04KXRYwodpPNG1ZJ/UocNxyxpLdNX1fAIECGyeQL4v2n4glt5rvvvuu4kbk8rltuBiuS/f+/n+r6d5/W6IR0L69ZTv04QO20KIuW+a79kYlgBi84JcbicsoxAgQIDA+gnk/3mCim2VJ+N6asv/47YeH3OfnnjXb/94JQKzIJDOJNrOk3PfuBBiKlHripRSofLGG28Mcs6nECBAgMDyCuQaQQktjgoxto222yaWQFYzuFgHGOvlXJdRCPQVyPlPCRrWocNRy48ePZrqLXPu1Awd1rcTSlQfOBWlJxEgQGAmBHLNrQQVE1bMCFf5Hd0sQoszsbtsBAECBLZcYNowYupmMjJvPUJi6mUUAgQIEJgtgbQvHxVezP/8USVBpXSaX6aE0OvbWc61UIUAgc0VSPvI1JmXjueaHdDldtqejio5h2urN0/9uXO5zd2Xi/xuAoo9966AYk9Aq6+7QDOwmMrJNNJPz6iZty1PW8E+aWMTkCvBxbYQY/O+PDdhiEwZra8s1/Mu9+e5qWBtTvl8T3N/woZtQcNx900TGpnkmMfTg1QaNCQYWubN5VQSZypBxDyuECBAgMDiC6TBXAkr5kdl3XlBWb57925niFQ+N0OLzdv5kbpjx47OUzYm36tdpwQJS/AwvXo1g4i5Pc1oB02MgwcPDr8/6+/RMiJCwoeZjh492tnQCgQIECCwMQK5gNrW42PuGxdeTMVJ/qcnqJhKkraKk/wuVQgQ2HqBXE+pR++pK1Uy8njOf8ed9+VcLhUnbb06ul6y9fvXFhAgQGCeBdpGXiydItXzLp1H5jy1OQLj4cOHB7le0TYl0FjuTz2IslgCpXPLXPsaNaWOrxlGHNfQpE0odU3pvCxTjr/M8zupGT40wsliHV8+DQECBNoEcg7zwQcfDN5///3hPNOo0OIPfvCDQTr4ybxMOS9RCBAgQGD+BVLHcu7cucHZs2eHU5bbvg9KGPFHP/rRoEw//OEP5x/AJyBAgMCSC6SNWVt48dKlS4N0gDWp5BrSpBBjrnkqBAhMJ5D2nm3hw7oOfdyoqOVd8ps913yb9ea5feLEiek2xrMI9BAQUOyBl1UFFHsCWn0mBMqofpOCjHk84bxRU5cK+Jn44BuwEQlXJuBRRpqs5/v3718VOBwVPMz9GsluwM7xkgQIEFgigQT3mqMvl/Bi5vnubzZ4Wq8OCzabOYHJ/LBOmLI01ksj9DqA2AwiGilns/eS9yNAgMDGCeQibR1erJdz8XZSyUg243p+zGNGzZ2k6HEC4wXSadSo8GG5P40jJ5Wc37VVpKSXRyNRTdLzOAECBAhstEAa7bQFF9vun6YRwajtTT3DNEHG+jmlc8nM03Co3BZ2fPqjIh0npGOtzMtUOtqqr7m1XYNbr2ty2Y8lcFiHDkfdl2CsQoAAAQIERgnkPKYOLI4KLWb9dAZWBxYTYDx9+jRcAgQIEJhRgfwuqUOIZTnt/5pFGHFGd6LNIkCAwCYL5DpXs+O21L3X93399dcTtyrtp+u6+Fy3Sv18proDt9x27WoipyfMqUDqCNL5XOmArl6uR0BMRmNSSf1AwofpnLt0PFcv5z715pMUPb7RAgKKPYUFFHsCWn2hBEYFF9NgtO2xVNq2jWz4tPclWNE2CmOf+0aFDXPi3PaYhqsLdUj7MAQIEFgqgfS6XjeQSsix2WDqwYMHq0ZBzEg39aiIo24HMheS6tEXx90uj6XRXN2grg4hlvvznawQIECAAIE2gfwOTWAxvTymsqRZaZL78t01qZSRRdpGYUwIPhUmeo6fpOjxRRXIOWQqUdKQcVSPjleuXJn48XPtZlQlyvHjx4fBRH9nExk9gQABAgTmRCANfJphxjToSaPRcVOu06xnB1O5/jIqvNgMM7bdTn1IQo6lDqYsd72v7fnbtm1bqT/KZ069UZnXy9M81nx+fgPUocJmyHCa2+t5qOV6VxqNNKec+5T72kY/dG60nnvBaxEgQIBAm0B+73/88ceDjz76aDgvU85lmiXnCq+//vrgzJkzq6Z0KqQQIECAwOYI5Pfkp59+umb6/PPPWzcg113ffPPNlemtt94aBtAVAgQIECAwjUDahZfAYrMevtyeJnBV3ivXwdqCi/V99XKuHyoEtkIg51xtocNRQcRpB3/K7+pSX94MIZbbRiXdij3uPbsKCCh2FWs8X0CxJ6DVCRAgQIAAAQIECBAgQIAAAQJbJJARh9uCi/V9adA8qSRU3+ztsa0CpfQEmYvLCoFZFEiHFNNWqOR5acA/TakrU9oqVBIAVggQIECAAIHJAqUzqUlhxvJ4np/v63TeUQfvcns9w46Tt3yxnlGCnek4qw55jgobtgUQy31GslysY8OnIUCAwDIInDt3blVgMQHGUeGXdGjQDC2W2xoUL8PR4jMSILARArku2xZEHNVRXH6z1EHEspw6DIUAAQIECGykQDrHr0ddLJ225bssy2We5Wnq5OttbQsu1p3gZ1lH+Bu5d+f7tVMn3jZ4Q3Mwh3Qs2Bz5cJpOsGudtBHJlI6xm/PUkZd69DymEFgEAQHFnntRQLEnoNUJECBAgAABAgQIECBAgAABAjMs8OWXX47s/fHq1avDipNcvO5S9u/f39oDZAkwlgqVuuJEw+Uuwp5bBOpKlFSeNCtQShixzPP8LmXfvn0rFSnNEGIdRNTosIuq5xIgQIAAgc0RSCOMUeHFOsw46jlZPw2HmqMbrsft9CpdRmbMvB5lse/t5siRzZBhfXvUY5uzh7wLAQIECBCYH4EbN24MElz85JNPVuZZHhVczHWC06dPD1577bXBiRMnhvN6yve9QoAAgWUWyHXcixcvDqdLly6tLF+4cGFYJ9FW8vslo9m+8cYbw3mZvv/97y8zpc9OgAABAnMikCBYHVhshhjrx/I9+bRlx44dgzrI2BZiLI83H0u9aOmsLB0YK5svkHDg/fv3V65rNwOFuT1N8DCv8bQlHc+1hQ1HhRC183haaevNq4CAYs89J6DYE9DqBAgQIECAAAECBAgQIECAAIE5F8gINKMqSdoqUp7mgndCjc1eH6epPKkrTuaceek2/86dO4O2SpVpKlZKxUtXtDTYH1ehUj+W5VTEKQQIECBAgAABAgQIECBAgACBNoFcn2iGFhNkPH/+/FiwOrTYDDAmgKMQIEBgEQTSOWIzgFhCiTdv3hz5EdMovg4glkDiyZMnF4HFZyBAgAABAhMF0rlZ22iM+f5MPWrmzeVyO/X661HS6UpCigkslvk0y5Oem7ra0lnbqHndgduk5+bxaTqSrTude/z48apO6breLp3apeO7EiYctTzp8Xq9PLfrSJuj9vWuXbuGbS9yXlWm+nZZLh1L13XkWVchQGC0gIBiz6NDQLEnoNUJECBAgAABAgQIECBAgAABAksmkIqRVJqM6wUyPT/WlSe58N+npOKhHpExy2VEmLaKkEmVI6MqWJahh/vsi2kqVLo8J5Vhzd4c++7zHC91hUoqUNrCh/V9hw4d6nOYWZcAAQIECBAgQIAAAQIECBAgMFEgDUs/++yzYVCxOSWcM64cPXp01WiLdYDRdY2J9J5AgMAmC4wKIOb+XD8eVXJd99SpU6umBBBz37Fjxzb5U3g7AgQIECCwOAIZga8twDgp2Jh10rlsvr9LHfC8qCSkWAcZ026gGTqcl8+SAGcZxTJtHUYFDHP/uABiXkMhQGBjBAQUe7oKKPYEtDoBAgQIECBAgAABAgQIECBAgMBEgVIpMk3lSFvvkFlvM0qpFCgBx1LZ0bUnxzx/2nVSgdKsRHmaXh7HrVN6b8z8wYMHm0E5yKiZbT02NitUxlWubMqGehMCBAgQIECAAAECBAgQIECAwDoJ5PpMW3DxwoULw/vToHhUOXz48Krw4muvvTZ4+eWXh1OCjUZfXKed5GUIEFgRSEeEGQkx0+XLl4cjItbTuE7oXnzxxUEJHZYwYrmdTuUUAgQIECBAYHYFMopjCSumI9qyPGo+6Tnl8fzeKfXedd31tMttz8u2Tip1vfy45S7PK0HCzEvHyfV90zzeXG8ZOkuetK88TmDWBQQUe+4hAcWegFYnQIAAAQIECBAgQIAAAQIECBDYcIFUZNThxoQYp60IaatIGbVuKj0WvSR02aw8GVepMuqx5v3NHh5VsCz6keTzESBAgAABAgQIECBAgAABAl0FLl26tBJgLKHFEmjMiCbjynPPPbcqsFiHF0uI8cCBA103yfMJEFhQgStXrgyDh2XetjwuNB2W48ePD0c9bAsi5nqwQoAAAQIECBDYaIFmR78JLDY7C97obfD6BAgsj4CAYs99LaDYE9DqBAgQIECAAAECBAgQIECAAAECCyOQ0QXrQGOf3hyz7rj1y2NllMZ6tMYuvTe2jfLYXL+MCJlgYpYVAgQIECBAgAABAgQIECBAgACB2RJIiKgZWvziiy8GZcp1q0nl4MGDYwV/D7MAABUNSURBVEOMCTIKFU1S9DiB2RZII/0y6uG48OG40Q/LJzxy5MjglVdeGU6vvvrqmiCia8mzfSzYOgIECBAgQIAAAQIE1ldAQLGnp4BiT0CrEyBAgAABAgQIECBAgAABAgQIECBAgAABAgQIECBAgAABAgQIECBAYAMFvvrqq2FY8T//+c9KaLGEF8t99+7dm7gF+/fvHxw9enRVkDG3n3/++VXT4cOHJ76WJxAgsH4C6Tjv+vXrq6b83dcjHyaQmGma8tJLL62ED0sI8dixY6vuS4d2CgECBAgQIECAAAECBAj8T0BAseeRIKDYE9DqBAgQIECAAAECBAgQIECAAAECBAgQIECAAAECBAgQIECAAAECBAgQ2GKBr7/+eiW8OCrIePv27am28plnnlkJLCas2Awwtt2e6oU9icCSCCQw3Awc5nb+Ttvuv3PnztQyJXA4KniY+3fu3Dn163kiAQIECBAgQIAAAQIECAgo9j4GBBR7E3oBAgQIECBAgAABAgQIECBAgAABAgQIECBAgAABAgQIECBAgAABAgQIzLzAzZs3V43AmCBjRmS7du3aypRR227cuNHps2zbtq01xNgWbsx9Bw8eHOzevbvTe3gyga0SePLkyeDWrVvDqS1c2Hbf3bt3O21u/h6OHDmyanrhhRcGzVEPEz5MgFghQIAAAQIECBAgQIAAgfUVMIJiT08BxZ6AVidAgAABAgQIECBAgAABAgQIECBAgAABAgQIECBAgAABAgQIECBAgMACCTx69GgYWExYsQ4vNpfL4xkVrmvJCG8JKmY6cODAqnnbfeU59WP79u3r+raev2QCDx8+HAYLM3po23ya+6YdebSm3bNnz5rAYR1ATPiwvp3jWiFAgAABAgQIECBAgACBrRMQUOxpL6DYE9DqBAgQIECAAAECBAgQIECAAAECBAgQIECAAAECBAgQIECAAAECBAgQWGKBx48fTww01mHGhMLu37/fW2z79u1ThRv37t07SGAso9RNOzdKXe/d0+kFHjx4MDwmvv3221XztvvKc0rocFwA8d69e522o+3JGSE0AcJnn312bOiwBA4TPkygViFAgAABAgQIECBAgACB+REQUOy5rwQUewJanQABAgQIECBAgAABAgQIECBAgAABAgQIECBAgAABAgQIECBAgAABAgQ6CSSQdvPmzeGodmVeL0/z2N27dzu9Z5cn79q1qzXQOG3IMesn5JgQZT1vu6/5nFG3p1n3yZMngwRGMwrm08yfZp2MUpgg4bgwYTN4WG6XdfK+G1F27NixEi4sI3YmaNh1eSO2zWsSIECAAAECBAgQIECAwOwICCj23BcCij0BrU6AAAECBAgQIECAAAECBAgQIECAAAECBAgQIECAAAECBAgQIECAAAECmy6QEN64cGMJPCbImEDcuKkE5cpzNiowt+lIc/KGCXRmdMtppwRFpwkZ7tu3b04EbCYBAgQIECBAgAABAgQIbKWAgGJPfQHFnoBWJ0CAAAECBAgQIECAAAECBAgQIECAAAECBAgQIECAAAECBAgQIECAAIGFEsgIj5NCjeMez/plNMK20Qzr+9bz8Yyy2BxpsW1Exvq+9Xh82mDhqOdlmxUCBAgQIECAAAECBAgQILBVAgKKPeUF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LHnbhNQ7AlodQIECBAgQIAAAQIECBAgQIAAAQIECBAgQIAAAQIECBAgQIAAAQIECBAgQIAAAQIECBAgQIAAAQIECBCYSwEBxZ67TUCxJ6DVCRAgQIAAAQIECBAgQIAAAQIECBAgQIAAAQIECBAgQIAAAQIECBAgQIAAAQIECBAgQIAAAQIECBAgQGAuBQQUe+42AcWegFYnQIAAAQIECBAgQIAAAQIECBAgQIAAAQIECBAgQIAAAQIECBAgQIAAAQIECBAgQIAAAQIECBAgQIAAgbkUEFDsudsEFHsCWp0AAQIECBAgQIAAAQIECBAgQIAAAQIECBAgQIAAAQIECBAgQIAAAQIECBAgQIAAAQIECBAgQIAAAQIE5lJAQHEud5uNJkCAAAECBAgQIECAAAECBAgQIECAAAECBAgQIECAAAECBAgQIECAAAECBAgQIECAAAECBAgQIECAAAECBMYJbMNDgAABAgQIECBAgAABAgQIECBAgAABAgQIECBAgAABAgQIECBAgAABAgQIECBAgAABAgQIECBAgAABAgQIEOgqIKDYVczzCRAgQIAAAQIECBAgQIAAAQIECBAgQIAAAQIECBAgQIAAAQIECBAgQIAAAQIECBAgQIAAAQIECBAgQIAAgYGAoo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wgoNiZzAoECBAgQIAAAQIECBAgQIAAAQIECBAgQIAAAQIECBAgQIAAAQIECBAgQIAAAQIECBAgQIAAAQIECBAgQICAgKJjgAABAgQIECBAgAABAgQIECBAgAABAgQIECBAgAABAgQIECBAgAABAgQIECBAgAABAgQIECBAgAABAgQIEOgsIKDYmcwKBAgQIECAAAECBAgQIECAAAECBAgQIECAAAECBAgQIECAAAECBAgQIECAAAECBAgQIECAAAECBAgQIECAgICiY4AAAQIECBAgQIAAAQIECBAgQIAAAQIECBAgQIAAAQIECBAgQIAAAQIECBAgQIAAAQIECBAgQIAAAQIECBDoLCCg2JnMCgQIECBAgAABAgQIECBAgAABAgQIECBAgAABAgQIECBAgAABAgQIECBAgAABAgQIECBAgAABAgQIECBAgICAomOAAAECBAgQIECAAAECBAgQIECAAAECBAgQIECAAAECBAgQIECAAAECBAgQIECAAAECBAgQIECAAAECBAgQ6Czw/xU6CO/WjaVCAAAAAElFTkSuQmCC"/>
          <p:cNvSpPr>
            <a:spLocks noChangeAspect="1" noChangeArrowheads="1"/>
          </p:cNvSpPr>
          <p:nvPr/>
        </p:nvSpPr>
        <p:spPr bwMode="auto">
          <a:xfrm>
            <a:off x="854528" y="1891305"/>
            <a:ext cx="8629650" cy="1914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a:stretch>
            <a:fillRect/>
          </a:stretch>
        </p:blipFill>
        <p:spPr>
          <a:xfrm>
            <a:off x="6022434" y="241376"/>
            <a:ext cx="5112790" cy="6159423"/>
          </a:xfrm>
          <a:prstGeom prst="rect">
            <a:avLst/>
          </a:prstGeom>
        </p:spPr>
      </p:pic>
    </p:spTree>
    <p:extLst>
      <p:ext uri="{BB962C8B-B14F-4D97-AF65-F5344CB8AC3E}">
        <p14:creationId xmlns:p14="http://schemas.microsoft.com/office/powerpoint/2010/main" val="1720225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91797" y="419163"/>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4057642" y="602049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5" name="Picture 4"/>
          <p:cNvPicPr>
            <a:picLocks noChangeAspect="1"/>
          </p:cNvPicPr>
          <p:nvPr/>
        </p:nvPicPr>
        <p:blipFill>
          <a:blip r:embed="rId2"/>
          <a:stretch>
            <a:fillRect/>
          </a:stretch>
        </p:blipFill>
        <p:spPr>
          <a:xfrm>
            <a:off x="2624063" y="3540034"/>
            <a:ext cx="6537170" cy="2090009"/>
          </a:xfrm>
          <a:prstGeom prst="rect">
            <a:avLst/>
          </a:prstGeom>
        </p:spPr>
      </p:pic>
    </p:spTree>
    <p:extLst>
      <p:ext uri="{BB962C8B-B14F-4D97-AF65-F5344CB8AC3E}">
        <p14:creationId xmlns:p14="http://schemas.microsoft.com/office/powerpoint/2010/main" val="1427746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solidFill>
                  <a:schemeClr val="tx1"/>
                </a:solidFill>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783771" y="1470197"/>
            <a:ext cx="10554789"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1684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4334735" y="622274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4" name="Picture 3"/>
          <p:cNvPicPr>
            <a:picLocks noChangeAspect="1"/>
          </p:cNvPicPr>
          <p:nvPr/>
        </p:nvPicPr>
        <p:blipFill>
          <a:blip r:embed="rId2"/>
          <a:stretch>
            <a:fillRect/>
          </a:stretch>
        </p:blipFill>
        <p:spPr>
          <a:xfrm>
            <a:off x="1876250" y="1998618"/>
            <a:ext cx="9100066" cy="3739594"/>
          </a:xfrm>
          <a:prstGeom prst="rect">
            <a:avLst/>
          </a:prstGeom>
        </p:spPr>
      </p:pic>
    </p:spTree>
    <p:extLst>
      <p:ext uri="{BB962C8B-B14F-4D97-AF65-F5344CB8AC3E}">
        <p14:creationId xmlns:p14="http://schemas.microsoft.com/office/powerpoint/2010/main" val="17120039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057488" y="232644"/>
            <a:ext cx="6362215" cy="563231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4693033" y="632848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graphicFrame>
        <p:nvGraphicFramePr>
          <p:cNvPr id="6" name="Diagram 5"/>
          <p:cNvGraphicFramePr/>
          <p:nvPr>
            <p:extLst>
              <p:ext uri="{D42A27DB-BD31-4B8C-83A1-F6EECF244321}">
                <p14:modId xmlns:p14="http://schemas.microsoft.com/office/powerpoint/2010/main" val="1826762946"/>
              </p:ext>
            </p:extLst>
          </p:nvPr>
        </p:nvGraphicFramePr>
        <p:xfrm>
          <a:off x="8064817" y="1319349"/>
          <a:ext cx="3090863" cy="43368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36286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28340" y="129405"/>
            <a:ext cx="9737124" cy="49866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r>
              <a:rPr lang="en-US" sz="2000" b="1"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4317784" y="625010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t>
            </a:r>
            <a:r>
              <a:rPr lang="en-US" sz="2000" b="1" dirty="0" smtClean="0">
                <a:latin typeface="Times New Roman" panose="02020603050405020304" pitchFamily="18" charset="0"/>
                <a:cs typeface="Times New Roman" panose="02020603050405020304" pitchFamily="18" charset="0"/>
              </a:rPr>
              <a:t>Level 1 </a:t>
            </a:r>
            <a:r>
              <a:rPr lang="en-US" sz="2000" b="1" dirty="0">
                <a:latin typeface="Times New Roman" panose="02020603050405020304" pitchFamily="18" charset="0"/>
                <a:cs typeface="Times New Roman" panose="02020603050405020304" pitchFamily="18" charset="0"/>
              </a:rPr>
              <a:t>diagram</a:t>
            </a:r>
          </a:p>
        </p:txBody>
      </p:sp>
      <p:pic>
        <p:nvPicPr>
          <p:cNvPr id="2" name="Picture 1"/>
          <p:cNvPicPr>
            <a:picLocks noChangeAspect="1"/>
          </p:cNvPicPr>
          <p:nvPr/>
        </p:nvPicPr>
        <p:blipFill>
          <a:blip r:embed="rId2"/>
          <a:stretch>
            <a:fillRect/>
          </a:stretch>
        </p:blipFill>
        <p:spPr>
          <a:xfrm>
            <a:off x="1275677" y="1109339"/>
            <a:ext cx="9640645" cy="4639322"/>
          </a:xfrm>
          <a:prstGeom prst="rect">
            <a:avLst/>
          </a:prstGeom>
        </p:spPr>
      </p:pic>
    </p:spTree>
    <p:extLst>
      <p:ext uri="{BB962C8B-B14F-4D97-AF65-F5344CB8AC3E}">
        <p14:creationId xmlns:p14="http://schemas.microsoft.com/office/powerpoint/2010/main" val="4222526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28340" y="129405"/>
            <a:ext cx="9737124" cy="49866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r>
              <a:rPr lang="en-US" sz="2000" b="1"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31FDA1-BDE7-A222-55ED-5BE3DEB419BB}"/>
              </a:ext>
            </a:extLst>
          </p:cNvPr>
          <p:cNvSpPr txBox="1"/>
          <p:nvPr/>
        </p:nvSpPr>
        <p:spPr>
          <a:xfrm>
            <a:off x="4693033" y="632848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t>
            </a:r>
            <a:r>
              <a:rPr lang="en-US" sz="2000" b="1" dirty="0" smtClean="0">
                <a:latin typeface="Times New Roman" panose="02020603050405020304" pitchFamily="18" charset="0"/>
                <a:cs typeface="Times New Roman" panose="02020603050405020304" pitchFamily="18" charset="0"/>
              </a:rPr>
              <a:t>Level 2 </a:t>
            </a:r>
            <a:r>
              <a:rPr lang="en-US" sz="2000" b="1" dirty="0">
                <a:latin typeface="Times New Roman" panose="02020603050405020304" pitchFamily="18" charset="0"/>
                <a:cs typeface="Times New Roman" panose="02020603050405020304" pitchFamily="18" charset="0"/>
              </a:rPr>
              <a:t>diagram</a:t>
            </a:r>
          </a:p>
        </p:txBody>
      </p:sp>
      <p:pic>
        <p:nvPicPr>
          <p:cNvPr id="6" name="Picture 5"/>
          <p:cNvPicPr/>
          <p:nvPr/>
        </p:nvPicPr>
        <p:blipFill>
          <a:blip r:embed="rId2"/>
          <a:stretch>
            <a:fillRect/>
          </a:stretch>
        </p:blipFill>
        <p:spPr>
          <a:xfrm>
            <a:off x="1175657" y="1267097"/>
            <a:ext cx="9120052" cy="4364083"/>
          </a:xfrm>
          <a:prstGeom prst="rect">
            <a:avLst/>
          </a:prstGeom>
        </p:spPr>
      </p:pic>
    </p:spTree>
    <p:extLst>
      <p:ext uri="{BB962C8B-B14F-4D97-AF65-F5344CB8AC3E}">
        <p14:creationId xmlns:p14="http://schemas.microsoft.com/office/powerpoint/2010/main" val="34549766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292942" y="1683038"/>
            <a:ext cx="9709355" cy="4524315"/>
          </a:xfrm>
          <a:prstGeom prst="rect">
            <a:avLst/>
          </a:prstGeom>
        </p:spPr>
        <p:txBody>
          <a:bodyPr wrap="square">
            <a:spAutoFit/>
          </a:bodyPr>
          <a:lstStyle/>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Data Cleaning: </a:t>
            </a:r>
            <a:r>
              <a:rPr lang="en-IN" sz="2400" dirty="0">
                <a:latin typeface="Times New Roman" panose="02020603050405020304" pitchFamily="18" charset="0"/>
                <a:cs typeface="Times New Roman" panose="02020603050405020304" pitchFamily="18" charset="0"/>
              </a:rPr>
              <a:t>Remove or impute missing values.</a:t>
            </a:r>
          </a:p>
          <a:p>
            <a:pPr marL="342900" indent="-342900">
              <a:lnSpc>
                <a:spcPct val="150000"/>
              </a:lnSpc>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 </a:t>
            </a:r>
            <a:r>
              <a:rPr lang="en-IN" sz="2400" b="1" dirty="0" smtClean="0">
                <a:latin typeface="Times New Roman" panose="02020603050405020304" pitchFamily="18" charset="0"/>
                <a:cs typeface="Times New Roman" panose="02020603050405020304" pitchFamily="18" charset="0"/>
              </a:rPr>
              <a:t>Feature Selection: </a:t>
            </a:r>
            <a:r>
              <a:rPr lang="en-IN" sz="2400" dirty="0">
                <a:latin typeface="Times New Roman" panose="02020603050405020304" pitchFamily="18" charset="0"/>
                <a:cs typeface="Times New Roman" panose="02020603050405020304" pitchFamily="18" charset="0"/>
              </a:rPr>
              <a:t>Choose relevant features impacting hospital stay.</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Data Transformation: </a:t>
            </a:r>
            <a:r>
              <a:rPr lang="en-IN" sz="2400" dirty="0">
                <a:latin typeface="Times New Roman" panose="02020603050405020304" pitchFamily="18" charset="0"/>
                <a:cs typeface="Times New Roman" panose="02020603050405020304" pitchFamily="18" charset="0"/>
              </a:rPr>
              <a:t>Normalize or standardize numerical data.</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Encoding </a:t>
            </a:r>
            <a:r>
              <a:rPr lang="en-IN" sz="2400" b="1" dirty="0">
                <a:latin typeface="Times New Roman" panose="02020603050405020304" pitchFamily="18" charset="0"/>
                <a:cs typeface="Times New Roman" panose="02020603050405020304" pitchFamily="18" charset="0"/>
              </a:rPr>
              <a:t>Categorical </a:t>
            </a:r>
            <a:r>
              <a:rPr lang="en-IN" sz="2400" b="1" dirty="0" smtClean="0">
                <a:latin typeface="Times New Roman" panose="02020603050405020304" pitchFamily="18" charset="0"/>
                <a:cs typeface="Times New Roman" panose="02020603050405020304" pitchFamily="18" charset="0"/>
              </a:rPr>
              <a:t>Data: </a:t>
            </a:r>
            <a:r>
              <a:rPr lang="en-IN" sz="2400" dirty="0">
                <a:latin typeface="Times New Roman" panose="02020603050405020304" pitchFamily="18" charset="0"/>
                <a:cs typeface="Times New Roman" panose="02020603050405020304" pitchFamily="18" charset="0"/>
              </a:rPr>
              <a:t>Use one-hot encoding or label encoding for categorical variables.</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Data Splitting: </a:t>
            </a:r>
            <a:r>
              <a:rPr lang="en-IN" sz="2400" dirty="0">
                <a:latin typeface="Times New Roman" panose="02020603050405020304" pitchFamily="18" charset="0"/>
                <a:cs typeface="Times New Roman" panose="02020603050405020304" pitchFamily="18" charset="0"/>
              </a:rPr>
              <a:t>Divide the dataset into training and testing sets.</a:t>
            </a:r>
          </a:p>
          <a:p>
            <a:pPr marL="342900" indent="-342900">
              <a:lnSpc>
                <a:spcPct val="150000"/>
              </a:lnSpc>
              <a:buFont typeface="Wingdings" panose="05000000000000000000" pitchFamily="2" charset="2"/>
              <a:buChar char="Ø"/>
            </a:pPr>
            <a:r>
              <a:rPr lang="en-IN" sz="2400" b="1" dirty="0" smtClean="0">
                <a:latin typeface="Times New Roman" panose="02020603050405020304" pitchFamily="18" charset="0"/>
                <a:cs typeface="Times New Roman" panose="02020603050405020304" pitchFamily="18" charset="0"/>
              </a:rPr>
              <a:t>Feature Engineering: </a:t>
            </a:r>
            <a:r>
              <a:rPr lang="en-IN" sz="2400" dirty="0">
                <a:latin typeface="Times New Roman" panose="02020603050405020304" pitchFamily="18" charset="0"/>
                <a:cs typeface="Times New Roman" panose="02020603050405020304" pitchFamily="18" charset="0"/>
              </a:rPr>
              <a:t>Create new features that might improve model performance.</a:t>
            </a:r>
          </a:p>
        </p:txBody>
      </p:sp>
      <p:sp>
        <p:nvSpPr>
          <p:cNvPr id="3" name="Rectangle 2"/>
          <p:cNvSpPr/>
          <p:nvPr/>
        </p:nvSpPr>
        <p:spPr>
          <a:xfrm>
            <a:off x="3898226" y="722360"/>
            <a:ext cx="4181914" cy="646331"/>
          </a:xfrm>
          <a:prstGeom prst="rect">
            <a:avLst/>
          </a:prstGeom>
        </p:spPr>
        <p:txBody>
          <a:bodyPr wrap="none">
            <a:spAutoFit/>
          </a:bodyPr>
          <a:lstStyle/>
          <a:p>
            <a:r>
              <a:rPr lang="en-IN" sz="3600" b="1" dirty="0">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lang="en-IN" sz="3600" dirty="0"/>
          </a:p>
        </p:txBody>
      </p:sp>
    </p:spTree>
    <p:extLst>
      <p:ext uri="{BB962C8B-B14F-4D97-AF65-F5344CB8AC3E}">
        <p14:creationId xmlns:p14="http://schemas.microsoft.com/office/powerpoint/2010/main" val="19391586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E2E27F-2630-ED16-A1C7-8C95BF2005E2}"/>
              </a:ext>
            </a:extLst>
          </p:cNvPr>
          <p:cNvSpPr txBox="1"/>
          <p:nvPr/>
        </p:nvSpPr>
        <p:spPr>
          <a:xfrm>
            <a:off x="267285" y="936293"/>
            <a:ext cx="10747717" cy="5273238"/>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User: </a:t>
            </a:r>
          </a:p>
          <a:p>
            <a:pPr marL="342900" indent="-342900" algn="just">
              <a:lnSpc>
                <a:spcPct val="150000"/>
              </a:lnSpc>
              <a:spcAft>
                <a:spcPts val="1000"/>
              </a:spcAft>
              <a:buFont typeface="Wingdings" panose="05000000000000000000" pitchFamily="2" charset="2"/>
              <a:buChar char="Ø"/>
            </a:pPr>
            <a:r>
              <a:rPr lang="en-US" sz="2000" b="1" dirty="0" smtClean="0">
                <a:effectLst/>
                <a:latin typeface="Times New Roman" panose="02020603050405020304" pitchFamily="18" charset="0"/>
                <a:ea typeface="Calibri" panose="020F0502020204030204" pitchFamily="34" charset="0"/>
                <a:cs typeface="Times New Roman" panose="02020603050405020304" pitchFamily="18" charset="0"/>
              </a:rPr>
              <a:t>Input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Model:</a:t>
            </a:r>
          </a:p>
          <a:p>
            <a:pPr marL="342900" indent="-342900" algn="just">
              <a:lnSpc>
                <a:spcPct val="150000"/>
              </a:lnSpc>
              <a:spcAft>
                <a:spcPts val="100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user must provide input values for the certain fields in order to get results</a:t>
            </a:r>
            <a:r>
              <a:rPr lang="en-US" sz="2000" dirty="0" smtClean="0">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Aft>
                <a:spcPts val="1000"/>
              </a:spcAft>
              <a:buFont typeface="Wingdings" panose="05000000000000000000" pitchFamily="2" charset="2"/>
              <a:buChar char="Ø"/>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Upload dataset</a:t>
            </a: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spcAft>
                <a:spcPts val="1000"/>
              </a:spcAft>
              <a:buFont typeface="Wingdings" panose="05000000000000000000" pitchFamily="2" charset="2"/>
              <a:buChar char="Ø"/>
            </a:pPr>
            <a:r>
              <a:rPr lang="en-US" sz="2000" b="1" dirty="0" smtClean="0">
                <a:effectLst/>
                <a:latin typeface="Times New Roman" panose="02020603050405020304" pitchFamily="18" charset="0"/>
                <a:ea typeface="Calibri" panose="020F0502020204030204" pitchFamily="34" charset="0"/>
                <a:cs typeface="Times New Roman" panose="02020603050405020304" pitchFamily="18" charset="0"/>
              </a:rPr>
              <a:t>View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Results:</a:t>
            </a:r>
          </a:p>
          <a:p>
            <a:pPr marL="342900" indent="-342900" algn="just">
              <a:lnSpc>
                <a:spcPct val="150000"/>
              </a:lnSpc>
              <a:spcAft>
                <a:spcPts val="100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User view’s the generated results from the model.</a:t>
            </a:r>
          </a:p>
          <a:p>
            <a:pPr marL="342900" indent="-342900" algn="just">
              <a:lnSpc>
                <a:spcPct val="150000"/>
              </a:lnSpc>
              <a:spcAft>
                <a:spcPts val="1000"/>
              </a:spcAft>
              <a:buFont typeface="Wingdings" panose="05000000000000000000" pitchFamily="2" charset="2"/>
              <a:buChar char="Ø"/>
            </a:pPr>
            <a:r>
              <a:rPr lang="en-US" sz="2000" b="1" dirty="0" smtClean="0">
                <a:effectLst/>
                <a:latin typeface="Times New Roman" panose="02020603050405020304" pitchFamily="18" charset="0"/>
                <a:ea typeface="Calibri" panose="020F0502020204030204" pitchFamily="34" charset="0"/>
                <a:cs typeface="Times New Roman" panose="02020603050405020304" pitchFamily="18" charset="0"/>
              </a:rPr>
              <a:t>View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score:</a:t>
            </a:r>
          </a:p>
          <a:p>
            <a:pPr marL="342900" indent="-342900" algn="just">
              <a:lnSpc>
                <a:spcPct val="150000"/>
              </a:lnSpc>
              <a:spcAft>
                <a:spcPts val="1000"/>
              </a:spcAft>
              <a:buFont typeface="Wingdings" panose="05000000000000000000" pitchFamily="2" charset="2"/>
              <a:buChar char="Ø"/>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Here user have ability to view the accuracy in %  </a:t>
            </a:r>
          </a:p>
          <a:p>
            <a:pPr algn="just">
              <a:lnSpc>
                <a:spcPct val="150000"/>
              </a:lnSpc>
              <a:spcAft>
                <a:spcPts val="1000"/>
              </a:spcAft>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19FDAFE-55EF-D24D-8AD8-026344D7CD0B}"/>
              </a:ext>
            </a:extLst>
          </p:cNvPr>
          <p:cNvSpPr txBox="1"/>
          <p:nvPr/>
        </p:nvSpPr>
        <p:spPr>
          <a:xfrm>
            <a:off x="4375053" y="-225084"/>
            <a:ext cx="6105378" cy="823752"/>
          </a:xfrm>
          <a:prstGeom prst="rect">
            <a:avLst/>
          </a:prstGeom>
          <a:noFill/>
        </p:spPr>
        <p:txBody>
          <a:bodyPr wrap="square">
            <a:spAutoFit/>
          </a:bodyPr>
          <a:lstStyle/>
          <a:p>
            <a:pPr>
              <a:lnSpc>
                <a:spcPct val="150000"/>
              </a:lnSpc>
            </a:pPr>
            <a:r>
              <a:rPr lang="en-US" sz="3600" b="1" dirty="0">
                <a:latin typeface="Times New Roman" panose="02020603050405020304" pitchFamily="18" charset="0"/>
                <a:cs typeface="Times New Roman" panose="02020603050405020304" pitchFamily="18" charset="0"/>
              </a:rPr>
              <a:t>MODULES</a:t>
            </a:r>
          </a:p>
        </p:txBody>
      </p:sp>
    </p:spTree>
    <p:extLst>
      <p:ext uri="{BB962C8B-B14F-4D97-AF65-F5344CB8AC3E}">
        <p14:creationId xmlns:p14="http://schemas.microsoft.com/office/powerpoint/2010/main" val="16606697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D16822-D0C8-DFCF-EB6A-4D21A5D28115}"/>
              </a:ext>
            </a:extLst>
          </p:cNvPr>
          <p:cNvSpPr txBox="1"/>
          <p:nvPr/>
        </p:nvSpPr>
        <p:spPr>
          <a:xfrm>
            <a:off x="478301" y="778595"/>
            <a:ext cx="9439422" cy="5300810"/>
          </a:xfrm>
          <a:prstGeom prst="rect">
            <a:avLst/>
          </a:prstGeom>
          <a:noFill/>
        </p:spPr>
        <p:txBody>
          <a:bodyPr wrap="square">
            <a:spAutoFit/>
          </a:bodyPr>
          <a:lstStyle/>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System</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2.1	Working on dataset: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System checks for data whether it is available or not and load the data in csv files.</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2.2	Pre-processing: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Data need to be pre-processed according the models it helps to increase the accuracy of the model and better information about the data.</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2.3	Training the data: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After pre-processing the data will split into two parts as train and test data before training with the given algorithms.</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2.4	Model Building: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create a model that predicts the personality with better accuracy, this module will help user.</a:t>
            </a:r>
          </a:p>
          <a:p>
            <a:pPr algn="just">
              <a:lnSpc>
                <a:spcPct val="150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2.5	Generated Score: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Here user view the score in %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308246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478059" y="738300"/>
            <a:ext cx="10943303" cy="5355312"/>
          </a:xfrm>
          <a:prstGeom prst="rect">
            <a:avLst/>
          </a:prstGeom>
        </p:spPr>
        <p:txBody>
          <a:bodyPr wrap="square">
            <a:spAutoFit/>
          </a:bodyPr>
          <a:lstStyle/>
          <a:p>
            <a:pPr lvl="0" algn="just" eaLnBrk="0" fontAlgn="base" hangingPunct="0">
              <a:lnSpc>
                <a:spcPct val="150000"/>
              </a:lnSpc>
              <a:spcBef>
                <a:spcPct val="0"/>
              </a:spcBef>
              <a:spcAft>
                <a:spcPct val="0"/>
              </a:spcAft>
              <a:buClrTx/>
            </a:pPr>
            <a:r>
              <a:rPr lang="en-US" altLang="en-US" sz="2800" b="1" dirty="0">
                <a:latin typeface="Times New Roman" panose="02020603050405020304" pitchFamily="18" charset="0"/>
                <a:cs typeface="Times New Roman" panose="02020603050405020304" pitchFamily="18" charset="0"/>
              </a:rPr>
              <a:t>Random Forest</a:t>
            </a:r>
          </a:p>
          <a:p>
            <a:pPr lvl="0" algn="just" eaLnBrk="0" fontAlgn="base" hangingPunct="0">
              <a:lnSpc>
                <a:spcPct val="150000"/>
              </a:lnSpc>
              <a:spcBef>
                <a:spcPct val="0"/>
              </a:spcBef>
              <a:spcAft>
                <a:spcPct val="0"/>
              </a:spcAft>
              <a:buClrTx/>
            </a:pPr>
            <a:r>
              <a:rPr lang="en-US" altLang="en-US" sz="2000" dirty="0">
                <a:latin typeface="Times New Roman" panose="02020603050405020304" pitchFamily="18" charset="0"/>
                <a:cs typeface="Times New Roman" panose="02020603050405020304" pitchFamily="18" charset="0"/>
              </a:rPr>
              <a:t>Random Forest is an ensemble learning method that constructs multiple decision trees during training and outputs the mode of the classes (classification) or mean prediction (regression) of the individual trees. By combining the results of multiple trees, Random Forest improves prediction accuracy and robustness, reducing overfitting compared to a single decision tree</a:t>
            </a:r>
            <a:r>
              <a:rPr lang="en-US" altLang="en-US" sz="2000" dirty="0" smtClean="0">
                <a:latin typeface="Times New Roman" panose="02020603050405020304" pitchFamily="18" charset="0"/>
                <a:cs typeface="Times New Roman" panose="02020603050405020304" pitchFamily="18" charset="0"/>
              </a:rPr>
              <a:t>.</a:t>
            </a:r>
          </a:p>
          <a:p>
            <a:pPr lvl="0" algn="just" eaLnBrk="0" fontAlgn="base" hangingPunct="0">
              <a:lnSpc>
                <a:spcPct val="150000"/>
              </a:lnSpc>
              <a:spcBef>
                <a:spcPct val="0"/>
              </a:spcBef>
              <a:spcAft>
                <a:spcPct val="0"/>
              </a:spcAft>
              <a:buClrTx/>
            </a:pPr>
            <a:endParaRPr lang="en-US" altLang="en-US" sz="2000" dirty="0" smtClean="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r>
              <a:rPr lang="en-US" altLang="en-US" sz="2000" b="1" dirty="0">
                <a:latin typeface="Times New Roman" panose="02020603050405020304" pitchFamily="18" charset="0"/>
                <a:cs typeface="Times New Roman" panose="02020603050405020304" pitchFamily="18" charset="0"/>
              </a:rPr>
              <a:t>k-Nearest Neighbors (</a:t>
            </a:r>
            <a:r>
              <a:rPr lang="en-US" altLang="en-US" sz="2000" b="1" dirty="0" smtClean="0">
                <a:latin typeface="Times New Roman" panose="02020603050405020304" pitchFamily="18" charset="0"/>
                <a:cs typeface="Times New Roman" panose="02020603050405020304" pitchFamily="18" charset="0"/>
              </a:rPr>
              <a:t>k-NN):</a:t>
            </a:r>
          </a:p>
          <a:p>
            <a:pPr lvl="0" algn="just" eaLnBrk="0" fontAlgn="base" hangingPunct="0">
              <a:lnSpc>
                <a:spcPct val="150000"/>
              </a:lnSpc>
              <a:spcBef>
                <a:spcPct val="0"/>
              </a:spcBef>
              <a:spcAft>
                <a:spcPct val="0"/>
              </a:spcAft>
              <a:buClrTx/>
            </a:pPr>
            <a:r>
              <a:rPr lang="en-US" altLang="en-US" sz="2000" dirty="0" smtClean="0">
                <a:latin typeface="Times New Roman" panose="02020603050405020304" pitchFamily="18" charset="0"/>
                <a:cs typeface="Times New Roman" panose="02020603050405020304" pitchFamily="18" charset="0"/>
              </a:rPr>
              <a:t> k-Nearest </a:t>
            </a:r>
            <a:r>
              <a:rPr lang="en-US" altLang="en-US" sz="2000" dirty="0">
                <a:latin typeface="Times New Roman" panose="02020603050405020304" pitchFamily="18" charset="0"/>
                <a:cs typeface="Times New Roman" panose="02020603050405020304" pitchFamily="18" charset="0"/>
              </a:rPr>
              <a:t>Neighbors (k-NN) is a simple, yet powerful, non-parametric algorithm used for both classification and regression tasks in machine learning. It operates on the principle that similar data points are located close to each other in feature space. This algorithm is particularly useful for tasks where the decision boundary is irregular and cannot be easily defined by a linear equation.</a:t>
            </a:r>
            <a:endParaRPr lang="en-US" altLang="en-US" sz="2000" dirty="0" smtClean="0">
              <a:latin typeface="Times New Roman" panose="02020603050405020304" pitchFamily="18" charset="0"/>
              <a:cs typeface="Times New Roman" panose="02020603050405020304" pitchFamily="18" charset="0"/>
            </a:endParaRPr>
          </a:p>
        </p:txBody>
      </p:sp>
      <p:sp>
        <p:nvSpPr>
          <p:cNvPr id="6" name="Rectangle 5"/>
          <p:cNvSpPr/>
          <p:nvPr/>
        </p:nvSpPr>
        <p:spPr>
          <a:xfrm>
            <a:off x="3811455" y="0"/>
            <a:ext cx="3863558" cy="584775"/>
          </a:xfrm>
          <a:prstGeom prst="rect">
            <a:avLst/>
          </a:prstGeom>
        </p:spPr>
        <p:txBody>
          <a:bodyPr wrap="none">
            <a:spAutoFit/>
          </a:bodyPr>
          <a:lstStyle/>
          <a:p>
            <a:r>
              <a:rPr lang="en-IN" sz="32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87296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459025" y="529666"/>
            <a:ext cx="11154698" cy="3139321"/>
          </a:xfrm>
          <a:prstGeom prst="rect">
            <a:avLst/>
          </a:prstGeom>
        </p:spPr>
        <p:txBody>
          <a:bodyPr wrap="square">
            <a:spAutoFit/>
          </a:bodyPr>
          <a:lstStyle/>
          <a:p>
            <a:pPr algn="just">
              <a:lnSpc>
                <a:spcPct val="150000"/>
              </a:lnSpc>
            </a:pPr>
            <a:r>
              <a:rPr lang="en-US" altLang="en-US" sz="2400" b="1" dirty="0" smtClean="0">
                <a:latin typeface="Times New Roman" panose="02020603050405020304" pitchFamily="18" charset="0"/>
                <a:cs typeface="Times New Roman" panose="02020603050405020304" pitchFamily="18" charset="0"/>
              </a:rPr>
              <a:t>Decision Tree</a:t>
            </a:r>
            <a:endParaRPr lang="en-US" altLang="en-US" sz="2400" b="1"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A decision tree is a non-parametric supervised learning algorithm. It has a hierarchical, tree structure, which consists of a root node, branches, internal nodes and leaf nodes.</a:t>
            </a:r>
          </a:p>
          <a:p>
            <a:pPr algn="just">
              <a:lnSpc>
                <a:spcPct val="150000"/>
              </a:lnSpc>
            </a:pPr>
            <a:r>
              <a:rPr lang="en-US" altLang="en-US" dirty="0">
                <a:latin typeface="Times New Roman" panose="02020603050405020304" pitchFamily="18" charset="0"/>
                <a:cs typeface="Times New Roman" panose="02020603050405020304" pitchFamily="18" charset="0"/>
              </a:rPr>
              <a:t>Decision Trees are the foundation for many classical machine learning algorithms like Random Forests, Bagging, and Boosted Decision Trees. His idea was to represent data as a tree where each internal node denotes a test on an attribute (basically a condition), each branch represents an outcome of the test, and each leaf node (terminal node) holds a class label</a:t>
            </a:r>
            <a:r>
              <a:rPr lang="en-US" alt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925521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37441" y="163461"/>
            <a:ext cx="8911687" cy="518616"/>
          </a:xfrm>
        </p:spPr>
        <p:txBody>
          <a:bodyPr>
            <a:noAutofit/>
          </a:bodyPr>
          <a:lstStyle/>
          <a:p>
            <a:pPr algn="ctr"/>
            <a:r>
              <a:rPr lang="en-US" b="1" dirty="0">
                <a:solidFill>
                  <a:schemeClr val="tx1"/>
                </a:solidFill>
                <a:latin typeface="Times New Roman" panose="02020603050405020304" pitchFamily="18" charset="0"/>
                <a:cs typeface="Times New Roman" panose="02020603050405020304" pitchFamily="18" charset="0"/>
              </a:rPr>
              <a:t>REFERENCES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7C4B50E-1F88-E257-3388-5F145097B735}"/>
              </a:ext>
            </a:extLst>
          </p:cNvPr>
          <p:cNvSpPr txBox="1"/>
          <p:nvPr/>
        </p:nvSpPr>
        <p:spPr>
          <a:xfrm>
            <a:off x="388228" y="682077"/>
            <a:ext cx="11085342" cy="6001643"/>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ea typeface="Times New Roman" panose="02020603050405020304" pitchFamily="18" charset="0"/>
              </a:rPr>
              <a:t>1. ALESKEROV E, FREISLEBEN, B., and, RAO B (1997) CARDWATCH: A neural network-based database mining system for credit card fraud detection. In Conference (pp. 220–226). IEEE, Piscataway, NJ </a:t>
            </a:r>
          </a:p>
          <a:p>
            <a:pPr algn="just">
              <a:lnSpc>
                <a:spcPct val="150000"/>
              </a:lnSpc>
            </a:pPr>
            <a:r>
              <a:rPr lang="en-US" sz="2000" dirty="0">
                <a:latin typeface="Times New Roman" panose="02020603050405020304" pitchFamily="18" charset="0"/>
                <a:ea typeface="Times New Roman" panose="02020603050405020304" pitchFamily="18" charset="0"/>
              </a:rPr>
              <a:t>2. </a:t>
            </a:r>
            <a:r>
              <a:rPr lang="en-US" sz="2000" dirty="0" err="1">
                <a:latin typeface="Times New Roman" panose="02020603050405020304" pitchFamily="18" charset="0"/>
                <a:ea typeface="Times New Roman" panose="02020603050405020304" pitchFamily="18" charset="0"/>
              </a:rPr>
              <a:t>Sahin</a:t>
            </a:r>
            <a:r>
              <a:rPr lang="en-US" sz="2000" dirty="0">
                <a:latin typeface="Times New Roman" panose="02020603050405020304" pitchFamily="18" charset="0"/>
                <a:ea typeface="Times New Roman" panose="02020603050405020304" pitchFamily="18" charset="0"/>
              </a:rPr>
              <a:t> M (2017) Understanding Telephony Fraud as an Essential Step to Better Fight it [Thesis]. </a:t>
            </a:r>
            <a:r>
              <a:rPr lang="en-US" sz="2000" dirty="0" err="1">
                <a:latin typeface="Times New Roman" panose="02020603050405020304" pitchFamily="18" charset="0"/>
                <a:ea typeface="Times New Roman" panose="02020603050405020304" pitchFamily="18" charset="0"/>
              </a:rPr>
              <a:t>École</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Doctorale</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Informatique</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Télécommunication</a:t>
            </a:r>
            <a:r>
              <a:rPr lang="en-US" sz="2000" dirty="0">
                <a:latin typeface="Times New Roman" panose="02020603050405020304" pitchFamily="18" charset="0"/>
                <a:ea typeface="Times New Roman" panose="02020603050405020304" pitchFamily="18" charset="0"/>
              </a:rPr>
              <a:t> et </a:t>
            </a:r>
            <a:r>
              <a:rPr lang="en-US" sz="2000" dirty="0" err="1">
                <a:latin typeface="Times New Roman" panose="02020603050405020304" pitchFamily="18" charset="0"/>
                <a:ea typeface="Times New Roman" panose="02020603050405020304" pitchFamily="18" charset="0"/>
              </a:rPr>
              <a:t>Électronique</a:t>
            </a:r>
            <a:r>
              <a:rPr lang="en-US" sz="2000" dirty="0">
                <a:latin typeface="Times New Roman" panose="02020603050405020304" pitchFamily="18" charset="0"/>
                <a:ea typeface="Times New Roman" panose="02020603050405020304" pitchFamily="18" charset="0"/>
              </a:rPr>
              <a:t>, Paris </a:t>
            </a:r>
          </a:p>
          <a:p>
            <a:pPr algn="just">
              <a:lnSpc>
                <a:spcPct val="150000"/>
              </a:lnSpc>
            </a:pPr>
            <a:r>
              <a:rPr lang="en-US" sz="2000" dirty="0">
                <a:latin typeface="Times New Roman" panose="02020603050405020304" pitchFamily="18" charset="0"/>
                <a:ea typeface="Times New Roman" panose="02020603050405020304" pitchFamily="18" charset="0"/>
              </a:rPr>
              <a:t>3. Abdallah A, </a:t>
            </a:r>
            <a:r>
              <a:rPr lang="en-US" sz="2000" dirty="0" err="1">
                <a:latin typeface="Times New Roman" panose="02020603050405020304" pitchFamily="18" charset="0"/>
                <a:ea typeface="Times New Roman" panose="02020603050405020304" pitchFamily="18" charset="0"/>
              </a:rPr>
              <a:t>Maarof</a:t>
            </a:r>
            <a:r>
              <a:rPr lang="en-US" sz="2000" dirty="0">
                <a:latin typeface="Times New Roman" panose="02020603050405020304" pitchFamily="18" charset="0"/>
                <a:ea typeface="Times New Roman" panose="02020603050405020304" pitchFamily="18" charset="0"/>
              </a:rPr>
              <a:t> MA, Zainal A (2016) Fraud detection system: A survey. J </a:t>
            </a:r>
            <a:r>
              <a:rPr lang="en-US" sz="2000" dirty="0" err="1">
                <a:latin typeface="Times New Roman" panose="02020603050405020304" pitchFamily="18" charset="0"/>
                <a:ea typeface="Times New Roman" panose="02020603050405020304" pitchFamily="18" charset="0"/>
              </a:rPr>
              <a:t>Netw</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Comput</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Appl</a:t>
            </a:r>
            <a:r>
              <a:rPr lang="en-US" sz="2000" dirty="0">
                <a:latin typeface="Times New Roman" panose="02020603050405020304" pitchFamily="18" charset="0"/>
                <a:ea typeface="Times New Roman" panose="02020603050405020304" pitchFamily="18" charset="0"/>
              </a:rPr>
              <a:t> 68:90–113</a:t>
            </a:r>
          </a:p>
          <a:p>
            <a:pPr algn="just">
              <a:lnSpc>
                <a:spcPct val="150000"/>
              </a:lnSpc>
            </a:pPr>
            <a:r>
              <a:rPr lang="en-US" sz="2000" dirty="0">
                <a:latin typeface="Times New Roman" panose="02020603050405020304" pitchFamily="18" charset="0"/>
                <a:ea typeface="Times New Roman" panose="02020603050405020304" pitchFamily="18" charset="0"/>
              </a:rPr>
              <a:t> 4. ANDREWS PP, PETERSON MB (</a:t>
            </a:r>
            <a:r>
              <a:rPr lang="en-US" sz="2000" dirty="0" err="1">
                <a:latin typeface="Times New Roman" panose="02020603050405020304" pitchFamily="18" charset="0"/>
                <a:ea typeface="Times New Roman" panose="02020603050405020304" pitchFamily="18" charset="0"/>
              </a:rPr>
              <a:t>eds</a:t>
            </a:r>
            <a:r>
              <a:rPr lang="en-US" sz="2000" dirty="0">
                <a:latin typeface="Times New Roman" panose="02020603050405020304" pitchFamily="18" charset="0"/>
                <a:ea typeface="Times New Roman" panose="02020603050405020304" pitchFamily="18" charset="0"/>
              </a:rPr>
              <a:t>) (1990) Criminal Intelligence Analysis. Palmer Enterprises, Loomis, CA </a:t>
            </a:r>
          </a:p>
          <a:p>
            <a:pPr algn="just">
              <a:lnSpc>
                <a:spcPct val="150000"/>
              </a:lnSpc>
            </a:pPr>
            <a:r>
              <a:rPr lang="en-US" sz="2000" dirty="0">
                <a:latin typeface="Times New Roman" panose="02020603050405020304" pitchFamily="18" charset="0"/>
                <a:ea typeface="Times New Roman" panose="02020603050405020304" pitchFamily="18" charset="0"/>
              </a:rPr>
              <a:t>5. ARTÍS M, </a:t>
            </a:r>
            <a:r>
              <a:rPr lang="en-US" sz="2000" dirty="0" err="1">
                <a:latin typeface="Times New Roman" panose="02020603050405020304" pitchFamily="18" charset="0"/>
                <a:ea typeface="Times New Roman" panose="02020603050405020304" pitchFamily="18" charset="0"/>
              </a:rPr>
              <a:t>AyUSO</a:t>
            </a:r>
            <a:r>
              <a:rPr lang="en-US" sz="2000" dirty="0">
                <a:latin typeface="Times New Roman" panose="02020603050405020304" pitchFamily="18" charset="0"/>
                <a:ea typeface="Times New Roman" panose="02020603050405020304" pitchFamily="18" charset="0"/>
              </a:rPr>
              <a:t> M, GUILLÉN M (1999) Modeling different types of automobile insurance fraud behavior in the Spanish market. Insurance Math Econ </a:t>
            </a:r>
            <a:r>
              <a:rPr lang="en-US" sz="2000" dirty="0" smtClean="0">
                <a:latin typeface="Times New Roman" panose="02020603050405020304" pitchFamily="18" charset="0"/>
                <a:ea typeface="Times New Roman" panose="02020603050405020304" pitchFamily="18" charset="0"/>
              </a:rPr>
              <a:t>24:67–81</a:t>
            </a:r>
          </a:p>
          <a:p>
            <a:pPr algn="just">
              <a:lnSpc>
                <a:spcPct val="150000"/>
              </a:lnSpc>
            </a:pPr>
            <a:r>
              <a:rPr lang="en-US" dirty="0"/>
              <a:t>6. </a:t>
            </a:r>
            <a:r>
              <a:rPr lang="en-US" dirty="0">
                <a:latin typeface="Times New Roman" panose="02020603050405020304" pitchFamily="18" charset="0"/>
                <a:cs typeface="Times New Roman" panose="02020603050405020304" pitchFamily="18" charset="0"/>
              </a:rPr>
              <a:t>BARAO MI, TAWN JA (1999) Extremal analysis of short series with outliers: Sea-levels and athletics records. </a:t>
            </a:r>
            <a:r>
              <a:rPr lang="en-US" dirty="0" err="1">
                <a:latin typeface="Times New Roman" panose="02020603050405020304" pitchFamily="18" charset="0"/>
                <a:cs typeface="Times New Roman" panose="02020603050405020304" pitchFamily="18" charset="0"/>
              </a:rPr>
              <a:t>Appl</a:t>
            </a:r>
            <a:r>
              <a:rPr lang="en-US" dirty="0">
                <a:latin typeface="Times New Roman" panose="02020603050405020304" pitchFamily="18" charset="0"/>
                <a:cs typeface="Times New Roman" panose="02020603050405020304" pitchFamily="18" charset="0"/>
              </a:rPr>
              <a:t> Stat 48:469–487 Page 14/16 </a:t>
            </a:r>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503796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9B4582-A213-386C-BE7F-0AFC1B7AA13C}"/>
              </a:ext>
            </a:extLst>
          </p:cNvPr>
          <p:cNvSpPr txBox="1"/>
          <p:nvPr/>
        </p:nvSpPr>
        <p:spPr>
          <a:xfrm>
            <a:off x="401388" y="1257300"/>
            <a:ext cx="11638212"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ea typeface="Times New Roman" panose="02020603050405020304" pitchFamily="18" charset="0"/>
              </a:rPr>
              <a:t>7. BLUNT G, HAND DJ (2000) The UK credit card market. Technical report, Department of Mathematics, Imperial College, London </a:t>
            </a:r>
          </a:p>
          <a:p>
            <a:pPr algn="just">
              <a:lnSpc>
                <a:spcPct val="150000"/>
              </a:lnSpc>
            </a:pPr>
            <a:r>
              <a:rPr lang="en-US" sz="2000" dirty="0">
                <a:latin typeface="Times New Roman" panose="02020603050405020304" pitchFamily="18" charset="0"/>
                <a:ea typeface="Times New Roman" panose="02020603050405020304" pitchFamily="18" charset="0"/>
              </a:rPr>
              <a:t>8. BOLTON RJ, HAND DJ (2001) Unsupervised profiling methods for fraud detection. In Conference on Credit Scoring and Credit Control 7, Edinburgh, UK, 5–7 Sept</a:t>
            </a:r>
          </a:p>
          <a:p>
            <a:pPr algn="just">
              <a:lnSpc>
                <a:spcPct val="150000"/>
              </a:lnSpc>
            </a:pPr>
            <a:r>
              <a:rPr lang="en-US" sz="2000" dirty="0">
                <a:latin typeface="Times New Roman" panose="02020603050405020304" pitchFamily="18" charset="0"/>
                <a:ea typeface="Times New Roman" panose="02020603050405020304" pitchFamily="18" charset="0"/>
              </a:rPr>
              <a:t> 9. </a:t>
            </a:r>
            <a:r>
              <a:rPr lang="en-US" sz="2000" dirty="0" err="1">
                <a:latin typeface="Times New Roman" panose="02020603050405020304" pitchFamily="18" charset="0"/>
                <a:ea typeface="Times New Roman" panose="02020603050405020304" pitchFamily="18" charset="0"/>
              </a:rPr>
              <a:t>Phua</a:t>
            </a:r>
            <a:r>
              <a:rPr lang="en-US" sz="2000" dirty="0">
                <a:latin typeface="Times New Roman" panose="02020603050405020304" pitchFamily="18" charset="0"/>
                <a:ea typeface="Times New Roman" panose="02020603050405020304" pitchFamily="18" charset="0"/>
              </a:rPr>
              <a:t> C, Lee V, Smith K, </a:t>
            </a:r>
            <a:r>
              <a:rPr lang="en-US" sz="2000" dirty="0" err="1">
                <a:latin typeface="Times New Roman" panose="02020603050405020304" pitchFamily="18" charset="0"/>
                <a:ea typeface="Times New Roman" panose="02020603050405020304" pitchFamily="18" charset="0"/>
              </a:rPr>
              <a:t>Gayler</a:t>
            </a:r>
            <a:r>
              <a:rPr lang="en-US" sz="2000" dirty="0">
                <a:latin typeface="Times New Roman" panose="02020603050405020304" pitchFamily="18" charset="0"/>
                <a:ea typeface="Times New Roman" panose="02020603050405020304" pitchFamily="18" charset="0"/>
              </a:rPr>
              <a:t> R (2010) A comprehensive survey of data mining-based fraud detection research. https://doi.org/10.48550/ARXIV.1009.6119 </a:t>
            </a:r>
          </a:p>
          <a:p>
            <a:pPr algn="just">
              <a:lnSpc>
                <a:spcPct val="150000"/>
              </a:lnSpc>
            </a:pPr>
            <a:r>
              <a:rPr lang="en-US" sz="2000" dirty="0">
                <a:latin typeface="Times New Roman" panose="02020603050405020304" pitchFamily="18" charset="0"/>
                <a:ea typeface="Times New Roman" panose="02020603050405020304" pitchFamily="18" charset="0"/>
              </a:rPr>
              <a:t>10. Summers SL, Sweeney JT (1998) Fraudulently misstated financial statements and insider trading: An empirical analysis. 73(1):131–146https://www.jstor.org/stable/248345 </a:t>
            </a:r>
          </a:p>
          <a:p>
            <a:pPr algn="just">
              <a:lnSpc>
                <a:spcPct val="150000"/>
              </a:lnSpc>
            </a:pPr>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069885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3389</TotalTime>
  <Words>3681</Words>
  <Application>Microsoft Office PowerPoint</Application>
  <PresentationFormat>Widescreen</PresentationFormat>
  <Paragraphs>216</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Corbel</vt:lpstr>
      <vt:lpstr>Poppins</vt:lpstr>
      <vt:lpstr>Poppins Black</vt:lpstr>
      <vt:lpstr>Times New Roman</vt:lpstr>
      <vt:lpstr>Wingdings</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Kola Raveendra</cp:lastModifiedBy>
  <cp:revision>325</cp:revision>
  <dcterms:created xsi:type="dcterms:W3CDTF">2022-11-19T11:35:00Z</dcterms:created>
  <dcterms:modified xsi:type="dcterms:W3CDTF">2024-10-14T06:53:12Z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